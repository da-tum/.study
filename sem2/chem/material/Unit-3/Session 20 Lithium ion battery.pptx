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95" r:id="rId2"/>
    <p:sldId id="396" r:id="rId3"/>
    <p:sldId id="405" r:id="rId4"/>
    <p:sldId id="422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408" r:id="rId24"/>
    <p:sldId id="420" r:id="rId25"/>
    <p:sldId id="42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BBAE6-C783-4864-98B8-CC387F7000F5}" v="57" dt="2025-07-26T08:30:2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6" autoAdjust="0"/>
    <p:restoredTop sz="94660"/>
  </p:normalViewPr>
  <p:slideViewPr>
    <p:cSldViewPr snapToGrid="0">
      <p:cViewPr>
        <p:scale>
          <a:sx n="75" d="100"/>
          <a:sy n="75" d="100"/>
        </p:scale>
        <p:origin x="81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ivyanshi Mangla" userId="34edbf5d-06d7-4864-825a-181c004d5073" providerId="ADAL" clId="{9E7BBAE6-C783-4864-98B8-CC387F7000F5}"/>
    <pc:docChg chg="undo custSel addSld delSld modSld">
      <pc:chgData name="Dr. Divyanshi Mangla" userId="34edbf5d-06d7-4864-825a-181c004d5073" providerId="ADAL" clId="{9E7BBAE6-C783-4864-98B8-CC387F7000F5}" dt="2025-07-26T08:30:34.249" v="102" actId="47"/>
      <pc:docMkLst>
        <pc:docMk/>
      </pc:docMkLst>
      <pc:sldChg chg="modSp add del mod">
        <pc:chgData name="Dr. Divyanshi Mangla" userId="34edbf5d-06d7-4864-825a-181c004d5073" providerId="ADAL" clId="{9E7BBAE6-C783-4864-98B8-CC387F7000F5}" dt="2025-07-26T08:23:09.347" v="7" actId="1076"/>
        <pc:sldMkLst>
          <pc:docMk/>
          <pc:sldMk cId="0" sldId="256"/>
        </pc:sldMkLst>
        <pc:picChg chg="mod modCrop">
          <ac:chgData name="Dr. Divyanshi Mangla" userId="34edbf5d-06d7-4864-825a-181c004d5073" providerId="ADAL" clId="{9E7BBAE6-C783-4864-98B8-CC387F7000F5}" dt="2025-07-26T08:23:09.347" v="7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add mod setBg">
        <pc:chgData name="Dr. Divyanshi Mangla" userId="34edbf5d-06d7-4864-825a-181c004d5073" providerId="ADAL" clId="{9E7BBAE6-C783-4864-98B8-CC387F7000F5}" dt="2025-07-26T08:25:55.442" v="49" actId="1076"/>
        <pc:sldMkLst>
          <pc:docMk/>
          <pc:sldMk cId="0" sldId="257"/>
        </pc:sldMkLst>
        <pc:spChg chg="add del">
          <ac:chgData name="Dr. Divyanshi Mangla" userId="34edbf5d-06d7-4864-825a-181c004d5073" providerId="ADAL" clId="{9E7BBAE6-C783-4864-98B8-CC387F7000F5}" dt="2025-07-26T08:23:38.823" v="11" actId="26606"/>
          <ac:spMkLst>
            <pc:docMk/>
            <pc:sldMk cId="0" sldId="257"/>
            <ac:spMk id="8" creationId="{D99D2C73-08B0-4F6B-A8E9-4651E6BDBE48}"/>
          </ac:spMkLst>
        </pc:spChg>
        <pc:spChg chg="add del">
          <ac:chgData name="Dr. Divyanshi Mangla" userId="34edbf5d-06d7-4864-825a-181c004d5073" providerId="ADAL" clId="{9E7BBAE6-C783-4864-98B8-CC387F7000F5}" dt="2025-07-26T08:23:38.823" v="11" actId="26606"/>
          <ac:spMkLst>
            <pc:docMk/>
            <pc:sldMk cId="0" sldId="257"/>
            <ac:spMk id="10" creationId="{968DB88C-7EF2-487C-85D1-848F61F13E3F}"/>
          </ac:spMkLst>
        </pc:spChg>
        <pc:picChg chg="mod ord">
          <ac:chgData name="Dr. Divyanshi Mangla" userId="34edbf5d-06d7-4864-825a-181c004d5073" providerId="ADAL" clId="{9E7BBAE6-C783-4864-98B8-CC387F7000F5}" dt="2025-07-26T08:25:53.227" v="48" actId="107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55.442" v="49" actId="1076"/>
          <ac:picMkLst>
            <pc:docMk/>
            <pc:sldMk cId="0" sldId="257"/>
            <ac:picMk id="3" creationId="{578FEA27-5E47-9975-00FA-5578B7FE8D76}"/>
          </ac:picMkLst>
        </pc:picChg>
      </pc:sldChg>
      <pc:sldChg chg="addSp delSp modSp add mod setBg">
        <pc:chgData name="Dr. Divyanshi Mangla" userId="34edbf5d-06d7-4864-825a-181c004d5073" providerId="ADAL" clId="{9E7BBAE6-C783-4864-98B8-CC387F7000F5}" dt="2025-07-26T08:25:46.618" v="46" actId="1076"/>
        <pc:sldMkLst>
          <pc:docMk/>
          <pc:sldMk cId="0" sldId="258"/>
        </pc:sldMkLst>
        <pc:spChg chg="add del">
          <ac:chgData name="Dr. Divyanshi Mangla" userId="34edbf5d-06d7-4864-825a-181c004d5073" providerId="ADAL" clId="{9E7BBAE6-C783-4864-98B8-CC387F7000F5}" dt="2025-07-26T08:23:53.791" v="16" actId="26606"/>
          <ac:spMkLst>
            <pc:docMk/>
            <pc:sldMk cId="0" sldId="258"/>
            <ac:spMk id="8" creationId="{9E90EB45-EEE9-4563-8179-65EF62AE0978}"/>
          </ac:spMkLst>
        </pc:spChg>
        <pc:spChg chg="add del">
          <ac:chgData name="Dr. Divyanshi Mangla" userId="34edbf5d-06d7-4864-825a-181c004d5073" providerId="ADAL" clId="{9E7BBAE6-C783-4864-98B8-CC387F7000F5}" dt="2025-07-26T08:23:53.791" v="16" actId="26606"/>
          <ac:spMkLst>
            <pc:docMk/>
            <pc:sldMk cId="0" sldId="258"/>
            <ac:spMk id="10" creationId="{23D0EF74-AD1E-4FD9-914D-8EC9058EBBA3}"/>
          </ac:spMkLst>
        </pc:spChg>
        <pc:picChg chg="mod">
          <ac:chgData name="Dr. Divyanshi Mangla" userId="34edbf5d-06d7-4864-825a-181c004d5073" providerId="ADAL" clId="{9E7BBAE6-C783-4864-98B8-CC387F7000F5}" dt="2025-07-26T08:23:53.791" v="16" actId="2660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46.618" v="46" actId="1076"/>
          <ac:picMkLst>
            <pc:docMk/>
            <pc:sldMk cId="0" sldId="258"/>
            <ac:picMk id="3" creationId="{7C5EFA85-4DF7-5133-5309-BA9DAF7BA039}"/>
          </ac:picMkLst>
        </pc:picChg>
      </pc:sldChg>
      <pc:sldChg chg="addSp delSp modSp add mod setBg">
        <pc:chgData name="Dr. Divyanshi Mangla" userId="34edbf5d-06d7-4864-825a-181c004d5073" providerId="ADAL" clId="{9E7BBAE6-C783-4864-98B8-CC387F7000F5}" dt="2025-07-26T08:25:41.730" v="45" actId="1076"/>
        <pc:sldMkLst>
          <pc:docMk/>
          <pc:sldMk cId="0" sldId="259"/>
        </pc:sldMkLst>
        <pc:spChg chg="add del">
          <ac:chgData name="Dr. Divyanshi Mangla" userId="34edbf5d-06d7-4864-825a-181c004d5073" providerId="ADAL" clId="{9E7BBAE6-C783-4864-98B8-CC387F7000F5}" dt="2025-07-26T08:24:07.726" v="20" actId="26606"/>
          <ac:spMkLst>
            <pc:docMk/>
            <pc:sldMk cId="0" sldId="259"/>
            <ac:spMk id="8" creationId="{1FE21981-771D-4A29-8D3A-D068BE54BFE9}"/>
          </ac:spMkLst>
        </pc:spChg>
        <pc:picChg chg="mod">
          <ac:chgData name="Dr. Divyanshi Mangla" userId="34edbf5d-06d7-4864-825a-181c004d5073" providerId="ADAL" clId="{9E7BBAE6-C783-4864-98B8-CC387F7000F5}" dt="2025-07-26T08:24:07.726" v="20" actId="26606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41.730" v="45" actId="1076"/>
          <ac:picMkLst>
            <pc:docMk/>
            <pc:sldMk cId="0" sldId="259"/>
            <ac:picMk id="3" creationId="{04D93BAD-ED38-DA51-0F02-1E5A3E88694C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34.970" v="44" actId="1076"/>
        <pc:sldMkLst>
          <pc:docMk/>
          <pc:sldMk cId="0" sldId="260"/>
        </pc:sldMkLst>
        <pc:picChg chg="mod">
          <ac:chgData name="Dr. Divyanshi Mangla" userId="34edbf5d-06d7-4864-825a-181c004d5073" providerId="ADAL" clId="{9E7BBAE6-C783-4864-98B8-CC387F7000F5}" dt="2025-07-26T08:24:11.387" v="21" actId="1076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34.970" v="44" actId="1076"/>
          <ac:picMkLst>
            <pc:docMk/>
            <pc:sldMk cId="0" sldId="260"/>
            <ac:picMk id="3" creationId="{F26566DB-B176-EDC4-AC22-B38C157E3F1E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29.843" v="43" actId="1076"/>
        <pc:sldMkLst>
          <pc:docMk/>
          <pc:sldMk cId="0" sldId="261"/>
        </pc:sldMkLst>
        <pc:picChg chg="mod">
          <ac:chgData name="Dr. Divyanshi Mangla" userId="34edbf5d-06d7-4864-825a-181c004d5073" providerId="ADAL" clId="{9E7BBAE6-C783-4864-98B8-CC387F7000F5}" dt="2025-07-26T08:24:17.299" v="23" actId="1076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29.843" v="43" actId="1076"/>
          <ac:picMkLst>
            <pc:docMk/>
            <pc:sldMk cId="0" sldId="261"/>
            <ac:picMk id="3" creationId="{43552470-A188-A73E-2CDB-F1A86E9FE083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23.553" v="41" actId="1076"/>
        <pc:sldMkLst>
          <pc:docMk/>
          <pc:sldMk cId="0" sldId="262"/>
        </pc:sldMkLst>
        <pc:picChg chg="mod">
          <ac:chgData name="Dr. Divyanshi Mangla" userId="34edbf5d-06d7-4864-825a-181c004d5073" providerId="ADAL" clId="{9E7BBAE6-C783-4864-98B8-CC387F7000F5}" dt="2025-07-26T08:24:21.804" v="25" actId="1076"/>
          <ac:picMkLst>
            <pc:docMk/>
            <pc:sldMk cId="0" sldId="262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23.553" v="41" actId="1076"/>
          <ac:picMkLst>
            <pc:docMk/>
            <pc:sldMk cId="0" sldId="262"/>
            <ac:picMk id="3" creationId="{54431B8D-3663-7C84-71EF-A8F3AF26609D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11.699" v="39" actId="1076"/>
        <pc:sldMkLst>
          <pc:docMk/>
          <pc:sldMk cId="0" sldId="263"/>
        </pc:sldMkLst>
        <pc:picChg chg="mod">
          <ac:chgData name="Dr. Divyanshi Mangla" userId="34edbf5d-06d7-4864-825a-181c004d5073" providerId="ADAL" clId="{9E7BBAE6-C783-4864-98B8-CC387F7000F5}" dt="2025-07-26T08:24:28.019" v="27" actId="1076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11.699" v="39" actId="1076"/>
          <ac:picMkLst>
            <pc:docMk/>
            <pc:sldMk cId="0" sldId="263"/>
            <ac:picMk id="3" creationId="{6D6DB974-FA86-7DE3-3BCA-3AAC9C796235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07.945" v="38" actId="1076"/>
        <pc:sldMkLst>
          <pc:docMk/>
          <pc:sldMk cId="0" sldId="264"/>
        </pc:sldMkLst>
        <pc:picChg chg="mod">
          <ac:chgData name="Dr. Divyanshi Mangla" userId="34edbf5d-06d7-4864-825a-181c004d5073" providerId="ADAL" clId="{9E7BBAE6-C783-4864-98B8-CC387F7000F5}" dt="2025-07-26T08:24:33.763" v="29" actId="1076"/>
          <ac:picMkLst>
            <pc:docMk/>
            <pc:sldMk cId="0" sldId="264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07.945" v="38" actId="1076"/>
          <ac:picMkLst>
            <pc:docMk/>
            <pc:sldMk cId="0" sldId="264"/>
            <ac:picMk id="3" creationId="{E2AD7E3A-56D6-EA0F-61B0-563F9D5854E4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5:00.890" v="37" actId="1076"/>
        <pc:sldMkLst>
          <pc:docMk/>
          <pc:sldMk cId="0" sldId="265"/>
        </pc:sldMkLst>
        <pc:picChg chg="mod">
          <ac:chgData name="Dr. Divyanshi Mangla" userId="34edbf5d-06d7-4864-825a-181c004d5073" providerId="ADAL" clId="{9E7BBAE6-C783-4864-98B8-CC387F7000F5}" dt="2025-07-26T08:24:55.301" v="35" actId="1076"/>
          <ac:picMkLst>
            <pc:docMk/>
            <pc:sldMk cId="0" sldId="265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5:00.890" v="37" actId="1076"/>
          <ac:picMkLst>
            <pc:docMk/>
            <pc:sldMk cId="0" sldId="265"/>
            <ac:picMk id="3" creationId="{5143AEF5-24C9-BEB8-CAF8-816649B0535E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06.616" v="51"/>
        <pc:sldMkLst>
          <pc:docMk/>
          <pc:sldMk cId="0" sldId="266"/>
        </pc:sldMkLst>
        <pc:picChg chg="mod">
          <ac:chgData name="Dr. Divyanshi Mangla" userId="34edbf5d-06d7-4864-825a-181c004d5073" providerId="ADAL" clId="{9E7BBAE6-C783-4864-98B8-CC387F7000F5}" dt="2025-07-26T08:26:05.274" v="50" actId="1076"/>
          <ac:picMkLst>
            <pc:docMk/>
            <pc:sldMk cId="0" sldId="266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06.616" v="51"/>
          <ac:picMkLst>
            <pc:docMk/>
            <pc:sldMk cId="0" sldId="266"/>
            <ac:picMk id="3" creationId="{BB868D2D-F1D0-DDD9-9793-903120F444F8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18.332" v="54" actId="1076"/>
        <pc:sldMkLst>
          <pc:docMk/>
          <pc:sldMk cId="0" sldId="267"/>
        </pc:sldMkLst>
        <pc:picChg chg="mod">
          <ac:chgData name="Dr. Divyanshi Mangla" userId="34edbf5d-06d7-4864-825a-181c004d5073" providerId="ADAL" clId="{9E7BBAE6-C783-4864-98B8-CC387F7000F5}" dt="2025-07-26T08:26:18.332" v="54" actId="1076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13.602" v="53"/>
          <ac:picMkLst>
            <pc:docMk/>
            <pc:sldMk cId="0" sldId="267"/>
            <ac:picMk id="3" creationId="{13CC0CAA-2476-F6D0-0EFB-2655FDC087BD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22.854" v="56"/>
        <pc:sldMkLst>
          <pc:docMk/>
          <pc:sldMk cId="0" sldId="268"/>
        </pc:sldMkLst>
        <pc:picChg chg="mod">
          <ac:chgData name="Dr. Divyanshi Mangla" userId="34edbf5d-06d7-4864-825a-181c004d5073" providerId="ADAL" clId="{9E7BBAE6-C783-4864-98B8-CC387F7000F5}" dt="2025-07-26T08:26:22.098" v="55" actId="1076"/>
          <ac:picMkLst>
            <pc:docMk/>
            <pc:sldMk cId="0" sldId="268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22.854" v="56"/>
          <ac:picMkLst>
            <pc:docMk/>
            <pc:sldMk cId="0" sldId="268"/>
            <ac:picMk id="3" creationId="{F76874AF-A1A9-B6C5-8FC7-766C7DF7925F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30.166" v="58"/>
        <pc:sldMkLst>
          <pc:docMk/>
          <pc:sldMk cId="0" sldId="269"/>
        </pc:sldMkLst>
        <pc:picChg chg="mod">
          <ac:chgData name="Dr. Divyanshi Mangla" userId="34edbf5d-06d7-4864-825a-181c004d5073" providerId="ADAL" clId="{9E7BBAE6-C783-4864-98B8-CC387F7000F5}" dt="2025-07-26T08:26:29.180" v="57" actId="1076"/>
          <ac:picMkLst>
            <pc:docMk/>
            <pc:sldMk cId="0" sldId="269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30.166" v="58"/>
          <ac:picMkLst>
            <pc:docMk/>
            <pc:sldMk cId="0" sldId="269"/>
            <ac:picMk id="3" creationId="{F0797BD3-9685-C249-9034-629A4204A7E2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34.591" v="60"/>
        <pc:sldMkLst>
          <pc:docMk/>
          <pc:sldMk cId="0" sldId="270"/>
        </pc:sldMkLst>
        <pc:picChg chg="mod">
          <ac:chgData name="Dr. Divyanshi Mangla" userId="34edbf5d-06d7-4864-825a-181c004d5073" providerId="ADAL" clId="{9E7BBAE6-C783-4864-98B8-CC387F7000F5}" dt="2025-07-26T08:26:33.675" v="59" actId="1076"/>
          <ac:picMkLst>
            <pc:docMk/>
            <pc:sldMk cId="0" sldId="270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34.591" v="60"/>
          <ac:picMkLst>
            <pc:docMk/>
            <pc:sldMk cId="0" sldId="270"/>
            <ac:picMk id="3" creationId="{9783402A-84DA-5057-0FF5-7D4D6FCC10A6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39.759" v="62"/>
        <pc:sldMkLst>
          <pc:docMk/>
          <pc:sldMk cId="0" sldId="271"/>
        </pc:sldMkLst>
        <pc:picChg chg="mod">
          <ac:chgData name="Dr. Divyanshi Mangla" userId="34edbf5d-06d7-4864-825a-181c004d5073" providerId="ADAL" clId="{9E7BBAE6-C783-4864-98B8-CC387F7000F5}" dt="2025-07-26T08:26:38.899" v="61" actId="1076"/>
          <ac:picMkLst>
            <pc:docMk/>
            <pc:sldMk cId="0" sldId="271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39.759" v="62"/>
          <ac:picMkLst>
            <pc:docMk/>
            <pc:sldMk cId="0" sldId="271"/>
            <ac:picMk id="3" creationId="{B0E935F0-6F07-C602-759B-317D2728F2A5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44.202" v="64"/>
        <pc:sldMkLst>
          <pc:docMk/>
          <pc:sldMk cId="0" sldId="272"/>
        </pc:sldMkLst>
        <pc:picChg chg="mod">
          <ac:chgData name="Dr. Divyanshi Mangla" userId="34edbf5d-06d7-4864-825a-181c004d5073" providerId="ADAL" clId="{9E7BBAE6-C783-4864-98B8-CC387F7000F5}" dt="2025-07-26T08:26:43.451" v="63" actId="1076"/>
          <ac:picMkLst>
            <pc:docMk/>
            <pc:sldMk cId="0" sldId="272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44.202" v="64"/>
          <ac:picMkLst>
            <pc:docMk/>
            <pc:sldMk cId="0" sldId="272"/>
            <ac:picMk id="3" creationId="{9D8A5078-E31E-9D0A-DB26-80DBD4E8AFEF}"/>
          </ac:picMkLst>
        </pc:picChg>
      </pc:sldChg>
      <pc:sldChg chg="addSp modSp add mod">
        <pc:chgData name="Dr. Divyanshi Mangla" userId="34edbf5d-06d7-4864-825a-181c004d5073" providerId="ADAL" clId="{9E7BBAE6-C783-4864-98B8-CC387F7000F5}" dt="2025-07-26T08:26:50.629" v="66"/>
        <pc:sldMkLst>
          <pc:docMk/>
          <pc:sldMk cId="0" sldId="273"/>
        </pc:sldMkLst>
        <pc:picChg chg="mod">
          <ac:chgData name="Dr. Divyanshi Mangla" userId="34edbf5d-06d7-4864-825a-181c004d5073" providerId="ADAL" clId="{9E7BBAE6-C783-4864-98B8-CC387F7000F5}" dt="2025-07-26T08:26:49.779" v="65" actId="1076"/>
          <ac:picMkLst>
            <pc:docMk/>
            <pc:sldMk cId="0" sldId="273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9E7BBAE6-C783-4864-98B8-CC387F7000F5}" dt="2025-07-26T08:26:50.629" v="66"/>
          <ac:picMkLst>
            <pc:docMk/>
            <pc:sldMk cId="0" sldId="273"/>
            <ac:picMk id="3" creationId="{CADDDD1C-7CEA-C659-EAFA-91E137C939C0}"/>
          </ac:picMkLst>
        </pc:picChg>
      </pc:sldChg>
      <pc:sldChg chg="modSp mod">
        <pc:chgData name="Dr. Divyanshi Mangla" userId="34edbf5d-06d7-4864-825a-181c004d5073" providerId="ADAL" clId="{9E7BBAE6-C783-4864-98B8-CC387F7000F5}" dt="2025-07-26T08:22:10.501" v="2" actId="20577"/>
        <pc:sldMkLst>
          <pc:docMk/>
          <pc:sldMk cId="1551643713" sldId="395"/>
        </pc:sldMkLst>
        <pc:spChg chg="mod">
          <ac:chgData name="Dr. Divyanshi Mangla" userId="34edbf5d-06d7-4864-825a-181c004d5073" providerId="ADAL" clId="{9E7BBAE6-C783-4864-98B8-CC387F7000F5}" dt="2025-07-26T08:22:10.501" v="2" actId="20577"/>
          <ac:spMkLst>
            <pc:docMk/>
            <pc:sldMk cId="1551643713" sldId="395"/>
            <ac:spMk id="4" creationId="{7AE87B50-18B9-D467-F70C-34907A9652C5}"/>
          </ac:spMkLst>
        </pc:spChg>
      </pc:sldChg>
      <pc:sldChg chg="addSp delSp modSp mod">
        <pc:chgData name="Dr. Divyanshi Mangla" userId="34edbf5d-06d7-4864-825a-181c004d5073" providerId="ADAL" clId="{9E7BBAE6-C783-4864-98B8-CC387F7000F5}" dt="2025-07-26T08:29:21.890" v="91" actId="207"/>
        <pc:sldMkLst>
          <pc:docMk/>
          <pc:sldMk cId="3461469184" sldId="408"/>
        </pc:sldMkLst>
        <pc:spChg chg="mod">
          <ac:chgData name="Dr. Divyanshi Mangla" userId="34edbf5d-06d7-4864-825a-181c004d5073" providerId="ADAL" clId="{9E7BBAE6-C783-4864-98B8-CC387F7000F5}" dt="2025-07-26T08:26:57.034" v="67" actId="1076"/>
          <ac:spMkLst>
            <pc:docMk/>
            <pc:sldMk cId="3461469184" sldId="408"/>
            <ac:spMk id="3" creationId="{243BFFBC-74A3-451B-CDF0-A4DFA118CA29}"/>
          </ac:spMkLst>
        </pc:spChg>
        <pc:spChg chg="add mod">
          <ac:chgData name="Dr. Divyanshi Mangla" userId="34edbf5d-06d7-4864-825a-181c004d5073" providerId="ADAL" clId="{9E7BBAE6-C783-4864-98B8-CC387F7000F5}" dt="2025-07-26T08:28:56.184" v="87" actId="207"/>
          <ac:spMkLst>
            <pc:docMk/>
            <pc:sldMk cId="3461469184" sldId="408"/>
            <ac:spMk id="4" creationId="{C0122B79-E201-4032-789E-371C743135A1}"/>
          </ac:spMkLst>
        </pc:spChg>
        <pc:spChg chg="add del mod">
          <ac:chgData name="Dr. Divyanshi Mangla" userId="34edbf5d-06d7-4864-825a-181c004d5073" providerId="ADAL" clId="{9E7BBAE6-C783-4864-98B8-CC387F7000F5}" dt="2025-07-26T08:28:26.954" v="80" actId="478"/>
          <ac:spMkLst>
            <pc:docMk/>
            <pc:sldMk cId="3461469184" sldId="408"/>
            <ac:spMk id="5" creationId="{43FBFF98-CB90-23FC-B0B3-E16E8A9F7A30}"/>
          </ac:spMkLst>
        </pc:spChg>
        <pc:spChg chg="add mod">
          <ac:chgData name="Dr. Divyanshi Mangla" userId="34edbf5d-06d7-4864-825a-181c004d5073" providerId="ADAL" clId="{9E7BBAE6-C783-4864-98B8-CC387F7000F5}" dt="2025-07-26T08:29:08.904" v="88" actId="207"/>
          <ac:spMkLst>
            <pc:docMk/>
            <pc:sldMk cId="3461469184" sldId="408"/>
            <ac:spMk id="6" creationId="{1346DE97-EC17-1E2C-53E6-9DE55D7F8C3E}"/>
          </ac:spMkLst>
        </pc:spChg>
        <pc:spChg chg="add del mod">
          <ac:chgData name="Dr. Divyanshi Mangla" userId="34edbf5d-06d7-4864-825a-181c004d5073" providerId="ADAL" clId="{9E7BBAE6-C783-4864-98B8-CC387F7000F5}" dt="2025-07-26T08:28:26.240" v="79" actId="478"/>
          <ac:spMkLst>
            <pc:docMk/>
            <pc:sldMk cId="3461469184" sldId="408"/>
            <ac:spMk id="7" creationId="{7F023350-25AF-EA60-3276-96D79B3480BE}"/>
          </ac:spMkLst>
        </pc:spChg>
        <pc:spChg chg="add mod">
          <ac:chgData name="Dr. Divyanshi Mangla" userId="34edbf5d-06d7-4864-825a-181c004d5073" providerId="ADAL" clId="{9E7BBAE6-C783-4864-98B8-CC387F7000F5}" dt="2025-07-26T08:29:21.890" v="91" actId="207"/>
          <ac:spMkLst>
            <pc:docMk/>
            <pc:sldMk cId="3461469184" sldId="408"/>
            <ac:spMk id="8" creationId="{6E5CF906-8EB6-D8A6-B637-E638F777D12D}"/>
          </ac:spMkLst>
        </pc:spChg>
        <pc:spChg chg="add del mod">
          <ac:chgData name="Dr. Divyanshi Mangla" userId="34edbf5d-06d7-4864-825a-181c004d5073" providerId="ADAL" clId="{9E7BBAE6-C783-4864-98B8-CC387F7000F5}" dt="2025-07-26T08:28:25.562" v="78" actId="478"/>
          <ac:spMkLst>
            <pc:docMk/>
            <pc:sldMk cId="3461469184" sldId="408"/>
            <ac:spMk id="9" creationId="{58BBB618-56D2-6067-80ED-585BBFCF6950}"/>
          </ac:spMkLst>
        </pc:spChg>
        <pc:spChg chg="add mod">
          <ac:chgData name="Dr. Divyanshi Mangla" userId="34edbf5d-06d7-4864-825a-181c004d5073" providerId="ADAL" clId="{9E7BBAE6-C783-4864-98B8-CC387F7000F5}" dt="2025-07-26T08:29:12.934" v="89" actId="207"/>
          <ac:spMkLst>
            <pc:docMk/>
            <pc:sldMk cId="3461469184" sldId="408"/>
            <ac:spMk id="10" creationId="{C055E1F2-2A08-2590-0057-B634EED94361}"/>
          </ac:spMkLst>
        </pc:spChg>
        <pc:spChg chg="add del mod">
          <ac:chgData name="Dr. Divyanshi Mangla" userId="34edbf5d-06d7-4864-825a-181c004d5073" providerId="ADAL" clId="{9E7BBAE6-C783-4864-98B8-CC387F7000F5}" dt="2025-07-26T08:28:24.508" v="77" actId="478"/>
          <ac:spMkLst>
            <pc:docMk/>
            <pc:sldMk cId="3461469184" sldId="408"/>
            <ac:spMk id="11" creationId="{33BE89F3-F6B4-1428-467F-38C3666802B8}"/>
          </ac:spMkLst>
        </pc:spChg>
        <pc:spChg chg="add mod">
          <ac:chgData name="Dr. Divyanshi Mangla" userId="34edbf5d-06d7-4864-825a-181c004d5073" providerId="ADAL" clId="{9E7BBAE6-C783-4864-98B8-CC387F7000F5}" dt="2025-07-26T08:29:18.101" v="90" actId="207"/>
          <ac:spMkLst>
            <pc:docMk/>
            <pc:sldMk cId="3461469184" sldId="408"/>
            <ac:spMk id="12" creationId="{7FD1E839-A095-D2C7-BDA7-6662D9AFA5D1}"/>
          </ac:spMkLst>
        </pc:spChg>
      </pc:sldChg>
      <pc:sldChg chg="del">
        <pc:chgData name="Dr. Divyanshi Mangla" userId="34edbf5d-06d7-4864-825a-181c004d5073" providerId="ADAL" clId="{9E7BBAE6-C783-4864-98B8-CC387F7000F5}" dt="2025-07-26T08:30:34.249" v="102" actId="47"/>
        <pc:sldMkLst>
          <pc:docMk/>
          <pc:sldMk cId="2559325736" sldId="418"/>
        </pc:sldMkLst>
      </pc:sldChg>
      <pc:sldChg chg="del">
        <pc:chgData name="Dr. Divyanshi Mangla" userId="34edbf5d-06d7-4864-825a-181c004d5073" providerId="ADAL" clId="{9E7BBAE6-C783-4864-98B8-CC387F7000F5}" dt="2025-07-26T08:29:30.777" v="92" actId="47"/>
        <pc:sldMkLst>
          <pc:docMk/>
          <pc:sldMk cId="278459223" sldId="419"/>
        </pc:sldMkLst>
      </pc:sldChg>
      <pc:sldChg chg="addSp modSp mod">
        <pc:chgData name="Dr. Divyanshi Mangla" userId="34edbf5d-06d7-4864-825a-181c004d5073" providerId="ADAL" clId="{9E7BBAE6-C783-4864-98B8-CC387F7000F5}" dt="2025-07-26T08:29:58.759" v="98" actId="403"/>
        <pc:sldMkLst>
          <pc:docMk/>
          <pc:sldMk cId="582118690" sldId="420"/>
        </pc:sldMkLst>
        <pc:spChg chg="add mod">
          <ac:chgData name="Dr. Divyanshi Mangla" userId="34edbf5d-06d7-4864-825a-181c004d5073" providerId="ADAL" clId="{9E7BBAE6-C783-4864-98B8-CC387F7000F5}" dt="2025-07-26T08:29:53.227" v="94" actId="1076"/>
          <ac:spMkLst>
            <pc:docMk/>
            <pc:sldMk cId="582118690" sldId="420"/>
            <ac:spMk id="3" creationId="{AE8A18DE-F6FB-8ACF-5425-8793A6A73567}"/>
          </ac:spMkLst>
        </pc:spChg>
        <pc:spChg chg="mod">
          <ac:chgData name="Dr. Divyanshi Mangla" userId="34edbf5d-06d7-4864-825a-181c004d5073" providerId="ADAL" clId="{9E7BBAE6-C783-4864-98B8-CC387F7000F5}" dt="2025-07-26T08:29:58.759" v="98" actId="403"/>
          <ac:spMkLst>
            <pc:docMk/>
            <pc:sldMk cId="582118690" sldId="420"/>
            <ac:spMk id="4" creationId="{F08930CF-6A98-97BF-FED1-A648429CD3F4}"/>
          </ac:spMkLst>
        </pc:spChg>
      </pc:sldChg>
      <pc:sldChg chg="addSp modSp mod">
        <pc:chgData name="Dr. Divyanshi Mangla" userId="34edbf5d-06d7-4864-825a-181c004d5073" providerId="ADAL" clId="{9E7BBAE6-C783-4864-98B8-CC387F7000F5}" dt="2025-07-26T08:30:22.950" v="101" actId="1076"/>
        <pc:sldMkLst>
          <pc:docMk/>
          <pc:sldMk cId="404351408" sldId="421"/>
        </pc:sldMkLst>
        <pc:spChg chg="add">
          <ac:chgData name="Dr. Divyanshi Mangla" userId="34edbf5d-06d7-4864-825a-181c004d5073" providerId="ADAL" clId="{9E7BBAE6-C783-4864-98B8-CC387F7000F5}" dt="2025-07-26T08:30:12.418" v="99"/>
          <ac:spMkLst>
            <pc:docMk/>
            <pc:sldMk cId="404351408" sldId="421"/>
            <ac:spMk id="4" creationId="{F8C614A1-B727-AAE3-5BDA-8851E8ADD4B7}"/>
          </ac:spMkLst>
        </pc:spChg>
        <pc:graphicFrameChg chg="add mod">
          <ac:chgData name="Dr. Divyanshi Mangla" userId="34edbf5d-06d7-4864-825a-181c004d5073" providerId="ADAL" clId="{9E7BBAE6-C783-4864-98B8-CC387F7000F5}" dt="2025-07-26T08:30:22.950" v="101" actId="1076"/>
          <ac:graphicFrameMkLst>
            <pc:docMk/>
            <pc:sldMk cId="404351408" sldId="421"/>
            <ac:graphicFrameMk id="5" creationId="{A8CA7DA4-A245-B714-43FA-189023AA3F8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CA880-F528-42FF-9D9D-656041A152F2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7FDF-EB9E-4972-8337-0107D986E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6A1C-8890-F6EE-FA88-CCFD7B4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B296B-425B-80CF-2353-C85FB954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13F8-2700-556B-E8BF-134DA9F6B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4B3B-F227-E980-ABF8-A3F9E2D1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4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059-0C54-AD09-D4B4-0A2E5A7C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6A15-A308-D446-4F84-A9EE699D4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9609-ACF1-CEF4-58E3-FDE91E11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BA11-9F27-9D7A-2271-AA4752D1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9911-496E-C1BF-40E5-989E3E98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63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AFD5-92DF-02D3-14DA-0592076B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E9CB-D905-9CF7-0F87-B66D74AA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189C-A79E-BA17-D8F7-8F9DCA2B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3653-B273-A58F-15BB-E260E6E7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112-B3A0-0810-9716-268AC010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5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9CE-DA9D-BE97-2E16-DD85A7CC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CD4F-7B95-EEB9-DB66-EFD86AA5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66CA-A45E-ADB5-D5E2-5F9C921E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A573-6B22-121D-65BD-2A6EFC3D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F79B-846A-89F9-76E1-69BD6CE1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9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E730-90B9-98AD-146E-DA2D4B21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5413-DE4A-8131-C8FB-47019CBEB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76244-0B58-1F73-09C2-5794FB2BC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8BB9-8F43-C544-66AD-4C8D8E2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4F58E-781B-34C5-D44C-F95867AA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C006-D063-991F-DF59-74479B1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3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FEE4-8DAA-4BF2-33D9-8496D58F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A8551-198F-A3F5-F0C3-7CAD2845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C037F-E6FE-9AF0-60DD-12B8B2874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628EC-40E4-7A35-54F8-4092A7BF9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EC03-25FD-18D4-233F-6E513DF3D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CF223-7474-A556-4E6F-CF4149D8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D1F66-1570-EF8F-1B7A-914E32EE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A1EA8-4288-D015-2240-EA8FDA65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3207-5D12-38FE-ED70-4ECEFA87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E37A2-0316-0D07-42D3-79D3B266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BD6B8-D060-620A-C00E-05D42CE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D3BF-06A8-517B-489F-8DAE81E5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4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4613C-7E35-B8C8-09C8-37BABFBD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9A415-E177-3F8D-4EE0-D515AEBA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B1BD-5491-E598-6006-DE5852BE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1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8579-F3BE-5A87-CF66-98C0A357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013B-C5E8-D3F3-7820-9CB3DE7BD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E167-0C5C-9459-27E6-0179E758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32756-F545-C414-62A5-DB1355BA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C04F0-F5D7-EF56-AC99-5181D233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8C0C5-F425-A69F-F34B-B512177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7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0A6-7E65-99AA-5BBC-E4BCB662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1155F-0B71-2ED7-013C-68DB130F0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CA4B-9DB6-8BB3-AE8F-09531BB4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8D6C-C250-DF43-2397-AC2E2D38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FB44-B47A-AD3F-4A9A-65B569F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3B207-678C-5259-993C-2D3CCA61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05DD-7452-98CF-B717-FEED2572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A86B3-0E86-0C15-42C2-115C1446A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7975-0C95-1271-A8B1-D7852BD2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DCDC-18C6-7073-AE91-FB00D57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D04EA-A0FF-30D1-F12A-6F3762F2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3B6E-1307-A690-B8DB-F0D2160A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7061-9074-3F86-73F4-F43CE854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A8E-B32E-3026-3606-0449F14D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7BC5-E165-71CE-82A4-748F63FE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F803-BB05-AF2F-1493-934211B7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63B337-0CB5-9D2D-6A56-7EF1247A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1469-6A47-EE6F-92C2-8B3C836F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1DBD-F888-3E18-7AF6-BA284453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6ED3-0AC2-1A27-AAC0-0E5466588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1556-8588-723C-1EB1-38BC89D7A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2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E1FFC39-993B-BCEA-F84E-9FFC410C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94"/>
            <a:ext cx="12192000" cy="6946678"/>
          </a:xfrm>
          <a:prstGeom prst="rect">
            <a:avLst/>
          </a:prstGeom>
        </p:spPr>
      </p:pic>
      <p:pic>
        <p:nvPicPr>
          <p:cNvPr id="1026" name="Picture 2" descr="KR Mangalam Full Form: All Defination - CareerGuide">
            <a:extLst>
              <a:ext uri="{FF2B5EF4-FFF2-40B4-BE49-F238E27FC236}">
                <a16:creationId xmlns:a16="http://schemas.microsoft.com/office/drawing/2014/main" id="{37025CEA-8A22-BAED-A319-F9DDDC3D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43" y="134471"/>
            <a:ext cx="5724938" cy="10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80489-0B3E-B6D7-4D23-523CAF0319F8}"/>
              </a:ext>
            </a:extLst>
          </p:cNvPr>
          <p:cNvSpPr txBox="1"/>
          <p:nvPr/>
        </p:nvSpPr>
        <p:spPr>
          <a:xfrm>
            <a:off x="687333" y="1337895"/>
            <a:ext cx="11397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Engineering Chemistry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ETCH104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B.Tech. CSE (Full Stack/IBM/DS) SEM-I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Divyanshi Mangla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(Assistant Professor)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School of Basic and Applied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87B50-18B9-D467-F70C-34907A9652C5}"/>
              </a:ext>
            </a:extLst>
          </p:cNvPr>
          <p:cNvSpPr/>
          <p:nvPr/>
        </p:nvSpPr>
        <p:spPr>
          <a:xfrm>
            <a:off x="9609259" y="337200"/>
            <a:ext cx="25272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Session no. 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20</a:t>
            </a:r>
            <a:endParaRPr lang="en-US" sz="2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1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C842B31-BC89-43EA-A6A3-FF6F9B5A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2725"/>
            <a:ext cx="3269613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061448"/>
            <a:ext cx="1216152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175348-F07F-139B-210A-51B3F331B9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251520" y="1484784"/>
            <a:ext cx="8712968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Pre-requisite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Electrochemical Cells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Support Material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449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Pre-requisite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909BE-9726-8848-9A71-19F72CDF3C0E}"/>
              </a:ext>
            </a:extLst>
          </p:cNvPr>
          <p:cNvSpPr txBox="1"/>
          <p:nvPr/>
        </p:nvSpPr>
        <p:spPr>
          <a:xfrm>
            <a:off x="179512" y="1315453"/>
            <a:ext cx="640592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Class 12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Redox reactions</a:t>
            </a:r>
          </a:p>
        </p:txBody>
      </p:sp>
    </p:spTree>
    <p:extLst>
      <p:ext uri="{BB962C8B-B14F-4D97-AF65-F5344CB8AC3E}">
        <p14:creationId xmlns:p14="http://schemas.microsoft.com/office/powerpoint/2010/main" val="30606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8DB8-7C92-7F49-3D09-50F65EBB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5DEDB5F-922C-0E11-8257-EA991DFB3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C0260C-356D-0020-5C6D-47A86703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297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Course Outcomes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56155-D7E6-3EFF-D12D-BA82436D6512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648CF18-377B-7EF4-EFE6-0C161A5A0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AA9A4-869F-76C2-E9CD-EFAC3EF71EAF}"/>
              </a:ext>
            </a:extLst>
          </p:cNvPr>
          <p:cNvGraphicFramePr>
            <a:graphicFrameLocks noGrp="1"/>
          </p:cNvGraphicFramePr>
          <p:nvPr/>
        </p:nvGraphicFramePr>
        <p:xfrm>
          <a:off x="912405" y="2371058"/>
          <a:ext cx="10441394" cy="22703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23969">
                  <a:extLst>
                    <a:ext uri="{9D8B030D-6E8A-4147-A177-3AD203B41FA5}">
                      <a16:colId xmlns:a16="http://schemas.microsoft.com/office/drawing/2014/main" val="1078813254"/>
                    </a:ext>
                  </a:extLst>
                </a:gridCol>
                <a:gridCol w="6661609">
                  <a:extLst>
                    <a:ext uri="{9D8B030D-6E8A-4147-A177-3AD203B41FA5}">
                      <a16:colId xmlns:a16="http://schemas.microsoft.com/office/drawing/2014/main" val="1198884536"/>
                    </a:ext>
                  </a:extLst>
                </a:gridCol>
                <a:gridCol w="2455816">
                  <a:extLst>
                    <a:ext uri="{9D8B030D-6E8A-4147-A177-3AD203B41FA5}">
                      <a16:colId xmlns:a16="http://schemas.microsoft.com/office/drawing/2014/main" val="2626532432"/>
                    </a:ext>
                  </a:extLst>
                </a:gridCol>
              </a:tblGrid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8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methods for water hardness and the basics of boiler water treatment and analyze fuel calorific values and battery.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412386"/>
                  </a:ext>
                </a:extLst>
              </a:tr>
              <a:tr h="32433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characteristics and working principles of different battery types and types of fuels.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707397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65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differences between batteries and fuel cells and classify fuel cell types based on their components.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939504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between hard and soft water, solve the related numerical problems on water purification and emf and its significance in industry and daily life.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40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Lithium-Ion-Batteries-an-Overview-1-2048.jpg"/>
          <p:cNvPicPr>
            <a:picLocks noChangeAspect="1"/>
          </p:cNvPicPr>
          <p:nvPr/>
        </p:nvPicPr>
        <p:blipFill>
          <a:blip r:embed="rId2"/>
          <a:srcRect b="25155"/>
          <a:stretch>
            <a:fillRect/>
          </a:stretch>
        </p:blipFill>
        <p:spPr>
          <a:xfrm>
            <a:off x="1694688" y="950976"/>
            <a:ext cx="9144000" cy="5132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Lithium-Ion-Batteries-an-Overview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684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578FEA27-5E47-9975-00FA-5578B7FE8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684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Lithium-Ion-Batteries-an-Overview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88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7C5EFA85-4DF7-5133-5309-BA9DAF7B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9088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Lithium-Ion-Batteries-an-Overview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4D93BAD-ED38-DA51-0F02-1E5A3E886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Lithium-Ion-Batteries-an-Overview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17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26566DB-B176-EDC4-AC22-B38C157E3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14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Lithium-Ion-Batteries-an-Overview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82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43552470-A188-A73E-2CDB-F1A86E9FE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92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Lithium-Ion-Batteries-an-Overview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56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54431B8D-3663-7C84-71EF-A8F3AF26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06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Lithium-Ion-Batteries-an-Overview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3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D6DB974-FA86-7DE3-3BCA-3AAC9C796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632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Lithium-Ion-Batteries-an-Overview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8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E2AD7E3A-56D6-EA0F-61B0-563F9D585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Lithium-Ion-Batteries-an-Overview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66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5143AEF5-24C9-BEB8-CAF8-816649B05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896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Lithium-Ion-Batteries-an-Overview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868D2D-F1D0-DDD9-9793-903120F44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Lithium-Ion-Batteries-an-Overview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13CC0CAA-2476-F6D0-0EFB-2655FDC08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Lithium-Ion-Batteries-an-Overview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76874AF-A1A9-B6C5-8FC7-766C7DF79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Lithium-Ion-Batteries-an-Overview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F0797BD3-9685-C249-9034-629A4204A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Lithium-Ion-Batteries-an-Overview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9783402A-84DA-5057-0FF5-7D4D6FCC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Lithium-Ion-Batteries-an-Overview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0E935F0-6F07-C602-759B-317D2728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Lithium-Ion-Batteries-an-Overview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9D8A5078-E31E-9D0A-DB26-80DBD4E8A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Lithium-Ion-Batteries-an-Overview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0"/>
            <a:ext cx="9144000" cy="68580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CADDDD1C-7CEA-C659-EAFA-91E137C93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ABFC-9C8B-85A8-02BB-30086D3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A43A6ED-74BB-1BBE-0EF4-C19D270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3BFFBC-74A3-451B-CDF0-A4DFA118CA29}"/>
              </a:ext>
            </a:extLst>
          </p:cNvPr>
          <p:cNvSpPr/>
          <p:nvPr/>
        </p:nvSpPr>
        <p:spPr>
          <a:xfrm>
            <a:off x="203200" y="0"/>
            <a:ext cx="15937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Q&amp;A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122B79-E201-4032-789E-371C7431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56" y="1241752"/>
            <a:ext cx="493064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Q1.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anode material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commonly used in lithium-ion batteries?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Lead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Zinc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Graphite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Copper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c) Graphite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46DE97-EC17-1E2C-53E6-9DE55D7F8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" y="2933710"/>
            <a:ext cx="461671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Q2.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electrolyte used in lithium-ion batteries is usually: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Concentrated sulfuric acid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Potassium hydroxide solution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Organic solvent with lithium salt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Ammonium chloride paste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c) Organic solvent with lithium salt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E5CF906-8EB6-D8A6-B637-E638F777D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149693"/>
            <a:ext cx="43561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Q3.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reaction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typical lithium-ion battery during discharge.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LiCoO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₂ + C ⇌ Li₁₋ₓ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CoO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₂ +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LixC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 (where x ≈ 0.5–0.6)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(Simplified: Lithium ions move from anode to cathode.)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C055E1F2-2A08-2590-0057-B634EED94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16" y="4800184"/>
            <a:ext cx="457849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Q4.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of the major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lithium-ion batteries is: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Low voltage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Heavy weight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Memory effect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High energy density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d) High energy density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7FD1E839-A095-D2C7-BDA7-6662D9AFA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4397177"/>
            <a:ext cx="464903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Q5.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applications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lithium-ion batteries in daily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Mobile phones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Electric vehicles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(Others: Laptops, drones, power tools, etc.)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69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D324-4D3D-EA5F-4293-43A286C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72B6F43-2F77-ECE6-542B-41048C2B9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30CF-6A98-97BF-FED1-A648429CD3F4}"/>
              </a:ext>
            </a:extLst>
          </p:cNvPr>
          <p:cNvSpPr txBox="1"/>
          <p:nvPr/>
        </p:nvSpPr>
        <p:spPr>
          <a:xfrm>
            <a:off x="182880" y="292608"/>
            <a:ext cx="9400032" cy="1437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/>
              <a:t>📚 Key Takeaways: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8A18DE-F6FB-8ACF-5425-8793A6A73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3873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Lithium-ion (Li-ion) batteries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rechargeable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secondary cells known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energy density and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typical Li-ion battery uses: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Graphite anode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LiCoO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₂ (or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LiFePO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₄) cathode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Organic liquid electrolyte with lithium salt (e.g.,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LiPF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₆)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 discharge,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Li⁺ ions move from anode to cathode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releasing electrical energy.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memory effect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cycle life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charging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Compact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Disadvantages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to high temperatures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 protection circuit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cost than traditional batteries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extensively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smartphones, laptops, EVs, pacemakers, drones, and power backups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2118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629F-2CFA-F16E-94D6-EC37DA7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F6B9ED-E103-F7DA-C6B0-CD7219A5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715DD2-01D3-4E38-DD74-867A29EA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646331"/>
            <a:ext cx="283532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📚 Textbook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CA7DA4-A245-B714-43FA-189023AA3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719569"/>
              </p:ext>
            </p:extLst>
          </p:nvPr>
        </p:nvGraphicFramePr>
        <p:xfrm>
          <a:off x="736600" y="1867694"/>
          <a:ext cx="10515600" cy="4114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37739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386731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251144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44847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Author(s)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Title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Publisher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Relevant Chapter/Pages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13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P.W. Atkins &amp; Julio de Paula</a:t>
                      </a:r>
                      <a:endParaRPr lang="pt-B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Oxford University 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Ch. 19: Electrochemistry, pp. 680–690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47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Bahl &amp; Tuli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Essentials of 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S. Chand Publishing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Ch. 9: Modern Batteries, pp. 675–688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0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K.L. Kapoor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Electrochemistry &amp; Solutions (Vol. 3)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Macmillan India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Ch. 5: Secondary Cells – Li-ion, pp. 125–138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918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Sharma &amp; Kaur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Krishna Prakashan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Electrochemical Cells chapter – Li-ion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165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Gurdeep Raj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Advanced 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Goel Publishing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Section: Lithium-based batteries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502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5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603</Words>
  <Application>Microsoft Office PowerPoint</Application>
  <PresentationFormat>Widescreen</PresentationFormat>
  <Paragraphs>104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Mangla</dc:creator>
  <cp:lastModifiedBy>Divyanshi Mangla</cp:lastModifiedBy>
  <cp:revision>1</cp:revision>
  <dcterms:created xsi:type="dcterms:W3CDTF">2025-07-26T06:24:36Z</dcterms:created>
  <dcterms:modified xsi:type="dcterms:W3CDTF">2025-07-26T08:30:43Z</dcterms:modified>
</cp:coreProperties>
</file>