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95" r:id="rId2"/>
    <p:sldId id="396" r:id="rId3"/>
    <p:sldId id="405" r:id="rId4"/>
    <p:sldId id="422" r:id="rId5"/>
    <p:sldId id="406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08" r:id="rId16"/>
    <p:sldId id="419" r:id="rId17"/>
    <p:sldId id="420" r:id="rId18"/>
    <p:sldId id="42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849F2-1DA1-4DCA-95E2-856632A034B9}" v="116" dt="2025-07-26T06:07:55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ivyanshi Mangla" userId="34edbf5d-06d7-4864-825a-181c004d5073" providerId="ADAL" clId="{047849F2-1DA1-4DCA-95E2-856632A034B9}"/>
    <pc:docChg chg="undo custSel addSld delSld modSld sldOrd">
      <pc:chgData name="Dr. Divyanshi Mangla" userId="34edbf5d-06d7-4864-825a-181c004d5073" providerId="ADAL" clId="{047849F2-1DA1-4DCA-95E2-856632A034B9}" dt="2025-07-26T06:07:55.802" v="445" actId="1076"/>
      <pc:docMkLst>
        <pc:docMk/>
      </pc:docMkLst>
      <pc:sldChg chg="del">
        <pc:chgData name="Dr. Divyanshi Mangla" userId="34edbf5d-06d7-4864-825a-181c004d5073" providerId="ADAL" clId="{047849F2-1DA1-4DCA-95E2-856632A034B9}" dt="2025-07-26T04:49:14.524" v="72" actId="47"/>
        <pc:sldMkLst>
          <pc:docMk/>
          <pc:sldMk cId="3314288279" sldId="258"/>
        </pc:sldMkLst>
      </pc:sldChg>
      <pc:sldChg chg="del">
        <pc:chgData name="Dr. Divyanshi Mangla" userId="34edbf5d-06d7-4864-825a-181c004d5073" providerId="ADAL" clId="{047849F2-1DA1-4DCA-95E2-856632A034B9}" dt="2025-07-26T04:49:16.524" v="73" actId="47"/>
        <pc:sldMkLst>
          <pc:docMk/>
          <pc:sldMk cId="4118684627" sldId="259"/>
        </pc:sldMkLst>
      </pc:sldChg>
      <pc:sldChg chg="del">
        <pc:chgData name="Dr. Divyanshi Mangla" userId="34edbf5d-06d7-4864-825a-181c004d5073" providerId="ADAL" clId="{047849F2-1DA1-4DCA-95E2-856632A034B9}" dt="2025-07-26T04:49:20.906" v="75" actId="47"/>
        <pc:sldMkLst>
          <pc:docMk/>
          <pc:sldMk cId="1580281016" sldId="260"/>
        </pc:sldMkLst>
      </pc:sldChg>
      <pc:sldChg chg="modSp mod">
        <pc:chgData name="Dr. Divyanshi Mangla" userId="34edbf5d-06d7-4864-825a-181c004d5073" providerId="ADAL" clId="{047849F2-1DA1-4DCA-95E2-856632A034B9}" dt="2025-07-26T04:50:25.662" v="146" actId="20577"/>
        <pc:sldMkLst>
          <pc:docMk/>
          <pc:sldMk cId="1551643713" sldId="395"/>
        </pc:sldMkLst>
        <pc:spChg chg="mod">
          <ac:chgData name="Dr. Divyanshi Mangla" userId="34edbf5d-06d7-4864-825a-181c004d5073" providerId="ADAL" clId="{047849F2-1DA1-4DCA-95E2-856632A034B9}" dt="2025-07-26T04:32:11.258" v="48" actId="20577"/>
          <ac:spMkLst>
            <pc:docMk/>
            <pc:sldMk cId="1551643713" sldId="395"/>
            <ac:spMk id="2" creationId="{E9F80489-0B3E-B6D7-4D23-523CAF0319F8}"/>
          </ac:spMkLst>
        </pc:spChg>
        <pc:spChg chg="mod">
          <ac:chgData name="Dr. Divyanshi Mangla" userId="34edbf5d-06d7-4864-825a-181c004d5073" providerId="ADAL" clId="{047849F2-1DA1-4DCA-95E2-856632A034B9}" dt="2025-07-26T04:50:25.662" v="146" actId="20577"/>
          <ac:spMkLst>
            <pc:docMk/>
            <pc:sldMk cId="1551643713" sldId="395"/>
            <ac:spMk id="4" creationId="{7AE87B50-18B9-D467-F70C-34907A9652C5}"/>
          </ac:spMkLst>
        </pc:spChg>
      </pc:sldChg>
      <pc:sldChg chg="modSp mod">
        <pc:chgData name="Dr. Divyanshi Mangla" userId="34edbf5d-06d7-4864-825a-181c004d5073" providerId="ADAL" clId="{047849F2-1DA1-4DCA-95E2-856632A034B9}" dt="2025-07-26T04:49:07.595" v="71" actId="20577"/>
        <pc:sldMkLst>
          <pc:docMk/>
          <pc:sldMk cId="1839139080" sldId="396"/>
        </pc:sldMkLst>
        <pc:spChg chg="mod">
          <ac:chgData name="Dr. Divyanshi Mangla" userId="34edbf5d-06d7-4864-825a-181c004d5073" providerId="ADAL" clId="{047849F2-1DA1-4DCA-95E2-856632A034B9}" dt="2025-07-26T04:49:07.595" v="71" actId="20577"/>
          <ac:spMkLst>
            <pc:docMk/>
            <pc:sldMk cId="1839139080" sldId="396"/>
            <ac:spMk id="6" creationId="{C7FE91A7-EF64-E9A6-68F4-F6C5EABBEA4A}"/>
          </ac:spMkLst>
        </pc:spChg>
      </pc:sldChg>
      <pc:sldChg chg="modSp mod">
        <pc:chgData name="Dr. Divyanshi Mangla" userId="34edbf5d-06d7-4864-825a-181c004d5073" providerId="ADAL" clId="{047849F2-1DA1-4DCA-95E2-856632A034B9}" dt="2025-07-26T04:50:12.834" v="145" actId="20577"/>
        <pc:sldMkLst>
          <pc:docMk/>
          <pc:sldMk cId="3060683144" sldId="405"/>
        </pc:sldMkLst>
        <pc:spChg chg="mod">
          <ac:chgData name="Dr. Divyanshi Mangla" userId="34edbf5d-06d7-4864-825a-181c004d5073" providerId="ADAL" clId="{047849F2-1DA1-4DCA-95E2-856632A034B9}" dt="2025-07-26T04:50:12.834" v="145" actId="20577"/>
          <ac:spMkLst>
            <pc:docMk/>
            <pc:sldMk cId="3060683144" sldId="405"/>
            <ac:spMk id="6" creationId="{B5C909BE-9726-8848-9A71-19F72CDF3C0E}"/>
          </ac:spMkLst>
        </pc:spChg>
      </pc:sldChg>
      <pc:sldChg chg="addSp delSp modSp mod">
        <pc:chgData name="Dr. Divyanshi Mangla" userId="34edbf5d-06d7-4864-825a-181c004d5073" providerId="ADAL" clId="{047849F2-1DA1-4DCA-95E2-856632A034B9}" dt="2025-07-26T05:01:12.598" v="307" actId="1076"/>
        <pc:sldMkLst>
          <pc:docMk/>
          <pc:sldMk cId="2443564210" sldId="406"/>
        </pc:sldMkLst>
        <pc:spChg chg="del">
          <ac:chgData name="Dr. Divyanshi Mangla" userId="34edbf5d-06d7-4864-825a-181c004d5073" providerId="ADAL" clId="{047849F2-1DA1-4DCA-95E2-856632A034B9}" dt="2025-07-26T04:50:48.313" v="149" actId="478"/>
          <ac:spMkLst>
            <pc:docMk/>
            <pc:sldMk cId="2443564210" sldId="406"/>
            <ac:spMk id="3" creationId="{2170E999-683B-7341-03EB-B731BFD89CE2}"/>
          </ac:spMkLst>
        </pc:spChg>
        <pc:spChg chg="del">
          <ac:chgData name="Dr. Divyanshi Mangla" userId="34edbf5d-06d7-4864-825a-181c004d5073" providerId="ADAL" clId="{047849F2-1DA1-4DCA-95E2-856632A034B9}" dt="2025-07-26T04:50:46.569" v="148" actId="478"/>
          <ac:spMkLst>
            <pc:docMk/>
            <pc:sldMk cId="2443564210" sldId="406"/>
            <ac:spMk id="5" creationId="{B00BD37E-C993-1B82-DE6A-C5050670AA50}"/>
          </ac:spMkLst>
        </pc:spChg>
        <pc:picChg chg="mod">
          <ac:chgData name="Dr. Divyanshi Mangla" userId="34edbf5d-06d7-4864-825a-181c004d5073" providerId="ADAL" clId="{047849F2-1DA1-4DCA-95E2-856632A034B9}" dt="2025-07-26T05:01:12.598" v="307" actId="1076"/>
          <ac:picMkLst>
            <pc:docMk/>
            <pc:sldMk cId="2443564210" sldId="406"/>
            <ac:picMk id="2" creationId="{6D6D281F-0012-5716-5DB5-19229AB1BACC}"/>
          </ac:picMkLst>
        </pc:picChg>
        <pc:picChg chg="add mod">
          <ac:chgData name="Dr. Divyanshi Mangla" userId="34edbf5d-06d7-4864-825a-181c004d5073" providerId="ADAL" clId="{047849F2-1DA1-4DCA-95E2-856632A034B9}" dt="2025-07-26T05:01:03.481" v="306" actId="14100"/>
          <ac:picMkLst>
            <pc:docMk/>
            <pc:sldMk cId="2443564210" sldId="406"/>
            <ac:picMk id="4" creationId="{ACCC6B92-F67A-A2D6-2CE3-5886A4CA0133}"/>
          </ac:picMkLst>
        </pc:picChg>
        <pc:picChg chg="add mod ord">
          <ac:chgData name="Dr. Divyanshi Mangla" userId="34edbf5d-06d7-4864-825a-181c004d5073" providerId="ADAL" clId="{047849F2-1DA1-4DCA-95E2-856632A034B9}" dt="2025-07-26T05:00:32.660" v="301" actId="167"/>
          <ac:picMkLst>
            <pc:docMk/>
            <pc:sldMk cId="2443564210" sldId="406"/>
            <ac:picMk id="6" creationId="{F3FB2C0F-0B86-C711-4EC7-75C3E43E279D}"/>
          </ac:picMkLst>
        </pc:picChg>
      </pc:sldChg>
      <pc:sldChg chg="del">
        <pc:chgData name="Dr. Divyanshi Mangla" userId="34edbf5d-06d7-4864-825a-181c004d5073" providerId="ADAL" clId="{047849F2-1DA1-4DCA-95E2-856632A034B9}" dt="2025-07-26T04:49:19.124" v="74" actId="47"/>
        <pc:sldMkLst>
          <pc:docMk/>
          <pc:sldMk cId="2855868911" sldId="407"/>
        </pc:sldMkLst>
      </pc:sldChg>
      <pc:sldChg chg="addSp delSp modSp mod ord">
        <pc:chgData name="Dr. Divyanshi Mangla" userId="34edbf5d-06d7-4864-825a-181c004d5073" providerId="ADAL" clId="{047849F2-1DA1-4DCA-95E2-856632A034B9}" dt="2025-07-26T06:02:20.411" v="392" actId="255"/>
        <pc:sldMkLst>
          <pc:docMk/>
          <pc:sldMk cId="3461469184" sldId="408"/>
        </pc:sldMkLst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4" creationId="{A94193A7-2D5A-4E16-4696-68D2E569FADA}"/>
          </ac:spMkLst>
        </pc:spChg>
        <pc:spChg chg="del">
          <ac:chgData name="Dr. Divyanshi Mangla" userId="34edbf5d-06d7-4864-825a-181c004d5073" providerId="ADAL" clId="{047849F2-1DA1-4DCA-95E2-856632A034B9}" dt="2025-07-26T05:03:51.674" v="315" actId="478"/>
          <ac:spMkLst>
            <pc:docMk/>
            <pc:sldMk cId="3461469184" sldId="408"/>
            <ac:spMk id="5" creationId="{15FAEE1A-5C3C-521C-523E-DAD31410A4B9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6" creationId="{291C940C-CBAC-F61B-73F0-FA4B2089892D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7" creationId="{B4B83E20-3024-4209-C222-374A2EE36295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8" creationId="{D4F15595-0D59-8A5E-E3FE-6899E7EACC41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9" creationId="{B2D87B9E-C57A-5353-667F-BABBA9509C34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10" creationId="{8F699BCA-4A7C-EFAC-5CA3-378E3E7DEA7B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11" creationId="{6FB86636-37AB-EEF3-02BA-65F5066BD3E5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12" creationId="{01D9249F-7A7D-EC83-AEE2-DB592810DE74}"/>
          </ac:spMkLst>
        </pc:spChg>
        <pc:spChg chg="add del mod">
          <ac:chgData name="Dr. Divyanshi Mangla" userId="34edbf5d-06d7-4864-825a-181c004d5073" providerId="ADAL" clId="{047849F2-1DA1-4DCA-95E2-856632A034B9}" dt="2025-07-26T06:00:47.804" v="365" actId="478"/>
          <ac:spMkLst>
            <pc:docMk/>
            <pc:sldMk cId="3461469184" sldId="408"/>
            <ac:spMk id="13" creationId="{CF243540-76FB-1293-935D-3553667130A5}"/>
          </ac:spMkLst>
        </pc:spChg>
        <pc:spChg chg="add mod">
          <ac:chgData name="Dr. Divyanshi Mangla" userId="34edbf5d-06d7-4864-825a-181c004d5073" providerId="ADAL" clId="{047849F2-1DA1-4DCA-95E2-856632A034B9}" dt="2025-07-26T06:01:20.193" v="378" actId="404"/>
          <ac:spMkLst>
            <pc:docMk/>
            <pc:sldMk cId="3461469184" sldId="408"/>
            <ac:spMk id="14" creationId="{D97C8566-0145-C9A8-0727-D720D5FECC11}"/>
          </ac:spMkLst>
        </pc:spChg>
        <pc:spChg chg="add mod">
          <ac:chgData name="Dr. Divyanshi Mangla" userId="34edbf5d-06d7-4864-825a-181c004d5073" providerId="ADAL" clId="{047849F2-1DA1-4DCA-95E2-856632A034B9}" dt="2025-07-26T06:01:48.615" v="388" actId="404"/>
          <ac:spMkLst>
            <pc:docMk/>
            <pc:sldMk cId="3461469184" sldId="408"/>
            <ac:spMk id="15" creationId="{6A7D2D17-93DB-E0F1-02CD-5C43A1346AB4}"/>
          </ac:spMkLst>
        </pc:spChg>
        <pc:spChg chg="add mod">
          <ac:chgData name="Dr. Divyanshi Mangla" userId="34edbf5d-06d7-4864-825a-181c004d5073" providerId="ADAL" clId="{047849F2-1DA1-4DCA-95E2-856632A034B9}" dt="2025-07-26T06:02:20.411" v="392" actId="255"/>
          <ac:spMkLst>
            <pc:docMk/>
            <pc:sldMk cId="3461469184" sldId="408"/>
            <ac:spMk id="16" creationId="{6F0D3255-AC15-B0DE-FDD9-FBD02B6C5D4B}"/>
          </ac:spMkLst>
        </pc:spChg>
      </pc:sldChg>
      <pc:sldChg chg="add del">
        <pc:chgData name="Dr. Divyanshi Mangla" userId="34edbf5d-06d7-4864-825a-181c004d5073" providerId="ADAL" clId="{047849F2-1DA1-4DCA-95E2-856632A034B9}" dt="2025-07-26T04:50:54.915" v="152" actId="47"/>
        <pc:sldMkLst>
          <pc:docMk/>
          <pc:sldMk cId="1625572572" sldId="409"/>
        </pc:sldMkLst>
      </pc:sldChg>
      <pc:sldChg chg="addSp modSp add mod setBg">
        <pc:chgData name="Dr. Divyanshi Mangla" userId="34edbf5d-06d7-4864-825a-181c004d5073" providerId="ADAL" clId="{047849F2-1DA1-4DCA-95E2-856632A034B9}" dt="2025-07-26T05:01:45.216" v="311" actId="1076"/>
        <pc:sldMkLst>
          <pc:docMk/>
          <pc:sldMk cId="1050644436" sldId="410"/>
        </pc:sldMkLst>
        <pc:picChg chg="mod">
          <ac:chgData name="Dr. Divyanshi Mangla" userId="34edbf5d-06d7-4864-825a-181c004d5073" providerId="ADAL" clId="{047849F2-1DA1-4DCA-95E2-856632A034B9}" dt="2025-07-26T04:53:14.785" v="157" actId="26606"/>
          <ac:picMkLst>
            <pc:docMk/>
            <pc:sldMk cId="1050644436" sldId="410"/>
            <ac:picMk id="2" creationId="{CE8E0F7A-9654-C3FD-B6C1-3B271BEAE879}"/>
          </ac:picMkLst>
        </pc:picChg>
        <pc:picChg chg="add mod">
          <ac:chgData name="Dr. Divyanshi Mangla" userId="34edbf5d-06d7-4864-825a-181c004d5073" providerId="ADAL" clId="{047849F2-1DA1-4DCA-95E2-856632A034B9}" dt="2025-07-26T05:01:45.216" v="311" actId="1076"/>
          <ac:picMkLst>
            <pc:docMk/>
            <pc:sldMk cId="1050644436" sldId="410"/>
            <ac:picMk id="3" creationId="{1CB373F9-1D99-B945-04B6-A8BEF4400F49}"/>
          </ac:picMkLst>
        </pc:picChg>
      </pc:sldChg>
      <pc:sldChg chg="addSp delSp modSp add mod setBg">
        <pc:chgData name="Dr. Divyanshi Mangla" userId="34edbf5d-06d7-4864-825a-181c004d5073" providerId="ADAL" clId="{047849F2-1DA1-4DCA-95E2-856632A034B9}" dt="2025-07-26T05:01:35.839" v="310" actId="14100"/>
        <pc:sldMkLst>
          <pc:docMk/>
          <pc:sldMk cId="3761373081" sldId="411"/>
        </pc:sldMkLst>
        <pc:spChg chg="add del">
          <ac:chgData name="Dr. Divyanshi Mangla" userId="34edbf5d-06d7-4864-825a-181c004d5073" providerId="ADAL" clId="{047849F2-1DA1-4DCA-95E2-856632A034B9}" dt="2025-07-26T04:54:00.974" v="164" actId="26606"/>
          <ac:spMkLst>
            <pc:docMk/>
            <pc:sldMk cId="3761373081" sldId="411"/>
            <ac:spMk id="8" creationId="{D99D2C73-08B0-4F6B-A8E9-4651E6BDBE48}"/>
          </ac:spMkLst>
        </pc:spChg>
        <pc:spChg chg="add del">
          <ac:chgData name="Dr. Divyanshi Mangla" userId="34edbf5d-06d7-4864-825a-181c004d5073" providerId="ADAL" clId="{047849F2-1DA1-4DCA-95E2-856632A034B9}" dt="2025-07-26T04:54:00.974" v="164" actId="26606"/>
          <ac:spMkLst>
            <pc:docMk/>
            <pc:sldMk cId="3761373081" sldId="411"/>
            <ac:spMk id="10" creationId="{968DB88C-7EF2-487C-85D1-848F61F13E3F}"/>
          </ac:spMkLst>
        </pc:spChg>
        <pc:picChg chg="mod">
          <ac:chgData name="Dr. Divyanshi Mangla" userId="34edbf5d-06d7-4864-825a-181c004d5073" providerId="ADAL" clId="{047849F2-1DA1-4DCA-95E2-856632A034B9}" dt="2025-07-26T04:54:00.974" v="164" actId="26606"/>
          <ac:picMkLst>
            <pc:docMk/>
            <pc:sldMk cId="3761373081" sldId="411"/>
            <ac:picMk id="2" creationId="{FF02F234-878B-B457-40B0-D112CA91B477}"/>
          </ac:picMkLst>
        </pc:picChg>
        <pc:picChg chg="add mod">
          <ac:chgData name="Dr. Divyanshi Mangla" userId="34edbf5d-06d7-4864-825a-181c004d5073" providerId="ADAL" clId="{047849F2-1DA1-4DCA-95E2-856632A034B9}" dt="2025-07-26T05:01:35.839" v="310" actId="14100"/>
          <ac:picMkLst>
            <pc:docMk/>
            <pc:sldMk cId="3761373081" sldId="411"/>
            <ac:picMk id="3" creationId="{D1CC6BE7-2D4D-C9AE-9FC6-37DDC352DF27}"/>
          </ac:picMkLst>
        </pc:picChg>
      </pc:sldChg>
      <pc:sldChg chg="addSp modSp add mod">
        <pc:chgData name="Dr. Divyanshi Mangla" userId="34edbf5d-06d7-4864-825a-181c004d5073" providerId="ADAL" clId="{047849F2-1DA1-4DCA-95E2-856632A034B9}" dt="2025-07-26T05:01:50.623" v="312" actId="1076"/>
        <pc:sldMkLst>
          <pc:docMk/>
          <pc:sldMk cId="3452310048" sldId="412"/>
        </pc:sldMkLst>
        <pc:picChg chg="add mod">
          <ac:chgData name="Dr. Divyanshi Mangla" userId="34edbf5d-06d7-4864-825a-181c004d5073" providerId="ADAL" clId="{047849F2-1DA1-4DCA-95E2-856632A034B9}" dt="2025-07-26T05:01:50.623" v="312" actId="1076"/>
          <ac:picMkLst>
            <pc:docMk/>
            <pc:sldMk cId="3452310048" sldId="412"/>
            <ac:picMk id="3" creationId="{638AE9FB-3358-133D-E301-98D38962C3FF}"/>
          </ac:picMkLst>
        </pc:picChg>
      </pc:sldChg>
      <pc:sldChg chg="addSp delSp modSp add mod setBg">
        <pc:chgData name="Dr. Divyanshi Mangla" userId="34edbf5d-06d7-4864-825a-181c004d5073" providerId="ADAL" clId="{047849F2-1DA1-4DCA-95E2-856632A034B9}" dt="2025-07-26T04:55:56.529" v="175" actId="1037"/>
        <pc:sldMkLst>
          <pc:docMk/>
          <pc:sldMk cId="243582654" sldId="413"/>
        </pc:sldMkLst>
        <pc:spChg chg="add del">
          <ac:chgData name="Dr. Divyanshi Mangla" userId="34edbf5d-06d7-4864-825a-181c004d5073" providerId="ADAL" clId="{047849F2-1DA1-4DCA-95E2-856632A034B9}" dt="2025-07-26T04:55:37.958" v="168" actId="26606"/>
          <ac:spMkLst>
            <pc:docMk/>
            <pc:sldMk cId="243582654" sldId="413"/>
            <ac:spMk id="8" creationId="{9E90EB45-EEE9-4563-8179-65EF62AE0978}"/>
          </ac:spMkLst>
        </pc:spChg>
        <pc:spChg chg="add del">
          <ac:chgData name="Dr. Divyanshi Mangla" userId="34edbf5d-06d7-4864-825a-181c004d5073" providerId="ADAL" clId="{047849F2-1DA1-4DCA-95E2-856632A034B9}" dt="2025-07-26T04:55:37.958" v="168" actId="26606"/>
          <ac:spMkLst>
            <pc:docMk/>
            <pc:sldMk cId="243582654" sldId="413"/>
            <ac:spMk id="10" creationId="{23D0EF74-AD1E-4FD9-914D-8EC9058EBBA3}"/>
          </ac:spMkLst>
        </pc:spChg>
        <pc:picChg chg="mod ord">
          <ac:chgData name="Dr. Divyanshi Mangla" userId="34edbf5d-06d7-4864-825a-181c004d5073" providerId="ADAL" clId="{047849F2-1DA1-4DCA-95E2-856632A034B9}" dt="2025-07-26T04:55:37.958" v="168" actId="26606"/>
          <ac:picMkLst>
            <pc:docMk/>
            <pc:sldMk cId="243582654" sldId="413"/>
            <ac:picMk id="2" creationId="{8BC335A2-F2C3-2339-39C0-B6CD3F6E75A4}"/>
          </ac:picMkLst>
        </pc:picChg>
        <pc:picChg chg="add mod">
          <ac:chgData name="Dr. Divyanshi Mangla" userId="34edbf5d-06d7-4864-825a-181c004d5073" providerId="ADAL" clId="{047849F2-1DA1-4DCA-95E2-856632A034B9}" dt="2025-07-26T04:55:56.529" v="175" actId="1037"/>
          <ac:picMkLst>
            <pc:docMk/>
            <pc:sldMk cId="243582654" sldId="413"/>
            <ac:picMk id="3" creationId="{1A15CD14-D497-431C-F6E6-24DB231DCD81}"/>
          </ac:picMkLst>
        </pc:picChg>
      </pc:sldChg>
      <pc:sldChg chg="addSp modSp add mod">
        <pc:chgData name="Dr. Divyanshi Mangla" userId="34edbf5d-06d7-4864-825a-181c004d5073" providerId="ADAL" clId="{047849F2-1DA1-4DCA-95E2-856632A034B9}" dt="2025-07-26T04:56:37.943" v="262" actId="1076"/>
        <pc:sldMkLst>
          <pc:docMk/>
          <pc:sldMk cId="1740222664" sldId="414"/>
        </pc:sldMkLst>
        <pc:picChg chg="add mod">
          <ac:chgData name="Dr. Divyanshi Mangla" userId="34edbf5d-06d7-4864-825a-181c004d5073" providerId="ADAL" clId="{047849F2-1DA1-4DCA-95E2-856632A034B9}" dt="2025-07-26T04:56:37.943" v="262" actId="1076"/>
          <ac:picMkLst>
            <pc:docMk/>
            <pc:sldMk cId="1740222664" sldId="414"/>
            <ac:picMk id="3" creationId="{711F8666-7B59-E49B-1082-343D25708159}"/>
          </ac:picMkLst>
        </pc:picChg>
      </pc:sldChg>
      <pc:sldChg chg="addSp modSp add mod">
        <pc:chgData name="Dr. Divyanshi Mangla" userId="34edbf5d-06d7-4864-825a-181c004d5073" providerId="ADAL" clId="{047849F2-1DA1-4DCA-95E2-856632A034B9}" dt="2025-07-26T04:57:14.487" v="268" actId="1076"/>
        <pc:sldMkLst>
          <pc:docMk/>
          <pc:sldMk cId="2531401148" sldId="415"/>
        </pc:sldMkLst>
        <pc:picChg chg="add mod">
          <ac:chgData name="Dr. Divyanshi Mangla" userId="34edbf5d-06d7-4864-825a-181c004d5073" providerId="ADAL" clId="{047849F2-1DA1-4DCA-95E2-856632A034B9}" dt="2025-07-26T04:57:14.487" v="268" actId="1076"/>
          <ac:picMkLst>
            <pc:docMk/>
            <pc:sldMk cId="2531401148" sldId="415"/>
            <ac:picMk id="3" creationId="{2EB6561C-DE3D-C759-F98B-37B40426B114}"/>
          </ac:picMkLst>
        </pc:picChg>
      </pc:sldChg>
      <pc:sldChg chg="addSp delSp modSp add mod setBg">
        <pc:chgData name="Dr. Divyanshi Mangla" userId="34edbf5d-06d7-4864-825a-181c004d5073" providerId="ADAL" clId="{047849F2-1DA1-4DCA-95E2-856632A034B9}" dt="2025-07-26T04:58:09.713" v="275" actId="1076"/>
        <pc:sldMkLst>
          <pc:docMk/>
          <pc:sldMk cId="2713655526" sldId="416"/>
        </pc:sldMkLst>
        <pc:spChg chg="add del">
          <ac:chgData name="Dr. Divyanshi Mangla" userId="34edbf5d-06d7-4864-825a-181c004d5073" providerId="ADAL" clId="{047849F2-1DA1-4DCA-95E2-856632A034B9}" dt="2025-07-26T04:57:47.432" v="271" actId="26606"/>
          <ac:spMkLst>
            <pc:docMk/>
            <pc:sldMk cId="2713655526" sldId="416"/>
            <ac:spMk id="8" creationId="{9E90EB45-EEE9-4563-8179-65EF62AE0978}"/>
          </ac:spMkLst>
        </pc:spChg>
        <pc:spChg chg="add del">
          <ac:chgData name="Dr. Divyanshi Mangla" userId="34edbf5d-06d7-4864-825a-181c004d5073" providerId="ADAL" clId="{047849F2-1DA1-4DCA-95E2-856632A034B9}" dt="2025-07-26T04:57:47.432" v="271" actId="26606"/>
          <ac:spMkLst>
            <pc:docMk/>
            <pc:sldMk cId="2713655526" sldId="416"/>
            <ac:spMk id="10" creationId="{23D0EF74-AD1E-4FD9-914D-8EC9058EBBA3}"/>
          </ac:spMkLst>
        </pc:spChg>
        <pc:picChg chg="mod ord">
          <ac:chgData name="Dr. Divyanshi Mangla" userId="34edbf5d-06d7-4864-825a-181c004d5073" providerId="ADAL" clId="{047849F2-1DA1-4DCA-95E2-856632A034B9}" dt="2025-07-26T04:57:47.432" v="271" actId="26606"/>
          <ac:picMkLst>
            <pc:docMk/>
            <pc:sldMk cId="2713655526" sldId="416"/>
            <ac:picMk id="2" creationId="{1E2FCB67-716B-F038-0A9F-5B0BB343E68C}"/>
          </ac:picMkLst>
        </pc:picChg>
        <pc:picChg chg="add del mod">
          <ac:chgData name="Dr. Divyanshi Mangla" userId="34edbf5d-06d7-4864-825a-181c004d5073" providerId="ADAL" clId="{047849F2-1DA1-4DCA-95E2-856632A034B9}" dt="2025-07-26T04:58:00.338" v="273" actId="478"/>
          <ac:picMkLst>
            <pc:docMk/>
            <pc:sldMk cId="2713655526" sldId="416"/>
            <ac:picMk id="3" creationId="{762A8A1E-1D33-6BBC-736D-432136589167}"/>
          </ac:picMkLst>
        </pc:picChg>
        <pc:picChg chg="add mod">
          <ac:chgData name="Dr. Divyanshi Mangla" userId="34edbf5d-06d7-4864-825a-181c004d5073" providerId="ADAL" clId="{047849F2-1DA1-4DCA-95E2-856632A034B9}" dt="2025-07-26T04:58:09.713" v="275" actId="1076"/>
          <ac:picMkLst>
            <pc:docMk/>
            <pc:sldMk cId="2713655526" sldId="416"/>
            <ac:picMk id="4" creationId="{0A8C784F-55C5-51BC-50FB-E32725B343A5}"/>
          </ac:picMkLst>
        </pc:picChg>
      </pc:sldChg>
      <pc:sldChg chg="addSp modSp add mod">
        <pc:chgData name="Dr. Divyanshi Mangla" userId="34edbf5d-06d7-4864-825a-181c004d5073" providerId="ADAL" clId="{047849F2-1DA1-4DCA-95E2-856632A034B9}" dt="2025-07-26T04:58:58.784" v="297" actId="1076"/>
        <pc:sldMkLst>
          <pc:docMk/>
          <pc:sldMk cId="2851434369" sldId="417"/>
        </pc:sldMkLst>
        <pc:picChg chg="add mod">
          <ac:chgData name="Dr. Divyanshi Mangla" userId="34edbf5d-06d7-4864-825a-181c004d5073" providerId="ADAL" clId="{047849F2-1DA1-4DCA-95E2-856632A034B9}" dt="2025-07-26T04:58:58.784" v="297" actId="1076"/>
          <ac:picMkLst>
            <pc:docMk/>
            <pc:sldMk cId="2851434369" sldId="417"/>
            <ac:picMk id="3" creationId="{7F03DCBE-F9FE-E136-07D5-84BF335DAC41}"/>
          </ac:picMkLst>
        </pc:picChg>
      </pc:sldChg>
      <pc:sldChg chg="add del">
        <pc:chgData name="Dr. Divyanshi Mangla" userId="34edbf5d-06d7-4864-825a-181c004d5073" providerId="ADAL" clId="{047849F2-1DA1-4DCA-95E2-856632A034B9}" dt="2025-07-26T04:58:39.770" v="291"/>
        <pc:sldMkLst>
          <pc:docMk/>
          <pc:sldMk cId="132754708" sldId="418"/>
        </pc:sldMkLst>
      </pc:sldChg>
      <pc:sldChg chg="addSp modSp add mod">
        <pc:chgData name="Dr. Divyanshi Mangla" userId="34edbf5d-06d7-4864-825a-181c004d5073" providerId="ADAL" clId="{047849F2-1DA1-4DCA-95E2-856632A034B9}" dt="2025-07-26T04:59:11.265" v="299" actId="1076"/>
        <pc:sldMkLst>
          <pc:docMk/>
          <pc:sldMk cId="2559325736" sldId="418"/>
        </pc:sldMkLst>
        <pc:picChg chg="add mod">
          <ac:chgData name="Dr. Divyanshi Mangla" userId="34edbf5d-06d7-4864-825a-181c004d5073" providerId="ADAL" clId="{047849F2-1DA1-4DCA-95E2-856632A034B9}" dt="2025-07-26T04:59:11.265" v="299" actId="1076"/>
          <ac:picMkLst>
            <pc:docMk/>
            <pc:sldMk cId="2559325736" sldId="418"/>
            <ac:picMk id="3" creationId="{F00C822A-B606-401A-32DF-BB108814EBD2}"/>
          </ac:picMkLst>
        </pc:picChg>
      </pc:sldChg>
      <pc:sldChg chg="addSp delSp modSp add mod">
        <pc:chgData name="Dr. Divyanshi Mangla" userId="34edbf5d-06d7-4864-825a-181c004d5073" providerId="ADAL" clId="{047849F2-1DA1-4DCA-95E2-856632A034B9}" dt="2025-07-26T06:05:01.434" v="414" actId="1076"/>
        <pc:sldMkLst>
          <pc:docMk/>
          <pc:sldMk cId="278459223" sldId="419"/>
        </pc:sldMkLst>
        <pc:spChg chg="add del mod">
          <ac:chgData name="Dr. Divyanshi Mangla" userId="34edbf5d-06d7-4864-825a-181c004d5073" providerId="ADAL" clId="{047849F2-1DA1-4DCA-95E2-856632A034B9}" dt="2025-07-26T05:59:43.103" v="350" actId="478"/>
          <ac:spMkLst>
            <pc:docMk/>
            <pc:sldMk cId="278459223" sldId="419"/>
            <ac:spMk id="3" creationId="{394A9B52-553C-7217-33D8-636B73AE816C}"/>
          </ac:spMkLst>
        </pc:spChg>
        <pc:spChg chg="add del mod">
          <ac:chgData name="Dr. Divyanshi Mangla" userId="34edbf5d-06d7-4864-825a-181c004d5073" providerId="ADAL" clId="{047849F2-1DA1-4DCA-95E2-856632A034B9}" dt="2025-07-26T05:59:58.737" v="354" actId="478"/>
          <ac:spMkLst>
            <pc:docMk/>
            <pc:sldMk cId="278459223" sldId="419"/>
            <ac:spMk id="4" creationId="{F395E61A-7E84-25D0-4B3E-EE7257FADD06}"/>
          </ac:spMkLst>
        </pc:spChg>
        <pc:spChg chg="add del mod">
          <ac:chgData name="Dr. Divyanshi Mangla" userId="34edbf5d-06d7-4864-825a-181c004d5073" providerId="ADAL" clId="{047849F2-1DA1-4DCA-95E2-856632A034B9}" dt="2025-07-26T05:59:52.218" v="351" actId="478"/>
          <ac:spMkLst>
            <pc:docMk/>
            <pc:sldMk cId="278459223" sldId="419"/>
            <ac:spMk id="5" creationId="{4D50EBDA-7F07-7DB7-5875-7D35DD807B52}"/>
          </ac:spMkLst>
        </pc:spChg>
        <pc:spChg chg="add del mod">
          <ac:chgData name="Dr. Divyanshi Mangla" userId="34edbf5d-06d7-4864-825a-181c004d5073" providerId="ADAL" clId="{047849F2-1DA1-4DCA-95E2-856632A034B9}" dt="2025-07-26T05:59:57.588" v="353" actId="478"/>
          <ac:spMkLst>
            <pc:docMk/>
            <pc:sldMk cId="278459223" sldId="419"/>
            <ac:spMk id="6" creationId="{D2C49A87-EA03-4950-06A9-D5FEB2EAEC69}"/>
          </ac:spMkLst>
        </pc:spChg>
        <pc:spChg chg="add del mod">
          <ac:chgData name="Dr. Divyanshi Mangla" userId="34edbf5d-06d7-4864-825a-181c004d5073" providerId="ADAL" clId="{047849F2-1DA1-4DCA-95E2-856632A034B9}" dt="2025-07-26T05:59:53.970" v="352" actId="478"/>
          <ac:spMkLst>
            <pc:docMk/>
            <pc:sldMk cId="278459223" sldId="419"/>
            <ac:spMk id="7" creationId="{AB85D614-C7FF-0434-6308-7D535CD677D5}"/>
          </ac:spMkLst>
        </pc:spChg>
        <pc:spChg chg="add del mod">
          <ac:chgData name="Dr. Divyanshi Mangla" userId="34edbf5d-06d7-4864-825a-181c004d5073" providerId="ADAL" clId="{047849F2-1DA1-4DCA-95E2-856632A034B9}" dt="2025-07-26T06:00:04.627" v="357" actId="478"/>
          <ac:spMkLst>
            <pc:docMk/>
            <pc:sldMk cId="278459223" sldId="419"/>
            <ac:spMk id="8" creationId="{84B58B8B-59C2-11F2-E24C-A796F65AB37B}"/>
          </ac:spMkLst>
        </pc:spChg>
        <pc:spChg chg="add del mod">
          <ac:chgData name="Dr. Divyanshi Mangla" userId="34edbf5d-06d7-4864-825a-181c004d5073" providerId="ADAL" clId="{047849F2-1DA1-4DCA-95E2-856632A034B9}" dt="2025-07-26T06:00:52.731" v="367" actId="478"/>
          <ac:spMkLst>
            <pc:docMk/>
            <pc:sldMk cId="278459223" sldId="419"/>
            <ac:spMk id="9" creationId="{F0F906F4-D232-405E-AD8F-66022DACBC27}"/>
          </ac:spMkLst>
        </pc:spChg>
        <pc:spChg chg="add del mod">
          <ac:chgData name="Dr. Divyanshi Mangla" userId="34edbf5d-06d7-4864-825a-181c004d5073" providerId="ADAL" clId="{047849F2-1DA1-4DCA-95E2-856632A034B9}" dt="2025-07-26T06:00:20.986" v="362" actId="478"/>
          <ac:spMkLst>
            <pc:docMk/>
            <pc:sldMk cId="278459223" sldId="419"/>
            <ac:spMk id="10" creationId="{8F9D3634-2CCB-0B11-BAAF-C51C979046A4}"/>
          </ac:spMkLst>
        </pc:spChg>
        <pc:spChg chg="add del mod">
          <ac:chgData name="Dr. Divyanshi Mangla" userId="34edbf5d-06d7-4864-825a-181c004d5073" providerId="ADAL" clId="{047849F2-1DA1-4DCA-95E2-856632A034B9}" dt="2025-07-26T06:00:55.569" v="369" actId="478"/>
          <ac:spMkLst>
            <pc:docMk/>
            <pc:sldMk cId="278459223" sldId="419"/>
            <ac:spMk id="11" creationId="{9CADABD4-092A-DECE-DFD6-A48B37AA1BFD}"/>
          </ac:spMkLst>
        </pc:spChg>
        <pc:spChg chg="add mod">
          <ac:chgData name="Dr. Divyanshi Mangla" userId="34edbf5d-06d7-4864-825a-181c004d5073" providerId="ADAL" clId="{047849F2-1DA1-4DCA-95E2-856632A034B9}" dt="2025-07-26T06:05:01.434" v="414" actId="1076"/>
          <ac:spMkLst>
            <pc:docMk/>
            <pc:sldMk cId="278459223" sldId="419"/>
            <ac:spMk id="12" creationId="{3C312B42-7AC6-594B-A698-AE4D7F7E4423}"/>
          </ac:spMkLst>
        </pc:spChg>
        <pc:spChg chg="add mod">
          <ac:chgData name="Dr. Divyanshi Mangla" userId="34edbf5d-06d7-4864-825a-181c004d5073" providerId="ADAL" clId="{047849F2-1DA1-4DCA-95E2-856632A034B9}" dt="2025-07-26T06:04:58.755" v="413" actId="1076"/>
          <ac:spMkLst>
            <pc:docMk/>
            <pc:sldMk cId="278459223" sldId="419"/>
            <ac:spMk id="13" creationId="{174A392D-FB62-0A16-E49D-761B3DE7B59C}"/>
          </ac:spMkLst>
        </pc:spChg>
      </pc:sldChg>
      <pc:sldChg chg="add del">
        <pc:chgData name="Dr. Divyanshi Mangla" userId="34edbf5d-06d7-4864-825a-181c004d5073" providerId="ADAL" clId="{047849F2-1DA1-4DCA-95E2-856632A034B9}" dt="2025-07-26T04:58:38.937" v="290"/>
        <pc:sldMkLst>
          <pc:docMk/>
          <pc:sldMk cId="2403669903" sldId="419"/>
        </pc:sldMkLst>
      </pc:sldChg>
      <pc:sldChg chg="addSp modSp add mod">
        <pc:chgData name="Dr. Divyanshi Mangla" userId="34edbf5d-06d7-4864-825a-181c004d5073" providerId="ADAL" clId="{047849F2-1DA1-4DCA-95E2-856632A034B9}" dt="2025-07-26T06:04:38.684" v="412" actId="947"/>
        <pc:sldMkLst>
          <pc:docMk/>
          <pc:sldMk cId="582118690" sldId="420"/>
        </pc:sldMkLst>
        <pc:spChg chg="add mod">
          <ac:chgData name="Dr. Divyanshi Mangla" userId="34edbf5d-06d7-4864-825a-181c004d5073" providerId="ADAL" clId="{047849F2-1DA1-4DCA-95E2-856632A034B9}" dt="2025-07-26T06:04:38.684" v="412" actId="947"/>
          <ac:spMkLst>
            <pc:docMk/>
            <pc:sldMk cId="582118690" sldId="420"/>
            <ac:spMk id="4" creationId="{F08930CF-6A98-97BF-FED1-A648429CD3F4}"/>
          </ac:spMkLst>
        </pc:spChg>
        <pc:picChg chg="add mod">
          <ac:chgData name="Dr. Divyanshi Mangla" userId="34edbf5d-06d7-4864-825a-181c004d5073" providerId="ADAL" clId="{047849F2-1DA1-4DCA-95E2-856632A034B9}" dt="2025-07-26T06:04:20.843" v="410" actId="1076"/>
          <ac:picMkLst>
            <pc:docMk/>
            <pc:sldMk cId="582118690" sldId="420"/>
            <ac:picMk id="6" creationId="{25415386-B26C-6E14-771E-1371B71894A8}"/>
          </ac:picMkLst>
        </pc:picChg>
      </pc:sldChg>
      <pc:sldChg chg="add del">
        <pc:chgData name="Dr. Divyanshi Mangla" userId="34edbf5d-06d7-4864-825a-181c004d5073" providerId="ADAL" clId="{047849F2-1DA1-4DCA-95E2-856632A034B9}" dt="2025-07-26T04:58:38.019" v="289"/>
        <pc:sldMkLst>
          <pc:docMk/>
          <pc:sldMk cId="3211979274" sldId="420"/>
        </pc:sldMkLst>
      </pc:sldChg>
      <pc:sldChg chg="addSp delSp modSp add mod">
        <pc:chgData name="Dr. Divyanshi Mangla" userId="34edbf5d-06d7-4864-825a-181c004d5073" providerId="ADAL" clId="{047849F2-1DA1-4DCA-95E2-856632A034B9}" dt="2025-07-26T06:07:55.802" v="445" actId="1076"/>
        <pc:sldMkLst>
          <pc:docMk/>
          <pc:sldMk cId="404351408" sldId="421"/>
        </pc:sldMkLst>
        <pc:spChg chg="add mod">
          <ac:chgData name="Dr. Divyanshi Mangla" userId="34edbf5d-06d7-4864-825a-181c004d5073" providerId="ADAL" clId="{047849F2-1DA1-4DCA-95E2-856632A034B9}" dt="2025-07-26T06:07:55.802" v="445" actId="1076"/>
          <ac:spMkLst>
            <pc:docMk/>
            <pc:sldMk cId="404351408" sldId="421"/>
            <ac:spMk id="3" creationId="{4F715DD2-01D3-4E38-DD74-867A29EA8EDA}"/>
          </ac:spMkLst>
        </pc:spChg>
        <pc:spChg chg="add del mod">
          <ac:chgData name="Dr. Divyanshi Mangla" userId="34edbf5d-06d7-4864-825a-181c004d5073" providerId="ADAL" clId="{047849F2-1DA1-4DCA-95E2-856632A034B9}" dt="2025-07-26T06:07:41.180" v="438" actId="478"/>
          <ac:spMkLst>
            <pc:docMk/>
            <pc:sldMk cId="404351408" sldId="421"/>
            <ac:spMk id="4" creationId="{AFEC563B-0252-30E3-857A-EA841F8E79E0}"/>
          </ac:spMkLst>
        </pc:spChg>
        <pc:spChg chg="add mod">
          <ac:chgData name="Dr. Divyanshi Mangla" userId="34edbf5d-06d7-4864-825a-181c004d5073" providerId="ADAL" clId="{047849F2-1DA1-4DCA-95E2-856632A034B9}" dt="2025-07-26T06:07:37.266" v="437" actId="1076"/>
          <ac:spMkLst>
            <pc:docMk/>
            <pc:sldMk cId="404351408" sldId="421"/>
            <ac:spMk id="5" creationId="{5988ED5B-902B-13EA-2A0E-D70626D3BC04}"/>
          </ac:spMkLst>
        </pc:spChg>
        <pc:spChg chg="add del mod">
          <ac:chgData name="Dr. Divyanshi Mangla" userId="34edbf5d-06d7-4864-825a-181c004d5073" providerId="ADAL" clId="{047849F2-1DA1-4DCA-95E2-856632A034B9}" dt="2025-07-26T06:07:42.522" v="439" actId="478"/>
          <ac:spMkLst>
            <pc:docMk/>
            <pc:sldMk cId="404351408" sldId="421"/>
            <ac:spMk id="6" creationId="{98D255AD-22E6-1A65-60CA-B0AAB85A4504}"/>
          </ac:spMkLst>
        </pc:spChg>
        <pc:spChg chg="add mod">
          <ac:chgData name="Dr. Divyanshi Mangla" userId="34edbf5d-06d7-4864-825a-181c004d5073" providerId="ADAL" clId="{047849F2-1DA1-4DCA-95E2-856632A034B9}" dt="2025-07-26T06:07:34.962" v="436" actId="1076"/>
          <ac:spMkLst>
            <pc:docMk/>
            <pc:sldMk cId="404351408" sldId="421"/>
            <ac:spMk id="7" creationId="{5D06419B-6AA0-C1F8-DB59-661B62BF6BBC}"/>
          </ac:spMkLst>
        </pc:spChg>
        <pc:spChg chg="add del mod">
          <ac:chgData name="Dr. Divyanshi Mangla" userId="34edbf5d-06d7-4864-825a-181c004d5073" providerId="ADAL" clId="{047849F2-1DA1-4DCA-95E2-856632A034B9}" dt="2025-07-26T06:07:43.570" v="440" actId="478"/>
          <ac:spMkLst>
            <pc:docMk/>
            <pc:sldMk cId="404351408" sldId="421"/>
            <ac:spMk id="8" creationId="{E9D4CB8D-D6C2-1A29-6A35-6524A7AFFD9E}"/>
          </ac:spMkLst>
        </pc:spChg>
        <pc:spChg chg="add mod">
          <ac:chgData name="Dr. Divyanshi Mangla" userId="34edbf5d-06d7-4864-825a-181c004d5073" providerId="ADAL" clId="{047849F2-1DA1-4DCA-95E2-856632A034B9}" dt="2025-07-26T06:07:32.355" v="435" actId="1076"/>
          <ac:spMkLst>
            <pc:docMk/>
            <pc:sldMk cId="404351408" sldId="421"/>
            <ac:spMk id="9" creationId="{592DA7DE-AF92-D521-E0A0-F2ED463E2D3C}"/>
          </ac:spMkLst>
        </pc:spChg>
        <pc:spChg chg="add del mod">
          <ac:chgData name="Dr. Divyanshi Mangla" userId="34edbf5d-06d7-4864-825a-181c004d5073" providerId="ADAL" clId="{047849F2-1DA1-4DCA-95E2-856632A034B9}" dt="2025-07-26T06:07:44.607" v="441" actId="478"/>
          <ac:spMkLst>
            <pc:docMk/>
            <pc:sldMk cId="404351408" sldId="421"/>
            <ac:spMk id="10" creationId="{A69855CC-8F39-1CA8-0929-C99C6AE24C52}"/>
          </ac:spMkLst>
        </pc:spChg>
        <pc:spChg chg="add mod">
          <ac:chgData name="Dr. Divyanshi Mangla" userId="34edbf5d-06d7-4864-825a-181c004d5073" providerId="ADAL" clId="{047849F2-1DA1-4DCA-95E2-856632A034B9}" dt="2025-07-26T06:07:15.826" v="431" actId="1076"/>
          <ac:spMkLst>
            <pc:docMk/>
            <pc:sldMk cId="404351408" sldId="421"/>
            <ac:spMk id="11" creationId="{AC382E62-394B-3F62-362E-56D5A5A51307}"/>
          </ac:spMkLst>
        </pc:spChg>
        <pc:spChg chg="del">
          <ac:chgData name="Dr. Divyanshi Mangla" userId="34edbf5d-06d7-4864-825a-181c004d5073" providerId="ADAL" clId="{047849F2-1DA1-4DCA-95E2-856632A034B9}" dt="2025-07-26T06:07:45.410" v="442" actId="478"/>
          <ac:spMkLst>
            <pc:docMk/>
            <pc:sldMk cId="404351408" sldId="421"/>
            <ac:spMk id="12" creationId="{CCE1F460-B841-3A5F-6772-4AD3E639C6DA}"/>
          </ac:spMkLst>
        </pc:spChg>
        <pc:spChg chg="add mod">
          <ac:chgData name="Dr. Divyanshi Mangla" userId="34edbf5d-06d7-4864-825a-181c004d5073" providerId="ADAL" clId="{047849F2-1DA1-4DCA-95E2-856632A034B9}" dt="2025-07-26T06:07:10.515" v="429" actId="1076"/>
          <ac:spMkLst>
            <pc:docMk/>
            <pc:sldMk cId="404351408" sldId="421"/>
            <ac:spMk id="13" creationId="{65C2F344-EA96-59A3-01F7-B13146385962}"/>
          </ac:spMkLst>
        </pc:spChg>
      </pc:sldChg>
      <pc:sldChg chg="add del">
        <pc:chgData name="Dr. Divyanshi Mangla" userId="34edbf5d-06d7-4864-825a-181c004d5073" providerId="ADAL" clId="{047849F2-1DA1-4DCA-95E2-856632A034B9}" dt="2025-07-26T04:58:37.542" v="288"/>
        <pc:sldMkLst>
          <pc:docMk/>
          <pc:sldMk cId="3778090259" sldId="421"/>
        </pc:sldMkLst>
      </pc:sldChg>
      <pc:sldChg chg="addSp delSp modSp add mod">
        <pc:chgData name="Dr. Divyanshi Mangla" userId="34edbf5d-06d7-4864-825a-181c004d5073" providerId="ADAL" clId="{047849F2-1DA1-4DCA-95E2-856632A034B9}" dt="2025-07-26T05:57:18.233" v="342" actId="242"/>
        <pc:sldMkLst>
          <pc:docMk/>
          <pc:sldMk cId="231369642" sldId="422"/>
        </pc:sldMkLst>
        <pc:spChg chg="mod">
          <ac:chgData name="Dr. Divyanshi Mangla" userId="34edbf5d-06d7-4864-825a-181c004d5073" providerId="ADAL" clId="{047849F2-1DA1-4DCA-95E2-856632A034B9}" dt="2025-07-26T05:05:01.018" v="331" actId="20577"/>
          <ac:spMkLst>
            <pc:docMk/>
            <pc:sldMk cId="231369642" sldId="422"/>
            <ac:spMk id="3" creationId="{B2C0260C-356D-0020-5C6D-47A867034064}"/>
          </ac:spMkLst>
        </pc:spChg>
        <pc:spChg chg="del mod">
          <ac:chgData name="Dr. Divyanshi Mangla" userId="34edbf5d-06d7-4864-825a-181c004d5073" providerId="ADAL" clId="{047849F2-1DA1-4DCA-95E2-856632A034B9}" dt="2025-07-26T05:06:52.307" v="340" actId="478"/>
          <ac:spMkLst>
            <pc:docMk/>
            <pc:sldMk cId="231369642" sldId="422"/>
            <ac:spMk id="6" creationId="{F87DA3D6-E854-38E7-45F5-AD3C7CE6B40F}"/>
          </ac:spMkLst>
        </pc:spChg>
        <pc:graphicFrameChg chg="add mod modGraphic">
          <ac:chgData name="Dr. Divyanshi Mangla" userId="34edbf5d-06d7-4864-825a-181c004d5073" providerId="ADAL" clId="{047849F2-1DA1-4DCA-95E2-856632A034B9}" dt="2025-07-26T05:57:18.233" v="342" actId="242"/>
          <ac:graphicFrameMkLst>
            <pc:docMk/>
            <pc:sldMk cId="231369642" sldId="422"/>
            <ac:graphicFrameMk id="7" creationId="{2B6AA9A4-869F-76C2-E9CD-EFAC3EF71EAF}"/>
          </ac:graphicFrameMkLst>
        </pc:graphicFrameChg>
      </pc:sldChg>
      <pc:sldChg chg="add del">
        <pc:chgData name="Dr. Divyanshi Mangla" userId="34edbf5d-06d7-4864-825a-181c004d5073" providerId="ADAL" clId="{047849F2-1DA1-4DCA-95E2-856632A034B9}" dt="2025-07-26T04:58:37.417" v="287"/>
        <pc:sldMkLst>
          <pc:docMk/>
          <pc:sldMk cId="1033008669" sldId="422"/>
        </pc:sldMkLst>
      </pc:sldChg>
      <pc:sldChg chg="add del">
        <pc:chgData name="Dr. Divyanshi Mangla" userId="34edbf5d-06d7-4864-825a-181c004d5073" providerId="ADAL" clId="{047849F2-1DA1-4DCA-95E2-856632A034B9}" dt="2025-07-26T04:58:37.387" v="286"/>
        <pc:sldMkLst>
          <pc:docMk/>
          <pc:sldMk cId="528748687" sldId="423"/>
        </pc:sldMkLst>
      </pc:sldChg>
      <pc:sldChg chg="add del">
        <pc:chgData name="Dr. Divyanshi Mangla" userId="34edbf5d-06d7-4864-825a-181c004d5073" providerId="ADAL" clId="{047849F2-1DA1-4DCA-95E2-856632A034B9}" dt="2025-07-26T04:58:36.886" v="285"/>
        <pc:sldMkLst>
          <pc:docMk/>
          <pc:sldMk cId="3664631749" sldId="424"/>
        </pc:sldMkLst>
      </pc:sldChg>
      <pc:sldChg chg="add del">
        <pc:chgData name="Dr. Divyanshi Mangla" userId="34edbf5d-06d7-4864-825a-181c004d5073" providerId="ADAL" clId="{047849F2-1DA1-4DCA-95E2-856632A034B9}" dt="2025-07-26T04:58:35.827" v="284"/>
        <pc:sldMkLst>
          <pc:docMk/>
          <pc:sldMk cId="1133477012" sldId="4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E3CF7-8343-4E18-84AF-DEE2CBAD941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EA852-28D0-4598-A22F-463BC86E1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89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6A1C-8890-F6EE-FA88-CCFD7B4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B296B-425B-80CF-2353-C85FB954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13F8-2700-556B-E8BF-134DA9F6B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4B3B-F227-E980-ABF8-A3F9E2D1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4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8804-23E0-23EE-6A7E-B230DC87B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BA3CE-8FDA-DD81-9F02-1C9FACD13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50D82-4382-6CAF-4BF5-56363400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B0DED-3AA6-2EC8-33DD-0098F740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FC127-1486-9596-3C6D-920B814E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9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75EB-DDF1-CE3A-5B54-DF55997A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EDF2-F349-C01A-133D-9C9335855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5E006-B5B9-1495-9F68-90A4A29F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347F7-F49A-56B8-3708-17962376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F6E4-33FB-49A6-1A42-99931C36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6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F084-C157-422B-FDCC-7EC1B8103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C3A6F-D241-5523-EB0A-F87C452A5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BAA8D-14D5-2A1A-1C04-5973BCFF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9C87D-7CCC-621D-DFD8-622850D0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7391F-1F9F-E79B-C070-BBC55590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3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31C6-D18A-D2D9-9A12-70EEE421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BD61F-6FD9-D238-FE6C-ACFE01FE8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BCA81-5492-11F0-54CD-61F2C8385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2024F-4BF9-94E6-E01B-C4E0B872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75FE0-63CA-9BC8-FEF7-93796066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0E397-C907-43F7-D130-2870669F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6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7D25-9DBA-C471-A7B6-A84BD9B1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010BF-E64F-93C4-3C43-6CC42BAF2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1C62E-DBF3-473C-0D72-B8258CCA4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29E2C-464F-B24A-688F-A700F0E8A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95C0B-4CEF-20DE-1906-E881CAD5E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46A21-C876-D374-40C2-60CE9DC3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9747E-ECBA-1C68-45F8-10B5B8C9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4E0EB-EB0E-F686-D0DC-38F44775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31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5D6C-1097-B4F1-F594-51FACFD5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A62C4-EB79-0923-91FA-130E3335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9ADB7-9F69-DD6C-BB5F-865C40A5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2D0CB-6C58-5B22-01D5-90F108E7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48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49D75-7A4D-C08C-96D3-525FA257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34CF8-8CCE-4589-CEB3-18D78447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C8875-A5A6-D57A-6E27-34453307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33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C144-9AEE-393C-112D-FFC501AA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9E8F-3D99-2072-512B-95088AE00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838DE-EFA7-5459-2E7D-F1EFA50FC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3BCEC-55C7-E5F2-E3B1-88303685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15357-D259-9EE8-59BF-9D0F7B35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8B605-5867-B2D4-9724-37B04307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9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6C9B-E530-E14D-A0A6-9907A054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3BC3B-41CE-5320-DDF1-D82ACFC86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F0B9C-8A21-8997-D626-F6C6410DB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738E3-7BF4-4B79-CA7B-3E121BFC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A9042-FC8B-18BF-4631-D1FE0366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362FE-B682-B2B1-967A-3D3F3058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09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F3AB-F7E4-55F0-474F-2F5D10B6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CA695-090A-0536-451F-FBF793DC4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EE5CA-F6A2-3A26-2D91-9A27A718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F5DF9-A42F-042D-3B9B-B337D043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A6166-3119-D4F9-A42F-2899AED2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8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F3E80-CF27-7AF3-DBE8-F3F98285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8917A-EDFD-13E9-EB24-0F85BE888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2E648-A586-C6BF-3CC5-9B06DC20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5500-DB47-8AEB-CFC7-51A97049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C925-F2A2-EBD5-9DE0-1893404F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2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1443A-4CA3-4B91-9AD5-63E509A6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25F0E-BD12-2D84-9BF7-F184CE7F6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CD5E-3C3D-5C84-B27B-0A167F150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6B48E-894A-44A0-9AAA-089F9E8E3E0F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41556-63F7-8A3B-12A6-6FD6D900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EF5FB-C877-C700-4623-E137C5C6A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B8BDA-8A1D-4E39-B98C-F2DAAB827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0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E1FFC39-993B-BCEA-F84E-9FFC410C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94"/>
            <a:ext cx="12192000" cy="6946678"/>
          </a:xfrm>
          <a:prstGeom prst="rect">
            <a:avLst/>
          </a:prstGeom>
        </p:spPr>
      </p:pic>
      <p:pic>
        <p:nvPicPr>
          <p:cNvPr id="1026" name="Picture 2" descr="KR Mangalam Full Form: All Defination - CareerGuide">
            <a:extLst>
              <a:ext uri="{FF2B5EF4-FFF2-40B4-BE49-F238E27FC236}">
                <a16:creationId xmlns:a16="http://schemas.microsoft.com/office/drawing/2014/main" id="{37025CEA-8A22-BAED-A319-F9DDDC3D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43" y="134471"/>
            <a:ext cx="5724938" cy="10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80489-0B3E-B6D7-4D23-523CAF0319F8}"/>
              </a:ext>
            </a:extLst>
          </p:cNvPr>
          <p:cNvSpPr txBox="1"/>
          <p:nvPr/>
        </p:nvSpPr>
        <p:spPr>
          <a:xfrm>
            <a:off x="687333" y="1337895"/>
            <a:ext cx="11397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Engineering Chemistry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ETCH104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B.Tech. CSE (Full Stack/IBM/DS) SEM-I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Divyanshi Mangla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(Assistant Professor)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School of Basic and Applied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87B50-18B9-D467-F70C-34907A9652C5}"/>
              </a:ext>
            </a:extLst>
          </p:cNvPr>
          <p:cNvSpPr/>
          <p:nvPr/>
        </p:nvSpPr>
        <p:spPr>
          <a:xfrm>
            <a:off x="9609259" y="337200"/>
            <a:ext cx="25272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Session no.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15</a:t>
            </a:r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C842B31-BC89-43EA-A6A3-FF6F9B5A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2725"/>
            <a:ext cx="3269613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061448"/>
            <a:ext cx="1216152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175348-F07F-139B-210A-51B3F331B9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251520" y="1484784"/>
            <a:ext cx="8712968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Pre-requisite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Electrochemical Cells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Support Material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449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Pre-requisite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909BE-9726-8848-9A71-19F72CDF3C0E}"/>
              </a:ext>
            </a:extLst>
          </p:cNvPr>
          <p:cNvSpPr txBox="1"/>
          <p:nvPr/>
        </p:nvSpPr>
        <p:spPr>
          <a:xfrm>
            <a:off x="179512" y="1315453"/>
            <a:ext cx="64059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Class 12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Redox reactions</a:t>
            </a:r>
          </a:p>
        </p:txBody>
      </p:sp>
    </p:spTree>
    <p:extLst>
      <p:ext uri="{BB962C8B-B14F-4D97-AF65-F5344CB8AC3E}">
        <p14:creationId xmlns:p14="http://schemas.microsoft.com/office/powerpoint/2010/main" val="30606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8DB8-7C92-7F49-3D09-50F65EBB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5DEDB5F-922C-0E11-8257-EA991DFB3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C0260C-356D-0020-5C6D-47A86703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297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Course Outcomes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56155-D7E6-3EFF-D12D-BA82436D6512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648CF18-377B-7EF4-EFE6-0C161A5A0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AA9A4-869F-76C2-E9CD-EFAC3EF71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1928"/>
              </p:ext>
            </p:extLst>
          </p:nvPr>
        </p:nvGraphicFramePr>
        <p:xfrm>
          <a:off x="912405" y="2371058"/>
          <a:ext cx="10441394" cy="22703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23969">
                  <a:extLst>
                    <a:ext uri="{9D8B030D-6E8A-4147-A177-3AD203B41FA5}">
                      <a16:colId xmlns:a16="http://schemas.microsoft.com/office/drawing/2014/main" val="1078813254"/>
                    </a:ext>
                  </a:extLst>
                </a:gridCol>
                <a:gridCol w="6661609">
                  <a:extLst>
                    <a:ext uri="{9D8B030D-6E8A-4147-A177-3AD203B41FA5}">
                      <a16:colId xmlns:a16="http://schemas.microsoft.com/office/drawing/2014/main" val="1198884536"/>
                    </a:ext>
                  </a:extLst>
                </a:gridCol>
                <a:gridCol w="2455816">
                  <a:extLst>
                    <a:ext uri="{9D8B030D-6E8A-4147-A177-3AD203B41FA5}">
                      <a16:colId xmlns:a16="http://schemas.microsoft.com/office/drawing/2014/main" val="2626532432"/>
                    </a:ext>
                  </a:extLst>
                </a:gridCol>
              </a:tblGrid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8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methods for water hardness and the basics of boiler water treatment and analyze fuel calorific values and battery.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412386"/>
                  </a:ext>
                </a:extLst>
              </a:tr>
              <a:tr h="32433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characteristics and working principles of different battery types and types of fuels.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707397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65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differences between batteries and fuel cells and classify fuel cell types based on their components.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939504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between hard and soft water, solve the related numerical problems on water purification and emf and its significance in industry and daily life.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40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F3FB2C0F-0B86-C711-4EC7-75C3E43E2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D6D281F-0012-5716-5DB5-19229AB1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272374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01-electrochemistry-1-2048.jpg">
            <a:extLst>
              <a:ext uri="{FF2B5EF4-FFF2-40B4-BE49-F238E27FC236}">
                <a16:creationId xmlns:a16="http://schemas.microsoft.com/office/drawing/2014/main" id="{ACCC6B92-F67A-A2D6-2CE3-5886A4CA0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68" y="272374"/>
            <a:ext cx="8615565" cy="646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64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BE10-6FEF-554D-60FA-549747D6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CE8E0F7A-9654-C3FD-B6C1-3B271BEAE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02-electrochemistry-2-2048.jpg">
            <a:extLst>
              <a:ext uri="{FF2B5EF4-FFF2-40B4-BE49-F238E27FC236}">
                <a16:creationId xmlns:a16="http://schemas.microsoft.com/office/drawing/2014/main" id="{1CB373F9-1D99-B945-04B6-A8BEF4400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4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821A7-EE32-A08C-CB37-508FADB8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F02F234-878B-B457-40B0-D112CA91B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04-electrochemistry-4-2048.jpg">
            <a:extLst>
              <a:ext uri="{FF2B5EF4-FFF2-40B4-BE49-F238E27FC236}">
                <a16:creationId xmlns:a16="http://schemas.microsoft.com/office/drawing/2014/main" id="{D1CC6BE7-2D4D-C9AE-9FC6-37DDC352D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987" y="0"/>
            <a:ext cx="8554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73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61AC-3160-D225-3D49-6C36335E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D1FA6CEB-D927-FA7A-8CE9-E57E6C7EF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05-electrochemistry-5-2048.jpg">
            <a:extLst>
              <a:ext uri="{FF2B5EF4-FFF2-40B4-BE49-F238E27FC236}">
                <a16:creationId xmlns:a16="http://schemas.microsoft.com/office/drawing/2014/main" id="{638AE9FB-3358-133D-E301-98D38962C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1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B8B7-E37E-A24E-BFB0-DD80EAA2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8BC335A2-F2C3-2339-39C0-B6CD3F6E7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19-electrochemistry-19-2048.jpg">
            <a:extLst>
              <a:ext uri="{FF2B5EF4-FFF2-40B4-BE49-F238E27FC236}">
                <a16:creationId xmlns:a16="http://schemas.microsoft.com/office/drawing/2014/main" id="{1A15CD14-D497-431C-F6E6-24DB231D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18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BD16-A33E-62F9-66AD-2A026015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8849F10-1E08-38A2-D098-E4DB4BA5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20-electrochemistry-20-2048.jpg">
            <a:extLst>
              <a:ext uri="{FF2B5EF4-FFF2-40B4-BE49-F238E27FC236}">
                <a16:creationId xmlns:a16="http://schemas.microsoft.com/office/drawing/2014/main" id="{711F8666-7B59-E49B-1082-343D25708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2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7338-01E3-59E4-B361-A08A99B2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E0832374-C758-0C03-94FC-5DF64569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21-electrochemistry-21-2048.jpg">
            <a:extLst>
              <a:ext uri="{FF2B5EF4-FFF2-40B4-BE49-F238E27FC236}">
                <a16:creationId xmlns:a16="http://schemas.microsoft.com/office/drawing/2014/main" id="{2EB6561C-DE3D-C759-F98B-37B40426B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0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A8B8-922E-057E-7AA6-C3533945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1E2FCB67-716B-F038-0A9F-5B0BB343E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22-electrochemistry-22-2048.jpg">
            <a:extLst>
              <a:ext uri="{FF2B5EF4-FFF2-40B4-BE49-F238E27FC236}">
                <a16:creationId xmlns:a16="http://schemas.microsoft.com/office/drawing/2014/main" id="{0A8C784F-55C5-51BC-50FB-E32725B3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5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DD5FF-BD91-5FA7-9028-CC1D595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F362893-C6E9-AAD2-6A1B-3524CD806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23-electrochemistry-23-2048.jpg">
            <a:extLst>
              <a:ext uri="{FF2B5EF4-FFF2-40B4-BE49-F238E27FC236}">
                <a16:creationId xmlns:a16="http://schemas.microsoft.com/office/drawing/2014/main" id="{7F03DCBE-F9FE-E136-07D5-84BF335D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3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BFE2-2160-D90E-932C-1833EB5B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C1D81A0-3A35-640B-0430-637E7C7E1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24-electrochemistry-24-2048.jpg">
            <a:extLst>
              <a:ext uri="{FF2B5EF4-FFF2-40B4-BE49-F238E27FC236}">
                <a16:creationId xmlns:a16="http://schemas.microsoft.com/office/drawing/2014/main" id="{F00C822A-B606-401A-32DF-BB108814E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ABFC-9C8B-85A8-02BB-30086D3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A43A6ED-74BB-1BBE-0EF4-C19D270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3BFFBC-74A3-451B-CDF0-A4DFA118CA29}"/>
              </a:ext>
            </a:extLst>
          </p:cNvPr>
          <p:cNvSpPr/>
          <p:nvPr/>
        </p:nvSpPr>
        <p:spPr>
          <a:xfrm>
            <a:off x="0" y="0"/>
            <a:ext cx="15937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Q&amp;A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D97C8566-0145-C9A8-0727-D720D5FEC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1126033"/>
            <a:ext cx="5495415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Q1.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true for an electrochemical cell?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Electrons flow from cathode to anode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Oxidation occurs at cathode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Electrons flow from anode to cathode through the external circuit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Reduction occurs at anode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c)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A7D2D17-93DB-E0F1-02CD-5C43A1346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2898396"/>
            <a:ext cx="3895618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Q2.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standard EMF of a cell is calculated using: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Faraday’s Law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Nernst Equation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Gibbs Free Energy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Standard electrode potentials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d)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6F0D3255-AC15-B0DE-FDD9-FBD02B6C5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4720680"/>
            <a:ext cx="934416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Q3.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the cell representation for a Daniell cell. Indicate which electrode acts as the anode and which as the cathode.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Zn(s) | Zn²⁺(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|| Cu²⁺(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| Cu(s)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Anode: Zn, Cathode: Cu</a:t>
            </a:r>
          </a:p>
        </p:txBody>
      </p:sp>
    </p:spTree>
    <p:extLst>
      <p:ext uri="{BB962C8B-B14F-4D97-AF65-F5344CB8AC3E}">
        <p14:creationId xmlns:p14="http://schemas.microsoft.com/office/powerpoint/2010/main" val="3461469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F63B-5B62-18E2-A9B4-DD9857F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3279D7A4-C310-2591-C382-70F3520A0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3C312B42-7AC6-594B-A698-AE4D7F7E4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1736598"/>
            <a:ext cx="75969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Q4.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EMF of a cell is positive, what does it indicate about the spontaneity of the cell reaction?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reaction is spontaneous.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74A392D-FB62-0A16-E49D-761B3DE7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3123968"/>
            <a:ext cx="489428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Q5. Calculation-Based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standard electrode potentials are: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E°(Zn²⁺/Zn) = –0.76 V, E°(Cu²⁺/Cu) = +0.34 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standard EMF of the cell: Zn | Zn²⁺ || Cu²⁺ | Cu?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1.10 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–1.10 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0.42 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–0.42 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a) 1.10 V</a:t>
            </a:r>
          </a:p>
        </p:txBody>
      </p:sp>
    </p:spTree>
    <p:extLst>
      <p:ext uri="{BB962C8B-B14F-4D97-AF65-F5344CB8AC3E}">
        <p14:creationId xmlns:p14="http://schemas.microsoft.com/office/powerpoint/2010/main" val="278459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D324-4D3D-EA5F-4293-43A286C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72B6F43-2F77-ECE6-542B-41048C2B9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30CF-6A98-97BF-FED1-A648429CD3F4}"/>
              </a:ext>
            </a:extLst>
          </p:cNvPr>
          <p:cNvSpPr txBox="1"/>
          <p:nvPr/>
        </p:nvSpPr>
        <p:spPr>
          <a:xfrm>
            <a:off x="182880" y="292608"/>
            <a:ext cx="9400032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📚 Key Takeaways: Electrochemical Cells and EMF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Electrochemical cells</a:t>
            </a:r>
            <a:r>
              <a:rPr lang="en-US" dirty="0"/>
              <a:t> convert chemical energy into electrical energy using redox reactions.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Oxidation</a:t>
            </a:r>
            <a:r>
              <a:rPr lang="en-US" dirty="0"/>
              <a:t> always occurs at the </a:t>
            </a:r>
            <a:r>
              <a:rPr lang="en-US" b="1" dirty="0"/>
              <a:t>anode</a:t>
            </a:r>
            <a:r>
              <a:rPr lang="en-US" dirty="0"/>
              <a:t> and </a:t>
            </a:r>
            <a:r>
              <a:rPr lang="en-US" b="1" dirty="0"/>
              <a:t>reduction</a:t>
            </a:r>
            <a:r>
              <a:rPr lang="en-US" dirty="0"/>
              <a:t> at the </a:t>
            </a:r>
            <a:r>
              <a:rPr lang="en-US" b="1" dirty="0"/>
              <a:t>cathode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Electrons flow</a:t>
            </a:r>
            <a:r>
              <a:rPr lang="en-US" dirty="0"/>
              <a:t> from </a:t>
            </a:r>
            <a:r>
              <a:rPr lang="en-US" b="1" dirty="0"/>
              <a:t>anode to cathode</a:t>
            </a:r>
            <a:r>
              <a:rPr lang="en-US" dirty="0"/>
              <a:t> in the external circuit.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Standard EMF (</a:t>
            </a:r>
            <a:r>
              <a:rPr lang="en-US" b="1" dirty="0" err="1"/>
              <a:t>E</a:t>
            </a:r>
            <a:r>
              <a:rPr lang="en-US" b="1" baseline="30000" dirty="0" err="1"/>
              <a:t>°</a:t>
            </a:r>
            <a:r>
              <a:rPr lang="en-US" b="1" baseline="-25000" dirty="0" err="1"/>
              <a:t>cell</a:t>
            </a:r>
            <a:r>
              <a:rPr lang="en-US" b="1" dirty="0"/>
              <a:t>)</a:t>
            </a:r>
            <a:r>
              <a:rPr lang="en-US" dirty="0"/>
              <a:t> is calculated using the formula: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Positive EMF</a:t>
            </a:r>
            <a:r>
              <a:rPr lang="en-US" dirty="0"/>
              <a:t> indicates a </a:t>
            </a:r>
            <a:r>
              <a:rPr lang="en-US" b="1" dirty="0"/>
              <a:t>spontaneous reaction</a:t>
            </a:r>
            <a:r>
              <a:rPr lang="en-US" dirty="0"/>
              <a:t>, while a negative value means </a:t>
            </a:r>
            <a:r>
              <a:rPr lang="en-US" b="1" dirty="0"/>
              <a:t>non-spontaneous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cell notation</a:t>
            </a:r>
            <a:r>
              <a:rPr lang="en-US" dirty="0"/>
              <a:t> represents oxidation on the left and reduction on the right.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Electrode potentials</a:t>
            </a:r>
            <a:r>
              <a:rPr lang="en-US" dirty="0"/>
              <a:t> are referenced to the </a:t>
            </a:r>
            <a:r>
              <a:rPr lang="en-US" b="1" dirty="0"/>
              <a:t>Standard Hydrogen Electrode (SHE)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EMF is affected by </a:t>
            </a:r>
            <a:r>
              <a:rPr lang="en-US" b="1" dirty="0"/>
              <a:t>concentration, temperature, and pressure</a:t>
            </a:r>
            <a:r>
              <a:rPr lang="en-US" dirty="0"/>
              <a:t>, as calculated using the </a:t>
            </a:r>
            <a:r>
              <a:rPr lang="en-US" b="1" dirty="0"/>
              <a:t>Nernst equation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15386-B26C-6E14-771E-1371B718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31" y="3233710"/>
            <a:ext cx="181952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1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629F-2CFA-F16E-94D6-EC37DA7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F6B9ED-E103-F7DA-C6B0-CD7219A5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715DD2-01D3-4E38-DD74-867A29EA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0"/>
            <a:ext cx="8958286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📚 Textbook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1. Principles of Physical 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Puri, Sharma, and Pathania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Vishal Publishing Co.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Chapter: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Electrochemistry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Typically Chapter 7 or 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explanations of galvanic cells, EMF, electrode potentials, and Nernst equation with solved numerical problems.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88ED5B-902B-13EA-2A0E-D70626D3B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1618447"/>
            <a:ext cx="632365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2. Physical 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P. W. Atkins &amp; Julio de Paula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Oxford University Press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Chapter: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Electrochemistry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Electrochemical cells, thermodynamics of cells, Nernst equation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treatment with thermodynamic background, good for concept building.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D06419B-6AA0-C1F8-DB59-661B62BF6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3018233"/>
            <a:ext cx="669766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3. Essentials of Physical 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Arun Bahl, B.S. Bahl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S. Chand Publishing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Chapter: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Student-friendly language, step-by-step derivations and basic to moderate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numericals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92DA7DE-AF92-D521-E0A0-F2ED463E2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4273742"/>
            <a:ext cx="505567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4. University 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Bruce Mahan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Pearson Education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Sections: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Electrochemical principles and potentials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for theoretical foundation and standard cell construction.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C382E62-394B-3F62-362E-56D5A5A51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5426439"/>
            <a:ext cx="56276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5. Textbook of Physical 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K. L. Kapoor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Macmillan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Volume: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Volume 3 – Electrochemistry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In-depth derivations, rigorous treatment of EMF and electrode kinetics.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5C2F344-EA96-59A3-01F7-B13146385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085" y="5210996"/>
            <a:ext cx="483691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Online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NPTEL Video Lectures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Chemistry – Electrochemistry Module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(by IIT Kharagpur or Bombay)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LibreTexts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https://chem.libretexts.org – Free and accessible with good 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813</Words>
  <Application>Microsoft Office PowerPoint</Application>
  <PresentationFormat>Widescreen</PresentationFormat>
  <Paragraphs>91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Mangla</dc:creator>
  <cp:lastModifiedBy>Divyanshi Mangla</cp:lastModifiedBy>
  <cp:revision>5</cp:revision>
  <dcterms:created xsi:type="dcterms:W3CDTF">2025-04-01T03:57:49Z</dcterms:created>
  <dcterms:modified xsi:type="dcterms:W3CDTF">2025-07-26T06:08:04Z</dcterms:modified>
</cp:coreProperties>
</file>