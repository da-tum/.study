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95" r:id="rId2"/>
    <p:sldId id="396" r:id="rId3"/>
    <p:sldId id="405" r:id="rId4"/>
    <p:sldId id="422" r:id="rId5"/>
    <p:sldId id="418" r:id="rId6"/>
    <p:sldId id="419" r:id="rId7"/>
    <p:sldId id="423" r:id="rId8"/>
    <p:sldId id="424" r:id="rId9"/>
    <p:sldId id="425" r:id="rId10"/>
    <p:sldId id="426" r:id="rId11"/>
    <p:sldId id="427" r:id="rId12"/>
    <p:sldId id="408" r:id="rId13"/>
    <p:sldId id="420" r:id="rId14"/>
    <p:sldId id="42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1AC22-5493-47B4-9D7F-8E81FDC1DE17}" v="31" dt="2025-07-28T07:11:36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6" autoAdjust="0"/>
    <p:restoredTop sz="94660"/>
  </p:normalViewPr>
  <p:slideViewPr>
    <p:cSldViewPr snapToGrid="0">
      <p:cViewPr varScale="1">
        <p:scale>
          <a:sx n="79" d="100"/>
          <a:sy n="79" d="100"/>
        </p:scale>
        <p:origin x="6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Divyanshi Mangla" userId="34edbf5d-06d7-4864-825a-181c004d5073" providerId="ADAL" clId="{C011AC22-5493-47B4-9D7F-8E81FDC1DE17}"/>
    <pc:docChg chg="custSel addSld delSld modSld sldOrd">
      <pc:chgData name="Dr. Divyanshi Mangla" userId="34edbf5d-06d7-4864-825a-181c004d5073" providerId="ADAL" clId="{C011AC22-5493-47B4-9D7F-8E81FDC1DE17}" dt="2025-07-28T07:11:36.636" v="72"/>
      <pc:docMkLst>
        <pc:docMk/>
      </pc:docMkLst>
      <pc:sldChg chg="modSp mod">
        <pc:chgData name="Dr. Divyanshi Mangla" userId="34edbf5d-06d7-4864-825a-181c004d5073" providerId="ADAL" clId="{C011AC22-5493-47B4-9D7F-8E81FDC1DE17}" dt="2025-07-26T08:40:12.079" v="2" actId="20577"/>
        <pc:sldMkLst>
          <pc:docMk/>
          <pc:sldMk cId="1551643713" sldId="395"/>
        </pc:sldMkLst>
        <pc:spChg chg="mod">
          <ac:chgData name="Dr. Divyanshi Mangla" userId="34edbf5d-06d7-4864-825a-181c004d5073" providerId="ADAL" clId="{C011AC22-5493-47B4-9D7F-8E81FDC1DE17}" dt="2025-07-26T08:40:12.079" v="2" actId="20577"/>
          <ac:spMkLst>
            <pc:docMk/>
            <pc:sldMk cId="1551643713" sldId="395"/>
            <ac:spMk id="4" creationId="{7AE87B50-18B9-D467-F70C-34907A9652C5}"/>
          </ac:spMkLst>
        </pc:spChg>
      </pc:sldChg>
      <pc:sldChg chg="modSp mod">
        <pc:chgData name="Dr. Divyanshi Mangla" userId="34edbf5d-06d7-4864-825a-181c004d5073" providerId="ADAL" clId="{C011AC22-5493-47B4-9D7F-8E81FDC1DE17}" dt="2025-07-26T08:40:24.890" v="22" actId="20577"/>
        <pc:sldMkLst>
          <pc:docMk/>
          <pc:sldMk cId="1839139080" sldId="396"/>
        </pc:sldMkLst>
        <pc:spChg chg="mod">
          <ac:chgData name="Dr. Divyanshi Mangla" userId="34edbf5d-06d7-4864-825a-181c004d5073" providerId="ADAL" clId="{C011AC22-5493-47B4-9D7F-8E81FDC1DE17}" dt="2025-07-26T08:40:24.890" v="22" actId="20577"/>
          <ac:spMkLst>
            <pc:docMk/>
            <pc:sldMk cId="1839139080" sldId="396"/>
            <ac:spMk id="6" creationId="{C7FE91A7-EF64-E9A6-68F4-F6C5EABBEA4A}"/>
          </ac:spMkLst>
        </pc:spChg>
      </pc:sldChg>
      <pc:sldChg chg="addSp delSp modSp">
        <pc:chgData name="Dr. Divyanshi Mangla" userId="34edbf5d-06d7-4864-825a-181c004d5073" providerId="ADAL" clId="{C011AC22-5493-47B4-9D7F-8E81FDC1DE17}" dt="2025-07-28T07:10:40.677" v="64" actId="1076"/>
        <pc:sldMkLst>
          <pc:docMk/>
          <pc:sldMk cId="3461469184" sldId="408"/>
        </pc:sldMkLst>
        <pc:spChg chg="add mod">
          <ac:chgData name="Dr. Divyanshi Mangla" userId="34edbf5d-06d7-4864-825a-181c004d5073" providerId="ADAL" clId="{C011AC22-5493-47B4-9D7F-8E81FDC1DE17}" dt="2025-07-28T07:10:22.860" v="58" actId="1076"/>
          <ac:spMkLst>
            <pc:docMk/>
            <pc:sldMk cId="3461469184" sldId="408"/>
            <ac:spMk id="4" creationId="{7BA92DAC-98CB-3101-48D6-2D2A1CC0C3B2}"/>
          </ac:spMkLst>
        </pc:spChg>
        <pc:spChg chg="add del mod">
          <ac:chgData name="Dr. Divyanshi Mangla" userId="34edbf5d-06d7-4864-825a-181c004d5073" providerId="ADAL" clId="{C011AC22-5493-47B4-9D7F-8E81FDC1DE17}" dt="2025-07-28T07:10:25.582" v="59" actId="478"/>
          <ac:spMkLst>
            <pc:docMk/>
            <pc:sldMk cId="3461469184" sldId="408"/>
            <ac:spMk id="5" creationId="{80BB9401-9286-9536-EE99-F969F1456062}"/>
          </ac:spMkLst>
        </pc:spChg>
        <pc:spChg chg="add mod">
          <ac:chgData name="Dr. Divyanshi Mangla" userId="34edbf5d-06d7-4864-825a-181c004d5073" providerId="ADAL" clId="{C011AC22-5493-47B4-9D7F-8E81FDC1DE17}" dt="2025-07-28T07:10:16.984" v="57" actId="14100"/>
          <ac:spMkLst>
            <pc:docMk/>
            <pc:sldMk cId="3461469184" sldId="408"/>
            <ac:spMk id="6" creationId="{CFF5010C-5C0E-54C0-DA58-5B6091E18B2C}"/>
          </ac:spMkLst>
        </pc:spChg>
        <pc:spChg chg="add del mod">
          <ac:chgData name="Dr. Divyanshi Mangla" userId="34edbf5d-06d7-4864-825a-181c004d5073" providerId="ADAL" clId="{C011AC22-5493-47B4-9D7F-8E81FDC1DE17}" dt="2025-07-28T07:10:26.476" v="60" actId="478"/>
          <ac:spMkLst>
            <pc:docMk/>
            <pc:sldMk cId="3461469184" sldId="408"/>
            <ac:spMk id="7" creationId="{FBF9D24B-0644-8504-BDF9-1EE703E7E312}"/>
          </ac:spMkLst>
        </pc:spChg>
        <pc:spChg chg="add mod">
          <ac:chgData name="Dr. Divyanshi Mangla" userId="34edbf5d-06d7-4864-825a-181c004d5073" providerId="ADAL" clId="{C011AC22-5493-47B4-9D7F-8E81FDC1DE17}" dt="2025-07-28T07:10:37.285" v="63" actId="1076"/>
          <ac:spMkLst>
            <pc:docMk/>
            <pc:sldMk cId="3461469184" sldId="408"/>
            <ac:spMk id="8" creationId="{04813679-7806-78DB-2DD7-8E6C292A9BF4}"/>
          </ac:spMkLst>
        </pc:spChg>
        <pc:spChg chg="add del mod">
          <ac:chgData name="Dr. Divyanshi Mangla" userId="34edbf5d-06d7-4864-825a-181c004d5073" providerId="ADAL" clId="{C011AC22-5493-47B4-9D7F-8E81FDC1DE17}" dt="2025-07-28T07:10:27.213" v="61" actId="478"/>
          <ac:spMkLst>
            <pc:docMk/>
            <pc:sldMk cId="3461469184" sldId="408"/>
            <ac:spMk id="9" creationId="{221B1CBC-3873-25EB-B4C5-F833EFDE705C}"/>
          </ac:spMkLst>
        </pc:spChg>
        <pc:spChg chg="add mod">
          <ac:chgData name="Dr. Divyanshi Mangla" userId="34edbf5d-06d7-4864-825a-181c004d5073" providerId="ADAL" clId="{C011AC22-5493-47B4-9D7F-8E81FDC1DE17}" dt="2025-07-28T07:09:57.540" v="53" actId="1076"/>
          <ac:spMkLst>
            <pc:docMk/>
            <pc:sldMk cId="3461469184" sldId="408"/>
            <ac:spMk id="10" creationId="{F77F0533-4343-3273-CC0D-0156230E1088}"/>
          </ac:spMkLst>
        </pc:spChg>
        <pc:spChg chg="add del mod">
          <ac:chgData name="Dr. Divyanshi Mangla" userId="34edbf5d-06d7-4864-825a-181c004d5073" providerId="ADAL" clId="{C011AC22-5493-47B4-9D7F-8E81FDC1DE17}" dt="2025-07-28T07:10:27.886" v="62" actId="478"/>
          <ac:spMkLst>
            <pc:docMk/>
            <pc:sldMk cId="3461469184" sldId="408"/>
            <ac:spMk id="11" creationId="{7F11EF77-F893-13F7-7E7F-FFECBA2B9C30}"/>
          </ac:spMkLst>
        </pc:spChg>
        <pc:spChg chg="add mod">
          <ac:chgData name="Dr. Divyanshi Mangla" userId="34edbf5d-06d7-4864-825a-181c004d5073" providerId="ADAL" clId="{C011AC22-5493-47B4-9D7F-8E81FDC1DE17}" dt="2025-07-28T07:10:40.677" v="64" actId="1076"/>
          <ac:spMkLst>
            <pc:docMk/>
            <pc:sldMk cId="3461469184" sldId="408"/>
            <ac:spMk id="12" creationId="{402383AF-16D0-A54D-DF27-AF2D43E5F0E6}"/>
          </ac:spMkLst>
        </pc:spChg>
      </pc:sldChg>
      <pc:sldChg chg="addSp modSp">
        <pc:chgData name="Dr. Divyanshi Mangla" userId="34edbf5d-06d7-4864-825a-181c004d5073" providerId="ADAL" clId="{C011AC22-5493-47B4-9D7F-8E81FDC1DE17}" dt="2025-07-26T08:40:50.141" v="24"/>
        <pc:sldMkLst>
          <pc:docMk/>
          <pc:sldMk cId="2559325736" sldId="418"/>
        </pc:sldMkLst>
        <pc:graphicFrameChg chg="add mod">
          <ac:chgData name="Dr. Divyanshi Mangla" userId="34edbf5d-06d7-4864-825a-181c004d5073" providerId="ADAL" clId="{C011AC22-5493-47B4-9D7F-8E81FDC1DE17}" dt="2025-07-26T08:40:50.141" v="24"/>
          <ac:graphicFrameMkLst>
            <pc:docMk/>
            <pc:sldMk cId="2559325736" sldId="418"/>
            <ac:graphicFrameMk id="4" creationId="{9E3E1216-F578-8544-C345-9294783B6377}"/>
          </ac:graphicFrameMkLst>
        </pc:graphicFrameChg>
      </pc:sldChg>
      <pc:sldChg chg="addSp modSp mod ord">
        <pc:chgData name="Dr. Divyanshi Mangla" userId="34edbf5d-06d7-4864-825a-181c004d5073" providerId="ADAL" clId="{C011AC22-5493-47B4-9D7F-8E81FDC1DE17}" dt="2025-07-28T07:05:08.941" v="29"/>
        <pc:sldMkLst>
          <pc:docMk/>
          <pc:sldMk cId="278459223" sldId="419"/>
        </pc:sldMkLst>
        <pc:picChg chg="add mod">
          <ac:chgData name="Dr. Divyanshi Mangla" userId="34edbf5d-06d7-4864-825a-181c004d5073" providerId="ADAL" clId="{C011AC22-5493-47B4-9D7F-8E81FDC1DE17}" dt="2025-07-28T07:05:01.046" v="27" actId="1076"/>
          <ac:picMkLst>
            <pc:docMk/>
            <pc:sldMk cId="278459223" sldId="419"/>
            <ac:picMk id="4" creationId="{A8F5E0D3-0D40-190C-F005-893F80EEF5AA}"/>
          </ac:picMkLst>
        </pc:picChg>
      </pc:sldChg>
      <pc:sldChg chg="addSp modSp mod">
        <pc:chgData name="Dr. Divyanshi Mangla" userId="34edbf5d-06d7-4864-825a-181c004d5073" providerId="ADAL" clId="{C011AC22-5493-47B4-9D7F-8E81FDC1DE17}" dt="2025-07-28T07:11:26.445" v="71" actId="1076"/>
        <pc:sldMkLst>
          <pc:docMk/>
          <pc:sldMk cId="582118690" sldId="420"/>
        </pc:sldMkLst>
        <pc:spChg chg="add mod">
          <ac:chgData name="Dr. Divyanshi Mangla" userId="34edbf5d-06d7-4864-825a-181c004d5073" providerId="ADAL" clId="{C011AC22-5493-47B4-9D7F-8E81FDC1DE17}" dt="2025-07-28T07:11:26.445" v="71" actId="1076"/>
          <ac:spMkLst>
            <pc:docMk/>
            <pc:sldMk cId="582118690" sldId="420"/>
            <ac:spMk id="3" creationId="{D4240067-C21C-C876-3707-93DC76C95CBE}"/>
          </ac:spMkLst>
        </pc:spChg>
      </pc:sldChg>
      <pc:sldChg chg="addSp modSp">
        <pc:chgData name="Dr. Divyanshi Mangla" userId="34edbf5d-06d7-4864-825a-181c004d5073" providerId="ADAL" clId="{C011AC22-5493-47B4-9D7F-8E81FDC1DE17}" dt="2025-07-28T07:11:36.636" v="72"/>
        <pc:sldMkLst>
          <pc:docMk/>
          <pc:sldMk cId="404351408" sldId="421"/>
        </pc:sldMkLst>
        <pc:graphicFrameChg chg="add mod">
          <ac:chgData name="Dr. Divyanshi Mangla" userId="34edbf5d-06d7-4864-825a-181c004d5073" providerId="ADAL" clId="{C011AC22-5493-47B4-9D7F-8E81FDC1DE17}" dt="2025-07-28T07:11:36.636" v="72"/>
          <ac:graphicFrameMkLst>
            <pc:docMk/>
            <pc:sldMk cId="404351408" sldId="421"/>
            <ac:graphicFrameMk id="4" creationId="{0E3F602B-E58B-4BFF-1D6A-E347F6665E42}"/>
          </ac:graphicFrameMkLst>
        </pc:graphicFrameChg>
      </pc:sldChg>
      <pc:sldChg chg="addSp delSp modSp add mod">
        <pc:chgData name="Dr. Divyanshi Mangla" userId="34edbf5d-06d7-4864-825a-181c004d5073" providerId="ADAL" clId="{C011AC22-5493-47B4-9D7F-8E81FDC1DE17}" dt="2025-07-28T07:05:50.202" v="35" actId="14100"/>
        <pc:sldMkLst>
          <pc:docMk/>
          <pc:sldMk cId="1247290130" sldId="423"/>
        </pc:sldMkLst>
        <pc:picChg chg="del">
          <ac:chgData name="Dr. Divyanshi Mangla" userId="34edbf5d-06d7-4864-825a-181c004d5073" providerId="ADAL" clId="{C011AC22-5493-47B4-9D7F-8E81FDC1DE17}" dt="2025-07-28T07:05:17.430" v="31" actId="478"/>
          <ac:picMkLst>
            <pc:docMk/>
            <pc:sldMk cId="1247290130" sldId="423"/>
            <ac:picMk id="4" creationId="{6C04BF84-91D0-753B-9323-021B1AE491B2}"/>
          </ac:picMkLst>
        </pc:picChg>
        <pc:picChg chg="add mod">
          <ac:chgData name="Dr. Divyanshi Mangla" userId="34edbf5d-06d7-4864-825a-181c004d5073" providerId="ADAL" clId="{C011AC22-5493-47B4-9D7F-8E81FDC1DE17}" dt="2025-07-28T07:05:50.202" v="35" actId="14100"/>
          <ac:picMkLst>
            <pc:docMk/>
            <pc:sldMk cId="1247290130" sldId="423"/>
            <ac:picMk id="5" creationId="{2AEFF18D-4FDD-6657-2C0C-66043A252035}"/>
          </ac:picMkLst>
        </pc:picChg>
      </pc:sldChg>
      <pc:sldChg chg="addSp modSp add mod">
        <pc:chgData name="Dr. Divyanshi Mangla" userId="34edbf5d-06d7-4864-825a-181c004d5073" providerId="ADAL" clId="{C011AC22-5493-47B4-9D7F-8E81FDC1DE17}" dt="2025-07-28T07:06:20.339" v="37" actId="14100"/>
        <pc:sldMkLst>
          <pc:docMk/>
          <pc:sldMk cId="1691737569" sldId="424"/>
        </pc:sldMkLst>
        <pc:picChg chg="add mod">
          <ac:chgData name="Dr. Divyanshi Mangla" userId="34edbf5d-06d7-4864-825a-181c004d5073" providerId="ADAL" clId="{C011AC22-5493-47B4-9D7F-8E81FDC1DE17}" dt="2025-07-28T07:06:20.339" v="37" actId="14100"/>
          <ac:picMkLst>
            <pc:docMk/>
            <pc:sldMk cId="1691737569" sldId="424"/>
            <ac:picMk id="4" creationId="{DB72BABB-7680-E52F-A6E4-EC4E551FAA37}"/>
          </ac:picMkLst>
        </pc:picChg>
      </pc:sldChg>
      <pc:sldChg chg="addSp modSp add mod">
        <pc:chgData name="Dr. Divyanshi Mangla" userId="34edbf5d-06d7-4864-825a-181c004d5073" providerId="ADAL" clId="{C011AC22-5493-47B4-9D7F-8E81FDC1DE17}" dt="2025-07-28T07:06:48.020" v="40" actId="14100"/>
        <pc:sldMkLst>
          <pc:docMk/>
          <pc:sldMk cId="4211589232" sldId="425"/>
        </pc:sldMkLst>
        <pc:picChg chg="add mod">
          <ac:chgData name="Dr. Divyanshi Mangla" userId="34edbf5d-06d7-4864-825a-181c004d5073" providerId="ADAL" clId="{C011AC22-5493-47B4-9D7F-8E81FDC1DE17}" dt="2025-07-28T07:06:48.020" v="40" actId="14100"/>
          <ac:picMkLst>
            <pc:docMk/>
            <pc:sldMk cId="4211589232" sldId="425"/>
            <ac:picMk id="4" creationId="{3004E0C1-AA56-217E-4DF4-196502A2FC09}"/>
          </ac:picMkLst>
        </pc:picChg>
      </pc:sldChg>
      <pc:sldChg chg="addSp modSp add mod">
        <pc:chgData name="Dr. Divyanshi Mangla" userId="34edbf5d-06d7-4864-825a-181c004d5073" providerId="ADAL" clId="{C011AC22-5493-47B4-9D7F-8E81FDC1DE17}" dt="2025-07-28T07:07:20.596" v="43" actId="14100"/>
        <pc:sldMkLst>
          <pc:docMk/>
          <pc:sldMk cId="4199734201" sldId="426"/>
        </pc:sldMkLst>
        <pc:picChg chg="add mod">
          <ac:chgData name="Dr. Divyanshi Mangla" userId="34edbf5d-06d7-4864-825a-181c004d5073" providerId="ADAL" clId="{C011AC22-5493-47B4-9D7F-8E81FDC1DE17}" dt="2025-07-28T07:07:20.596" v="43" actId="14100"/>
          <ac:picMkLst>
            <pc:docMk/>
            <pc:sldMk cId="4199734201" sldId="426"/>
            <ac:picMk id="4" creationId="{43211F3D-3156-84F1-1878-64351AAD159D}"/>
          </ac:picMkLst>
        </pc:picChg>
      </pc:sldChg>
      <pc:sldChg chg="addSp modSp add mod">
        <pc:chgData name="Dr. Divyanshi Mangla" userId="34edbf5d-06d7-4864-825a-181c004d5073" providerId="ADAL" clId="{C011AC22-5493-47B4-9D7F-8E81FDC1DE17}" dt="2025-07-28T07:07:44.250" v="46" actId="14100"/>
        <pc:sldMkLst>
          <pc:docMk/>
          <pc:sldMk cId="2801194191" sldId="427"/>
        </pc:sldMkLst>
        <pc:picChg chg="add mod">
          <ac:chgData name="Dr. Divyanshi Mangla" userId="34edbf5d-06d7-4864-825a-181c004d5073" providerId="ADAL" clId="{C011AC22-5493-47B4-9D7F-8E81FDC1DE17}" dt="2025-07-28T07:07:44.250" v="46" actId="14100"/>
          <ac:picMkLst>
            <pc:docMk/>
            <pc:sldMk cId="2801194191" sldId="427"/>
            <ac:picMk id="4" creationId="{5B40D4E3-0822-04B1-F610-1437FE3C7D5A}"/>
          </ac:picMkLst>
        </pc:picChg>
      </pc:sldChg>
      <pc:sldChg chg="delSp add del mod">
        <pc:chgData name="Dr. Divyanshi Mangla" userId="34edbf5d-06d7-4864-825a-181c004d5073" providerId="ADAL" clId="{C011AC22-5493-47B4-9D7F-8E81FDC1DE17}" dt="2025-07-28T07:08:11.078" v="49" actId="47"/>
        <pc:sldMkLst>
          <pc:docMk/>
          <pc:sldMk cId="2611081836" sldId="428"/>
        </pc:sldMkLst>
        <pc:picChg chg="del">
          <ac:chgData name="Dr. Divyanshi Mangla" userId="34edbf5d-06d7-4864-825a-181c004d5073" providerId="ADAL" clId="{C011AC22-5493-47B4-9D7F-8E81FDC1DE17}" dt="2025-07-28T07:07:53.783" v="48" actId="478"/>
          <ac:picMkLst>
            <pc:docMk/>
            <pc:sldMk cId="2611081836" sldId="428"/>
            <ac:picMk id="4" creationId="{C240F0BB-8DDD-BC2F-7AB4-063F78BA414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D1B114-D1A4-4257-9A47-6473C6F2FFEF}" type="doc">
      <dgm:prSet loTypeId="urn:microsoft.com/office/officeart/2005/8/layout/radial1" loCatId="relationship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C79D8B0B-F59A-4E77-81F8-11D7C449845A}">
      <dgm:prSet phldrT="[Text]"/>
      <dgm:spPr>
        <a:xfrm>
          <a:off x="3317797" y="1963130"/>
          <a:ext cx="1492405" cy="1492405"/>
        </a:xfrm>
        <a:prstGeom prst="ellipse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9BBB59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None/>
          </a:pPr>
          <a:r>
            <a:rPr lang="en-IN" b="1">
              <a:solidFill>
                <a:sysClr val="windowText" lastClr="000000"/>
              </a:solidFill>
              <a:latin typeface="Calibri"/>
              <a:ea typeface="+mn-ea"/>
              <a:cs typeface="+mn-cs"/>
            </a:rPr>
            <a:t>Uses</a:t>
          </a:r>
        </a:p>
      </dgm:t>
    </dgm:pt>
    <dgm:pt modelId="{22F95F8F-E657-4DA8-961F-52D5284EF0E4}" type="parTrans" cxnId="{D33A90C8-9546-4105-9B7F-0A7CBABCF6F2}">
      <dgm:prSet/>
      <dgm:spPr/>
      <dgm:t>
        <a:bodyPr/>
        <a:lstStyle/>
        <a:p>
          <a:endParaRPr lang="en-IN"/>
        </a:p>
      </dgm:t>
    </dgm:pt>
    <dgm:pt modelId="{C46EF7D8-3140-4CBD-9D0C-6DAF4D2669D0}" type="sibTrans" cxnId="{D33A90C8-9546-4105-9B7F-0A7CBABCF6F2}">
      <dgm:prSet/>
      <dgm:spPr/>
      <dgm:t>
        <a:bodyPr/>
        <a:lstStyle/>
        <a:p>
          <a:endParaRPr lang="en-IN"/>
        </a:p>
      </dgm:t>
    </dgm:pt>
    <dgm:pt modelId="{4E59C7F9-00FE-4FA1-A72E-C1AB3B59938B}">
      <dgm:prSet phldrT="[Text]"/>
      <dgm:spPr>
        <a:xfrm>
          <a:off x="3317797" y="19459"/>
          <a:ext cx="1492405" cy="1492405"/>
        </a:xfrm>
        <a:prstGeom prst="ellipse">
          <a:avLst/>
        </a:prstGeom>
        <a:gradFill rotWithShape="0">
          <a:gsLst>
            <a:gs pos="0">
              <a:srgbClr val="8064A2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8064A2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8064A2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IN" b="1">
              <a:solidFill>
                <a:sysClr val="windowText" lastClr="000000"/>
              </a:solidFill>
              <a:latin typeface="Calibri"/>
              <a:ea typeface="+mn-ea"/>
              <a:cs typeface="+mn-cs"/>
            </a:rPr>
            <a:t>Cordless Appliances</a:t>
          </a:r>
        </a:p>
      </dgm:t>
    </dgm:pt>
    <dgm:pt modelId="{C884A0A1-18E2-4401-9130-EA4E3F1AA5DF}" type="parTrans" cxnId="{C3F4D701-EF82-43E3-BF12-A5CB83160930}">
      <dgm:prSet/>
      <dgm:spPr>
        <a:xfrm rot="16200000">
          <a:off x="3838366" y="1720972"/>
          <a:ext cx="451266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451266" y="16525"/>
              </a:lnTo>
            </a:path>
          </a:pathLst>
        </a:custGeom>
        <a:noFill/>
        <a:ln w="25400" cap="flat" cmpd="sng" algn="ctr">
          <a:solidFill>
            <a:srgbClr val="4BACC6"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gm:spPr>
      <dgm:t>
        <a:bodyPr/>
        <a:lstStyle/>
        <a:p>
          <a:pPr>
            <a:buNone/>
          </a:pPr>
          <a:endParaRPr lang="en-IN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5050EE1D-8853-41B8-849A-549D34AE5132}" type="sibTrans" cxnId="{C3F4D701-EF82-43E3-BF12-A5CB83160930}">
      <dgm:prSet/>
      <dgm:spPr/>
      <dgm:t>
        <a:bodyPr/>
        <a:lstStyle/>
        <a:p>
          <a:endParaRPr lang="en-IN"/>
        </a:p>
      </dgm:t>
    </dgm:pt>
    <dgm:pt modelId="{8AA58DF9-DE54-4FEF-ADBA-001ADCE0CF4E}">
      <dgm:prSet phldrT="[Text]"/>
      <dgm:spPr>
        <a:xfrm>
          <a:off x="5261469" y="1963130"/>
          <a:ext cx="1492405" cy="1492405"/>
        </a:xfrm>
        <a:prstGeom prst="ellipse">
          <a:avLst/>
        </a:prstGeom>
        <a:gradFill rotWithShape="0">
          <a:gsLst>
            <a:gs pos="0">
              <a:srgbClr val="8064A2">
                <a:hueOff val="-1488257"/>
                <a:satOff val="8966"/>
                <a:lumOff val="719"/>
                <a:alphaOff val="0"/>
                <a:shade val="51000"/>
                <a:satMod val="130000"/>
              </a:srgbClr>
            </a:gs>
            <a:gs pos="80000">
              <a:srgbClr val="8064A2">
                <a:hueOff val="-1488257"/>
                <a:satOff val="8966"/>
                <a:lumOff val="719"/>
                <a:alphaOff val="0"/>
                <a:shade val="93000"/>
                <a:satMod val="130000"/>
              </a:srgbClr>
            </a:gs>
            <a:gs pos="100000">
              <a:srgbClr val="8064A2">
                <a:hueOff val="-1488257"/>
                <a:satOff val="8966"/>
                <a:lumOff val="719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IN" b="1">
              <a:solidFill>
                <a:sysClr val="windowText" lastClr="000000"/>
              </a:solidFill>
              <a:latin typeface="Calibri"/>
              <a:ea typeface="+mn-ea"/>
              <a:cs typeface="+mn-cs"/>
            </a:rPr>
            <a:t>Transistors</a:t>
          </a:r>
        </a:p>
      </dgm:t>
    </dgm:pt>
    <dgm:pt modelId="{CA874ECD-8834-46B6-9E7F-EA9E55B3CA2C}" type="parTrans" cxnId="{D2CDCB1F-72BA-4757-A639-AC4D25E7E015}">
      <dgm:prSet/>
      <dgm:spPr>
        <a:xfrm>
          <a:off x="4810202" y="2692808"/>
          <a:ext cx="451266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451266" y="16525"/>
              </a:lnTo>
            </a:path>
          </a:pathLst>
        </a:custGeom>
        <a:noFill/>
        <a:ln w="25400" cap="flat" cmpd="sng" algn="ctr">
          <a:solidFill>
            <a:srgbClr val="4BACC6"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gm:spPr>
      <dgm:t>
        <a:bodyPr/>
        <a:lstStyle/>
        <a:p>
          <a:pPr>
            <a:buNone/>
          </a:pPr>
          <a:endParaRPr lang="en-IN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43D761CA-EDCA-4D16-B2A2-48AA0CA617BC}" type="sibTrans" cxnId="{D2CDCB1F-72BA-4757-A639-AC4D25E7E015}">
      <dgm:prSet/>
      <dgm:spPr/>
      <dgm:t>
        <a:bodyPr/>
        <a:lstStyle/>
        <a:p>
          <a:endParaRPr lang="en-IN"/>
        </a:p>
      </dgm:t>
    </dgm:pt>
    <dgm:pt modelId="{8C4887F1-6A61-4BB0-A2A2-11EB8DEAC623}">
      <dgm:prSet phldrT="[Text]"/>
      <dgm:spPr>
        <a:xfrm>
          <a:off x="3317797" y="3906802"/>
          <a:ext cx="1492405" cy="1492405"/>
        </a:xfrm>
        <a:prstGeom prst="ellipse">
          <a:avLst/>
        </a:prstGeom>
        <a:gradFill rotWithShape="0">
          <a:gsLst>
            <a:gs pos="0">
              <a:srgbClr val="8064A2">
                <a:hueOff val="-2976513"/>
                <a:satOff val="17933"/>
                <a:lumOff val="1437"/>
                <a:alphaOff val="0"/>
                <a:shade val="51000"/>
                <a:satMod val="130000"/>
              </a:srgbClr>
            </a:gs>
            <a:gs pos="80000">
              <a:srgbClr val="8064A2">
                <a:hueOff val="-2976513"/>
                <a:satOff val="17933"/>
                <a:lumOff val="1437"/>
                <a:alphaOff val="0"/>
                <a:shade val="93000"/>
                <a:satMod val="130000"/>
              </a:srgbClr>
            </a:gs>
            <a:gs pos="100000">
              <a:srgbClr val="8064A2">
                <a:hueOff val="-2976513"/>
                <a:satOff val="17933"/>
                <a:lumOff val="1437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IN" b="1">
              <a:solidFill>
                <a:sysClr val="windowText" lastClr="000000"/>
              </a:solidFill>
              <a:latin typeface="Calibri"/>
              <a:ea typeface="+mn-ea"/>
              <a:cs typeface="+mn-cs"/>
            </a:rPr>
            <a:t>Electronic Flash Units</a:t>
          </a:r>
        </a:p>
      </dgm:t>
    </dgm:pt>
    <dgm:pt modelId="{EDE667DB-3458-4ED9-87F6-7BA4454E1211}" type="parTrans" cxnId="{366CEB84-2036-4853-B69B-547A2F41CFBD}">
      <dgm:prSet/>
      <dgm:spPr>
        <a:xfrm rot="5400000">
          <a:off x="3838366" y="3664644"/>
          <a:ext cx="451266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451266" y="16525"/>
              </a:lnTo>
            </a:path>
          </a:pathLst>
        </a:custGeom>
        <a:noFill/>
        <a:ln w="25400" cap="flat" cmpd="sng" algn="ctr">
          <a:solidFill>
            <a:srgbClr val="4BACC6"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gm:spPr>
      <dgm:t>
        <a:bodyPr/>
        <a:lstStyle/>
        <a:p>
          <a:pPr>
            <a:buNone/>
          </a:pPr>
          <a:endParaRPr lang="en-IN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F680E970-F001-451B-81E8-DEC3FAC9BE96}" type="sibTrans" cxnId="{366CEB84-2036-4853-B69B-547A2F41CFBD}">
      <dgm:prSet/>
      <dgm:spPr/>
      <dgm:t>
        <a:bodyPr/>
        <a:lstStyle/>
        <a:p>
          <a:endParaRPr lang="en-IN"/>
        </a:p>
      </dgm:t>
    </dgm:pt>
    <dgm:pt modelId="{4931B5CE-8376-471D-BBA7-13285CD5419D}">
      <dgm:prSet phldrT="[Text]"/>
      <dgm:spPr>
        <a:xfrm>
          <a:off x="1374125" y="1963130"/>
          <a:ext cx="1492405" cy="1492405"/>
        </a:xfrm>
        <a:prstGeom prst="ellipse">
          <a:avLst/>
        </a:prstGeom>
        <a:gradFill rotWithShape="0">
          <a:gsLst>
            <a:gs pos="0">
              <a:srgbClr val="8064A2">
                <a:hueOff val="-4464770"/>
                <a:satOff val="26899"/>
                <a:lumOff val="2156"/>
                <a:alphaOff val="0"/>
                <a:shade val="51000"/>
                <a:satMod val="130000"/>
              </a:srgbClr>
            </a:gs>
            <a:gs pos="80000">
              <a:srgbClr val="8064A2">
                <a:hueOff val="-4464770"/>
                <a:satOff val="26899"/>
                <a:lumOff val="2156"/>
                <a:alphaOff val="0"/>
                <a:shade val="93000"/>
                <a:satMod val="130000"/>
              </a:srgbClr>
            </a:gs>
            <a:gs pos="100000">
              <a:srgbClr val="8064A2">
                <a:hueOff val="-4464770"/>
                <a:satOff val="26899"/>
                <a:lumOff val="2156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None/>
          </a:pPr>
          <a:r>
            <a:rPr lang="en-IN" b="1">
              <a:solidFill>
                <a:sysClr val="windowText" lastClr="000000"/>
              </a:solidFill>
              <a:latin typeface="Calibri"/>
              <a:ea typeface="+mn-ea"/>
              <a:cs typeface="+mn-cs"/>
            </a:rPr>
            <a:t>Calculator</a:t>
          </a:r>
        </a:p>
      </dgm:t>
    </dgm:pt>
    <dgm:pt modelId="{B6D1F15B-6B51-44B9-BC4A-4873ECDF8D89}" type="parTrans" cxnId="{21942246-5BE1-42C3-B500-6AC3D3088C7C}">
      <dgm:prSet/>
      <dgm:spPr>
        <a:xfrm rot="10800000">
          <a:off x="2866530" y="2692808"/>
          <a:ext cx="451266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451266" y="16525"/>
              </a:lnTo>
            </a:path>
          </a:pathLst>
        </a:custGeom>
        <a:noFill/>
        <a:ln w="25400" cap="flat" cmpd="sng" algn="ctr">
          <a:solidFill>
            <a:srgbClr val="4BACC6"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gm:spPr>
      <dgm:t>
        <a:bodyPr/>
        <a:lstStyle/>
        <a:p>
          <a:pPr>
            <a:buNone/>
          </a:pPr>
          <a:endParaRPr lang="en-IN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5E8D76C9-CA3F-4A40-B2E2-D6EDF726D5AF}" type="sibTrans" cxnId="{21942246-5BE1-42C3-B500-6AC3D3088C7C}">
      <dgm:prSet/>
      <dgm:spPr/>
      <dgm:t>
        <a:bodyPr/>
        <a:lstStyle/>
        <a:p>
          <a:endParaRPr lang="en-IN"/>
        </a:p>
      </dgm:t>
    </dgm:pt>
    <dgm:pt modelId="{23BAA7AD-AD4C-4703-8B73-06E9BA2CBF14}" type="pres">
      <dgm:prSet presAssocID="{CCD1B114-D1A4-4257-9A47-6473C6F2FFEF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839B8CB-6E67-4ECB-9F06-D8F03DF3FACB}" type="pres">
      <dgm:prSet presAssocID="{C79D8B0B-F59A-4E77-81F8-11D7C449845A}" presName="centerShape" presStyleLbl="node0" presStyleIdx="0" presStyleCnt="1"/>
      <dgm:spPr/>
    </dgm:pt>
    <dgm:pt modelId="{2E6BF9B5-72DB-4479-AE92-8FF12F4930FB}" type="pres">
      <dgm:prSet presAssocID="{C884A0A1-18E2-4401-9130-EA4E3F1AA5DF}" presName="Name9" presStyleLbl="parChTrans1D2" presStyleIdx="0" presStyleCnt="4"/>
      <dgm:spPr/>
    </dgm:pt>
    <dgm:pt modelId="{E2809F96-E6DE-4250-96DA-7948D6381A70}" type="pres">
      <dgm:prSet presAssocID="{C884A0A1-18E2-4401-9130-EA4E3F1AA5DF}" presName="connTx" presStyleLbl="parChTrans1D2" presStyleIdx="0" presStyleCnt="4"/>
      <dgm:spPr/>
    </dgm:pt>
    <dgm:pt modelId="{6AE47301-F214-4C0B-A4D4-39A60BAF3F66}" type="pres">
      <dgm:prSet presAssocID="{4E59C7F9-00FE-4FA1-A72E-C1AB3B59938B}" presName="node" presStyleLbl="node1" presStyleIdx="0" presStyleCnt="4">
        <dgm:presLayoutVars>
          <dgm:bulletEnabled val="1"/>
        </dgm:presLayoutVars>
      </dgm:prSet>
      <dgm:spPr/>
    </dgm:pt>
    <dgm:pt modelId="{5881F23E-C5C3-419E-9E3A-D000E8083913}" type="pres">
      <dgm:prSet presAssocID="{CA874ECD-8834-46B6-9E7F-EA9E55B3CA2C}" presName="Name9" presStyleLbl="parChTrans1D2" presStyleIdx="1" presStyleCnt="4"/>
      <dgm:spPr/>
    </dgm:pt>
    <dgm:pt modelId="{92F1D1E3-169F-4B73-BB08-01F383C512D2}" type="pres">
      <dgm:prSet presAssocID="{CA874ECD-8834-46B6-9E7F-EA9E55B3CA2C}" presName="connTx" presStyleLbl="parChTrans1D2" presStyleIdx="1" presStyleCnt="4"/>
      <dgm:spPr/>
    </dgm:pt>
    <dgm:pt modelId="{B3BD2594-2E86-4BAA-A36E-2858FA70AC85}" type="pres">
      <dgm:prSet presAssocID="{8AA58DF9-DE54-4FEF-ADBA-001ADCE0CF4E}" presName="node" presStyleLbl="node1" presStyleIdx="1" presStyleCnt="4">
        <dgm:presLayoutVars>
          <dgm:bulletEnabled val="1"/>
        </dgm:presLayoutVars>
      </dgm:prSet>
      <dgm:spPr/>
    </dgm:pt>
    <dgm:pt modelId="{6A172A82-F893-4EAA-96B5-1CCF2AB904E7}" type="pres">
      <dgm:prSet presAssocID="{EDE667DB-3458-4ED9-87F6-7BA4454E1211}" presName="Name9" presStyleLbl="parChTrans1D2" presStyleIdx="2" presStyleCnt="4"/>
      <dgm:spPr/>
    </dgm:pt>
    <dgm:pt modelId="{F0246258-C4A2-4612-B2D2-A74EC73CC6EE}" type="pres">
      <dgm:prSet presAssocID="{EDE667DB-3458-4ED9-87F6-7BA4454E1211}" presName="connTx" presStyleLbl="parChTrans1D2" presStyleIdx="2" presStyleCnt="4"/>
      <dgm:spPr/>
    </dgm:pt>
    <dgm:pt modelId="{0EE59107-819A-4C15-9426-FC78220CF4A8}" type="pres">
      <dgm:prSet presAssocID="{8C4887F1-6A61-4BB0-A2A2-11EB8DEAC623}" presName="node" presStyleLbl="node1" presStyleIdx="2" presStyleCnt="4">
        <dgm:presLayoutVars>
          <dgm:bulletEnabled val="1"/>
        </dgm:presLayoutVars>
      </dgm:prSet>
      <dgm:spPr/>
    </dgm:pt>
    <dgm:pt modelId="{40D26D4A-F083-4A80-87B3-8D81DD2B04CD}" type="pres">
      <dgm:prSet presAssocID="{B6D1F15B-6B51-44B9-BC4A-4873ECDF8D89}" presName="Name9" presStyleLbl="parChTrans1D2" presStyleIdx="3" presStyleCnt="4"/>
      <dgm:spPr/>
    </dgm:pt>
    <dgm:pt modelId="{CB3A379D-69DD-41C2-92D3-E7E98A3A74A5}" type="pres">
      <dgm:prSet presAssocID="{B6D1F15B-6B51-44B9-BC4A-4873ECDF8D89}" presName="connTx" presStyleLbl="parChTrans1D2" presStyleIdx="3" presStyleCnt="4"/>
      <dgm:spPr/>
    </dgm:pt>
    <dgm:pt modelId="{0A3CF94B-78B2-4B4F-A9C5-1BB0470FFAFE}" type="pres">
      <dgm:prSet presAssocID="{4931B5CE-8376-471D-BBA7-13285CD5419D}" presName="node" presStyleLbl="node1" presStyleIdx="3" presStyleCnt="4">
        <dgm:presLayoutVars>
          <dgm:bulletEnabled val="1"/>
        </dgm:presLayoutVars>
      </dgm:prSet>
      <dgm:spPr/>
    </dgm:pt>
  </dgm:ptLst>
  <dgm:cxnLst>
    <dgm:cxn modelId="{C3F4D701-EF82-43E3-BF12-A5CB83160930}" srcId="{C79D8B0B-F59A-4E77-81F8-11D7C449845A}" destId="{4E59C7F9-00FE-4FA1-A72E-C1AB3B59938B}" srcOrd="0" destOrd="0" parTransId="{C884A0A1-18E2-4401-9130-EA4E3F1AA5DF}" sibTransId="{5050EE1D-8853-41B8-849A-549D34AE5132}"/>
    <dgm:cxn modelId="{D6947206-9924-4611-BBFF-E2BB981300D1}" type="presOf" srcId="{EDE667DB-3458-4ED9-87F6-7BA4454E1211}" destId="{6A172A82-F893-4EAA-96B5-1CCF2AB904E7}" srcOrd="0" destOrd="0" presId="urn:microsoft.com/office/officeart/2005/8/layout/radial1"/>
    <dgm:cxn modelId="{DD4E1C19-36C4-4C10-A1F4-BAEDB1A8B340}" type="presOf" srcId="{4931B5CE-8376-471D-BBA7-13285CD5419D}" destId="{0A3CF94B-78B2-4B4F-A9C5-1BB0470FFAFE}" srcOrd="0" destOrd="0" presId="urn:microsoft.com/office/officeart/2005/8/layout/radial1"/>
    <dgm:cxn modelId="{D2CDCB1F-72BA-4757-A639-AC4D25E7E015}" srcId="{C79D8B0B-F59A-4E77-81F8-11D7C449845A}" destId="{8AA58DF9-DE54-4FEF-ADBA-001ADCE0CF4E}" srcOrd="1" destOrd="0" parTransId="{CA874ECD-8834-46B6-9E7F-EA9E55B3CA2C}" sibTransId="{43D761CA-EDCA-4D16-B2A2-48AA0CA617BC}"/>
    <dgm:cxn modelId="{C82C5032-2C04-4007-9182-B616EC61534C}" type="presOf" srcId="{EDE667DB-3458-4ED9-87F6-7BA4454E1211}" destId="{F0246258-C4A2-4612-B2D2-A74EC73CC6EE}" srcOrd="1" destOrd="0" presId="urn:microsoft.com/office/officeart/2005/8/layout/radial1"/>
    <dgm:cxn modelId="{CD371438-A9CC-404D-92C9-B63B571A9EB5}" type="presOf" srcId="{CA874ECD-8834-46B6-9E7F-EA9E55B3CA2C}" destId="{92F1D1E3-169F-4B73-BB08-01F383C512D2}" srcOrd="1" destOrd="0" presId="urn:microsoft.com/office/officeart/2005/8/layout/radial1"/>
    <dgm:cxn modelId="{46F2D25B-40FC-443B-A320-5CA8E06BBF92}" type="presOf" srcId="{B6D1F15B-6B51-44B9-BC4A-4873ECDF8D89}" destId="{CB3A379D-69DD-41C2-92D3-E7E98A3A74A5}" srcOrd="1" destOrd="0" presId="urn:microsoft.com/office/officeart/2005/8/layout/radial1"/>
    <dgm:cxn modelId="{A206F05F-457B-492F-A27A-4C6ECF90FAE3}" type="presOf" srcId="{CCD1B114-D1A4-4257-9A47-6473C6F2FFEF}" destId="{23BAA7AD-AD4C-4703-8B73-06E9BA2CBF14}" srcOrd="0" destOrd="0" presId="urn:microsoft.com/office/officeart/2005/8/layout/radial1"/>
    <dgm:cxn modelId="{D7359044-65B4-4C7E-A221-B687AE79ED0F}" type="presOf" srcId="{4E59C7F9-00FE-4FA1-A72E-C1AB3B59938B}" destId="{6AE47301-F214-4C0B-A4D4-39A60BAF3F66}" srcOrd="0" destOrd="0" presId="urn:microsoft.com/office/officeart/2005/8/layout/radial1"/>
    <dgm:cxn modelId="{2D242845-646A-46E5-BCB2-72450A0AB839}" type="presOf" srcId="{C884A0A1-18E2-4401-9130-EA4E3F1AA5DF}" destId="{2E6BF9B5-72DB-4479-AE92-8FF12F4930FB}" srcOrd="0" destOrd="0" presId="urn:microsoft.com/office/officeart/2005/8/layout/radial1"/>
    <dgm:cxn modelId="{21942246-5BE1-42C3-B500-6AC3D3088C7C}" srcId="{C79D8B0B-F59A-4E77-81F8-11D7C449845A}" destId="{4931B5CE-8376-471D-BBA7-13285CD5419D}" srcOrd="3" destOrd="0" parTransId="{B6D1F15B-6B51-44B9-BC4A-4873ECDF8D89}" sibTransId="{5E8D76C9-CA3F-4A40-B2E2-D6EDF726D5AF}"/>
    <dgm:cxn modelId="{5A717C73-CAFF-4EE1-BB2C-3A4D3296431C}" type="presOf" srcId="{C79D8B0B-F59A-4E77-81F8-11D7C449845A}" destId="{C839B8CB-6E67-4ECB-9F06-D8F03DF3FACB}" srcOrd="0" destOrd="0" presId="urn:microsoft.com/office/officeart/2005/8/layout/radial1"/>
    <dgm:cxn modelId="{366CEB84-2036-4853-B69B-547A2F41CFBD}" srcId="{C79D8B0B-F59A-4E77-81F8-11D7C449845A}" destId="{8C4887F1-6A61-4BB0-A2A2-11EB8DEAC623}" srcOrd="2" destOrd="0" parTransId="{EDE667DB-3458-4ED9-87F6-7BA4454E1211}" sibTransId="{F680E970-F001-451B-81E8-DEC3FAC9BE96}"/>
    <dgm:cxn modelId="{3C40158E-F28A-4FFE-904C-84AE6670A3AE}" type="presOf" srcId="{8C4887F1-6A61-4BB0-A2A2-11EB8DEAC623}" destId="{0EE59107-819A-4C15-9426-FC78220CF4A8}" srcOrd="0" destOrd="0" presId="urn:microsoft.com/office/officeart/2005/8/layout/radial1"/>
    <dgm:cxn modelId="{B718C4BB-E51D-4DDF-A09C-2AB1433E0FD1}" type="presOf" srcId="{B6D1F15B-6B51-44B9-BC4A-4873ECDF8D89}" destId="{40D26D4A-F083-4A80-87B3-8D81DD2B04CD}" srcOrd="0" destOrd="0" presId="urn:microsoft.com/office/officeart/2005/8/layout/radial1"/>
    <dgm:cxn modelId="{D33A90C8-9546-4105-9B7F-0A7CBABCF6F2}" srcId="{CCD1B114-D1A4-4257-9A47-6473C6F2FFEF}" destId="{C79D8B0B-F59A-4E77-81F8-11D7C449845A}" srcOrd="0" destOrd="0" parTransId="{22F95F8F-E657-4DA8-961F-52D5284EF0E4}" sibTransId="{C46EF7D8-3140-4CBD-9D0C-6DAF4D2669D0}"/>
    <dgm:cxn modelId="{F32A2ACA-46AA-4A93-985F-0417580A4E30}" type="presOf" srcId="{C884A0A1-18E2-4401-9130-EA4E3F1AA5DF}" destId="{E2809F96-E6DE-4250-96DA-7948D6381A70}" srcOrd="1" destOrd="0" presId="urn:microsoft.com/office/officeart/2005/8/layout/radial1"/>
    <dgm:cxn modelId="{1B4395CA-DE4E-4B19-A9D2-91A2A2BE45DA}" type="presOf" srcId="{8AA58DF9-DE54-4FEF-ADBA-001ADCE0CF4E}" destId="{B3BD2594-2E86-4BAA-A36E-2858FA70AC85}" srcOrd="0" destOrd="0" presId="urn:microsoft.com/office/officeart/2005/8/layout/radial1"/>
    <dgm:cxn modelId="{1BE929E7-B80A-418B-B519-A2D80F5C191C}" type="presOf" srcId="{CA874ECD-8834-46B6-9E7F-EA9E55B3CA2C}" destId="{5881F23E-C5C3-419E-9E3A-D000E8083913}" srcOrd="0" destOrd="0" presId="urn:microsoft.com/office/officeart/2005/8/layout/radial1"/>
    <dgm:cxn modelId="{65260097-EA93-4688-BDC8-2122B28DA94B}" type="presParOf" srcId="{23BAA7AD-AD4C-4703-8B73-06E9BA2CBF14}" destId="{C839B8CB-6E67-4ECB-9F06-D8F03DF3FACB}" srcOrd="0" destOrd="0" presId="urn:microsoft.com/office/officeart/2005/8/layout/radial1"/>
    <dgm:cxn modelId="{1D8F8821-3713-4B6E-B2BF-1FB964C14C66}" type="presParOf" srcId="{23BAA7AD-AD4C-4703-8B73-06E9BA2CBF14}" destId="{2E6BF9B5-72DB-4479-AE92-8FF12F4930FB}" srcOrd="1" destOrd="0" presId="urn:microsoft.com/office/officeart/2005/8/layout/radial1"/>
    <dgm:cxn modelId="{1378D142-8F84-4780-9567-6FA6F72D3C2B}" type="presParOf" srcId="{2E6BF9B5-72DB-4479-AE92-8FF12F4930FB}" destId="{E2809F96-E6DE-4250-96DA-7948D6381A70}" srcOrd="0" destOrd="0" presId="urn:microsoft.com/office/officeart/2005/8/layout/radial1"/>
    <dgm:cxn modelId="{45694553-0FE9-4FA5-BBB6-C43058E8B6AE}" type="presParOf" srcId="{23BAA7AD-AD4C-4703-8B73-06E9BA2CBF14}" destId="{6AE47301-F214-4C0B-A4D4-39A60BAF3F66}" srcOrd="2" destOrd="0" presId="urn:microsoft.com/office/officeart/2005/8/layout/radial1"/>
    <dgm:cxn modelId="{BFD32C22-5F7D-49C4-BFCC-785C34423DF8}" type="presParOf" srcId="{23BAA7AD-AD4C-4703-8B73-06E9BA2CBF14}" destId="{5881F23E-C5C3-419E-9E3A-D000E8083913}" srcOrd="3" destOrd="0" presId="urn:microsoft.com/office/officeart/2005/8/layout/radial1"/>
    <dgm:cxn modelId="{E3DD5E1E-AFCB-4547-99A4-A5F5D6998C09}" type="presParOf" srcId="{5881F23E-C5C3-419E-9E3A-D000E8083913}" destId="{92F1D1E3-169F-4B73-BB08-01F383C512D2}" srcOrd="0" destOrd="0" presId="urn:microsoft.com/office/officeart/2005/8/layout/radial1"/>
    <dgm:cxn modelId="{0D539CA0-BB81-448F-8BA5-EB998C3B877B}" type="presParOf" srcId="{23BAA7AD-AD4C-4703-8B73-06E9BA2CBF14}" destId="{B3BD2594-2E86-4BAA-A36E-2858FA70AC85}" srcOrd="4" destOrd="0" presId="urn:microsoft.com/office/officeart/2005/8/layout/radial1"/>
    <dgm:cxn modelId="{2E810FAB-9D70-46F7-A4B3-7AE6213174E0}" type="presParOf" srcId="{23BAA7AD-AD4C-4703-8B73-06E9BA2CBF14}" destId="{6A172A82-F893-4EAA-96B5-1CCF2AB904E7}" srcOrd="5" destOrd="0" presId="urn:microsoft.com/office/officeart/2005/8/layout/radial1"/>
    <dgm:cxn modelId="{1416B908-DCE5-4564-98F2-6AA689B6B6CF}" type="presParOf" srcId="{6A172A82-F893-4EAA-96B5-1CCF2AB904E7}" destId="{F0246258-C4A2-4612-B2D2-A74EC73CC6EE}" srcOrd="0" destOrd="0" presId="urn:microsoft.com/office/officeart/2005/8/layout/radial1"/>
    <dgm:cxn modelId="{CA28929F-8F88-48BE-9E71-8BC1F7371A09}" type="presParOf" srcId="{23BAA7AD-AD4C-4703-8B73-06E9BA2CBF14}" destId="{0EE59107-819A-4C15-9426-FC78220CF4A8}" srcOrd="6" destOrd="0" presId="urn:microsoft.com/office/officeart/2005/8/layout/radial1"/>
    <dgm:cxn modelId="{E326FE5F-CCFC-40EC-BFB3-715DBD1E33AD}" type="presParOf" srcId="{23BAA7AD-AD4C-4703-8B73-06E9BA2CBF14}" destId="{40D26D4A-F083-4A80-87B3-8D81DD2B04CD}" srcOrd="7" destOrd="0" presId="urn:microsoft.com/office/officeart/2005/8/layout/radial1"/>
    <dgm:cxn modelId="{2C4BF060-CAE9-498B-8E7D-4DF3AB009731}" type="presParOf" srcId="{40D26D4A-F083-4A80-87B3-8D81DD2B04CD}" destId="{CB3A379D-69DD-41C2-92D3-E7E98A3A74A5}" srcOrd="0" destOrd="0" presId="urn:microsoft.com/office/officeart/2005/8/layout/radial1"/>
    <dgm:cxn modelId="{91E47E37-95C3-4448-8E8A-9D0E748B15BC}" type="presParOf" srcId="{23BAA7AD-AD4C-4703-8B73-06E9BA2CBF14}" destId="{0A3CF94B-78B2-4B4F-A9C5-1BB0470FFAFE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39B8CB-6E67-4ECB-9F06-D8F03DF3FACB}">
      <dsp:nvSpPr>
        <dsp:cNvPr id="0" name=""/>
        <dsp:cNvSpPr/>
      </dsp:nvSpPr>
      <dsp:spPr>
        <a:xfrm>
          <a:off x="3317797" y="1963130"/>
          <a:ext cx="1492405" cy="1492405"/>
        </a:xfrm>
        <a:prstGeom prst="ellipse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9BBB59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b="1" kern="1200">
              <a:solidFill>
                <a:sysClr val="windowText" lastClr="000000"/>
              </a:solidFill>
              <a:latin typeface="Calibri"/>
              <a:ea typeface="+mn-ea"/>
              <a:cs typeface="+mn-cs"/>
            </a:rPr>
            <a:t>Uses</a:t>
          </a:r>
        </a:p>
      </dsp:txBody>
      <dsp:txXfrm>
        <a:off x="3536355" y="2181688"/>
        <a:ext cx="1055289" cy="1055289"/>
      </dsp:txXfrm>
    </dsp:sp>
    <dsp:sp modelId="{2E6BF9B5-72DB-4479-AE92-8FF12F4930FB}">
      <dsp:nvSpPr>
        <dsp:cNvPr id="0" name=""/>
        <dsp:cNvSpPr/>
      </dsp:nvSpPr>
      <dsp:spPr>
        <a:xfrm rot="16200000">
          <a:off x="3838366" y="1720972"/>
          <a:ext cx="451266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451266" y="16525"/>
              </a:lnTo>
            </a:path>
          </a:pathLst>
        </a:custGeom>
        <a:noFill/>
        <a:ln w="25400" cap="flat" cmpd="sng" algn="ctr">
          <a:solidFill>
            <a:srgbClr val="4BACC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4052718" y="1748779"/>
        <a:ext cx="0" cy="0"/>
      </dsp:txXfrm>
    </dsp:sp>
    <dsp:sp modelId="{6AE47301-F214-4C0B-A4D4-39A60BAF3F66}">
      <dsp:nvSpPr>
        <dsp:cNvPr id="0" name=""/>
        <dsp:cNvSpPr/>
      </dsp:nvSpPr>
      <dsp:spPr>
        <a:xfrm>
          <a:off x="3317797" y="19459"/>
          <a:ext cx="1492405" cy="1492405"/>
        </a:xfrm>
        <a:prstGeom prst="ellipse">
          <a:avLst/>
        </a:prstGeom>
        <a:gradFill rotWithShape="0">
          <a:gsLst>
            <a:gs pos="0">
              <a:srgbClr val="8064A2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8064A2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8064A2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1" kern="1200">
              <a:solidFill>
                <a:sysClr val="windowText" lastClr="000000"/>
              </a:solidFill>
              <a:latin typeface="Calibri"/>
              <a:ea typeface="+mn-ea"/>
              <a:cs typeface="+mn-cs"/>
            </a:rPr>
            <a:t>Cordless Appliances</a:t>
          </a:r>
        </a:p>
      </dsp:txBody>
      <dsp:txXfrm>
        <a:off x="3536355" y="238017"/>
        <a:ext cx="1055289" cy="1055289"/>
      </dsp:txXfrm>
    </dsp:sp>
    <dsp:sp modelId="{5881F23E-C5C3-419E-9E3A-D000E8083913}">
      <dsp:nvSpPr>
        <dsp:cNvPr id="0" name=""/>
        <dsp:cNvSpPr/>
      </dsp:nvSpPr>
      <dsp:spPr>
        <a:xfrm>
          <a:off x="4810202" y="2692808"/>
          <a:ext cx="451266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451266" y="16525"/>
              </a:lnTo>
            </a:path>
          </a:pathLst>
        </a:custGeom>
        <a:noFill/>
        <a:ln w="25400" cap="flat" cmpd="sng" algn="ctr">
          <a:solidFill>
            <a:srgbClr val="4BACC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5024554" y="2698051"/>
        <a:ext cx="0" cy="0"/>
      </dsp:txXfrm>
    </dsp:sp>
    <dsp:sp modelId="{B3BD2594-2E86-4BAA-A36E-2858FA70AC85}">
      <dsp:nvSpPr>
        <dsp:cNvPr id="0" name=""/>
        <dsp:cNvSpPr/>
      </dsp:nvSpPr>
      <dsp:spPr>
        <a:xfrm>
          <a:off x="5261469" y="1963130"/>
          <a:ext cx="1492405" cy="1492405"/>
        </a:xfrm>
        <a:prstGeom prst="ellipse">
          <a:avLst/>
        </a:prstGeom>
        <a:gradFill rotWithShape="0">
          <a:gsLst>
            <a:gs pos="0">
              <a:srgbClr val="8064A2">
                <a:hueOff val="-1488257"/>
                <a:satOff val="8966"/>
                <a:lumOff val="719"/>
                <a:alphaOff val="0"/>
                <a:shade val="51000"/>
                <a:satMod val="130000"/>
              </a:srgbClr>
            </a:gs>
            <a:gs pos="80000">
              <a:srgbClr val="8064A2">
                <a:hueOff val="-1488257"/>
                <a:satOff val="8966"/>
                <a:lumOff val="719"/>
                <a:alphaOff val="0"/>
                <a:shade val="93000"/>
                <a:satMod val="130000"/>
              </a:srgbClr>
            </a:gs>
            <a:gs pos="100000">
              <a:srgbClr val="8064A2">
                <a:hueOff val="-1488257"/>
                <a:satOff val="8966"/>
                <a:lumOff val="719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1" kern="1200">
              <a:solidFill>
                <a:sysClr val="windowText" lastClr="000000"/>
              </a:solidFill>
              <a:latin typeface="Calibri"/>
              <a:ea typeface="+mn-ea"/>
              <a:cs typeface="+mn-cs"/>
            </a:rPr>
            <a:t>Transistors</a:t>
          </a:r>
        </a:p>
      </dsp:txBody>
      <dsp:txXfrm>
        <a:off x="5480027" y="2181688"/>
        <a:ext cx="1055289" cy="1055289"/>
      </dsp:txXfrm>
    </dsp:sp>
    <dsp:sp modelId="{6A172A82-F893-4EAA-96B5-1CCF2AB904E7}">
      <dsp:nvSpPr>
        <dsp:cNvPr id="0" name=""/>
        <dsp:cNvSpPr/>
      </dsp:nvSpPr>
      <dsp:spPr>
        <a:xfrm rot="5400000">
          <a:off x="3838366" y="3664644"/>
          <a:ext cx="451266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451266" y="16525"/>
              </a:lnTo>
            </a:path>
          </a:pathLst>
        </a:custGeom>
        <a:noFill/>
        <a:ln w="25400" cap="flat" cmpd="sng" algn="ctr">
          <a:solidFill>
            <a:srgbClr val="4BACC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4075281" y="3669887"/>
        <a:ext cx="0" cy="0"/>
      </dsp:txXfrm>
    </dsp:sp>
    <dsp:sp modelId="{0EE59107-819A-4C15-9426-FC78220CF4A8}">
      <dsp:nvSpPr>
        <dsp:cNvPr id="0" name=""/>
        <dsp:cNvSpPr/>
      </dsp:nvSpPr>
      <dsp:spPr>
        <a:xfrm>
          <a:off x="3317797" y="3906802"/>
          <a:ext cx="1492405" cy="1492405"/>
        </a:xfrm>
        <a:prstGeom prst="ellipse">
          <a:avLst/>
        </a:prstGeom>
        <a:gradFill rotWithShape="0">
          <a:gsLst>
            <a:gs pos="0">
              <a:srgbClr val="8064A2">
                <a:hueOff val="-2976513"/>
                <a:satOff val="17933"/>
                <a:lumOff val="1437"/>
                <a:alphaOff val="0"/>
                <a:shade val="51000"/>
                <a:satMod val="130000"/>
              </a:srgbClr>
            </a:gs>
            <a:gs pos="80000">
              <a:srgbClr val="8064A2">
                <a:hueOff val="-2976513"/>
                <a:satOff val="17933"/>
                <a:lumOff val="1437"/>
                <a:alphaOff val="0"/>
                <a:shade val="93000"/>
                <a:satMod val="130000"/>
              </a:srgbClr>
            </a:gs>
            <a:gs pos="100000">
              <a:srgbClr val="8064A2">
                <a:hueOff val="-2976513"/>
                <a:satOff val="17933"/>
                <a:lumOff val="1437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1" kern="1200">
              <a:solidFill>
                <a:sysClr val="windowText" lastClr="000000"/>
              </a:solidFill>
              <a:latin typeface="Calibri"/>
              <a:ea typeface="+mn-ea"/>
              <a:cs typeface="+mn-cs"/>
            </a:rPr>
            <a:t>Electronic Flash Units</a:t>
          </a:r>
        </a:p>
      </dsp:txBody>
      <dsp:txXfrm>
        <a:off x="3536355" y="4125360"/>
        <a:ext cx="1055289" cy="1055289"/>
      </dsp:txXfrm>
    </dsp:sp>
    <dsp:sp modelId="{40D26D4A-F083-4A80-87B3-8D81DD2B04CD}">
      <dsp:nvSpPr>
        <dsp:cNvPr id="0" name=""/>
        <dsp:cNvSpPr/>
      </dsp:nvSpPr>
      <dsp:spPr>
        <a:xfrm rot="10800000">
          <a:off x="2866530" y="2692808"/>
          <a:ext cx="451266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451266" y="16525"/>
              </a:lnTo>
            </a:path>
          </a:pathLst>
        </a:custGeom>
        <a:noFill/>
        <a:ln w="25400" cap="flat" cmpd="sng" algn="ctr">
          <a:solidFill>
            <a:srgbClr val="4BACC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 rot="10800000">
        <a:off x="3103445" y="2720614"/>
        <a:ext cx="0" cy="0"/>
      </dsp:txXfrm>
    </dsp:sp>
    <dsp:sp modelId="{0A3CF94B-78B2-4B4F-A9C5-1BB0470FFAFE}">
      <dsp:nvSpPr>
        <dsp:cNvPr id="0" name=""/>
        <dsp:cNvSpPr/>
      </dsp:nvSpPr>
      <dsp:spPr>
        <a:xfrm>
          <a:off x="1374125" y="1963130"/>
          <a:ext cx="1492405" cy="1492405"/>
        </a:xfrm>
        <a:prstGeom prst="ellipse">
          <a:avLst/>
        </a:prstGeom>
        <a:gradFill rotWithShape="0">
          <a:gsLst>
            <a:gs pos="0">
              <a:srgbClr val="8064A2">
                <a:hueOff val="-4464770"/>
                <a:satOff val="26899"/>
                <a:lumOff val="2156"/>
                <a:alphaOff val="0"/>
                <a:shade val="51000"/>
                <a:satMod val="130000"/>
              </a:srgbClr>
            </a:gs>
            <a:gs pos="80000">
              <a:srgbClr val="8064A2">
                <a:hueOff val="-4464770"/>
                <a:satOff val="26899"/>
                <a:lumOff val="2156"/>
                <a:alphaOff val="0"/>
                <a:shade val="93000"/>
                <a:satMod val="130000"/>
              </a:srgbClr>
            </a:gs>
            <a:gs pos="100000">
              <a:srgbClr val="8064A2">
                <a:hueOff val="-4464770"/>
                <a:satOff val="26899"/>
                <a:lumOff val="2156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>
              <a:solidFill>
                <a:sysClr val="windowText" lastClr="000000"/>
              </a:solidFill>
              <a:latin typeface="Calibri"/>
              <a:ea typeface="+mn-ea"/>
              <a:cs typeface="+mn-cs"/>
            </a:rPr>
            <a:t>Calculator</a:t>
          </a:r>
        </a:p>
      </dsp:txBody>
      <dsp:txXfrm>
        <a:off x="1592683" y="2181688"/>
        <a:ext cx="1055289" cy="1055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CA880-F528-42FF-9D9D-656041A152F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57FDF-EB9E-4972-8337-0107D986E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80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57734-D135-44F6-9EAE-3DBCD6C2823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609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6A1C-8890-F6EE-FA88-CCFD7B43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B296B-425B-80CF-2353-C85FB9542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013F8-2700-556B-E8BF-134DA9F6B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24B3B-F227-E980-ABF8-A3F9E2D16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57734-D135-44F6-9EAE-3DBCD6C2823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44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F059-0C54-AD09-D4B4-0A2E5A7CA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A6A15-A308-D446-4F84-A9EE699D4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9609-ACF1-CEF4-58E3-FDE91E11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BA11-9F27-9D7A-2271-AA4752D13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79911-496E-C1BF-40E5-989E3E98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63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3AFD5-92DF-02D3-14DA-0592076B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AE9CB-D905-9CF7-0F87-B66D74AA6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6189C-A79E-BA17-D8F7-8F9DCA2B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E3653-B273-A58F-15BB-E260E6E72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33112-B3A0-0810-9716-268AC010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955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E9CE-DA9D-BE97-2E16-DD85A7CC6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4CD4F-7B95-EEB9-DB66-EFD86AA5C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666CA-A45E-ADB5-D5E2-5F9C921E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BA573-6B22-121D-65BD-2A6EFC3D6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4F79B-846A-89F9-76E1-69BD6CE1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39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E730-90B9-98AD-146E-DA2D4B21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15413-DE4A-8131-C8FB-47019CBEB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76244-0B58-1F73-09C2-5794FB2BC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18BB9-8F43-C544-66AD-4C8D8E2BF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4F58E-781B-34C5-D44C-F95867AA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4C006-D063-991F-DF59-74479B1A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63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FEE4-8DAA-4BF2-33D9-8496D58F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A8551-198F-A3F5-F0C3-7CAD28455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C037F-E6FE-9AF0-60DD-12B8B2874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3628EC-40E4-7A35-54F8-4092A7BF9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DEC03-25FD-18D4-233F-6E513DF3D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CF223-7474-A556-4E6F-CF4149D8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D1F66-1570-EF8F-1B7A-914E32EE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A1EA8-4288-D015-2240-EA8FDA65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0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3207-5D12-38FE-ED70-4ECEFA879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E37A2-0316-0D07-42D3-79D3B266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BD6B8-D060-620A-C00E-05D42CE4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0D3BF-06A8-517B-489F-8DAE81E5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74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F4613C-7E35-B8C8-09C8-37BABFBD8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9A415-E177-3F8D-4EE0-D515AEBA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8B1BD-5491-E598-6006-DE5852BED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716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08579-F3BE-5A87-CF66-98C0A3579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D013B-C5E8-D3F3-7820-9CB3DE7BD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DE167-0C5C-9459-27E6-0179E758F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32756-F545-C414-62A5-DB1355BA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C04F0-F5D7-EF56-AC99-5181D233B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8C0C5-F425-A69F-F34B-B512177D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57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70A6-7E65-99AA-5BBC-E4BCB662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B1155F-0B71-2ED7-013C-68DB130F0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2CA4B-9DB6-8BB3-AE8F-09531BB49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E8D6C-C250-DF43-2397-AC2E2D38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1FB44-B47A-AD3F-4A9A-65B569F3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3B207-678C-5259-993C-2D3CCA61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41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05DD-7452-98CF-B717-FEED25722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A86B3-0E86-0C15-42C2-115C1446A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B7975-0C95-1271-A8B1-D7852BD2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EDCDC-18C6-7073-AE91-FB00D577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D04EA-A0FF-30D1-F12A-6F3762F2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54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23B6E-1307-A690-B8DB-F0D2160AA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B7061-9074-3F86-73F4-F43CE854D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A8E-B32E-3026-3606-0449F14DB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47BC5-E165-71CE-82A4-748F63FE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2F803-BB05-AF2F-1493-934211B7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56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63B337-0CB5-9D2D-6A56-7EF1247A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D1469-6A47-EE6F-92C2-8B3C836F8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71DBD-F888-3E18-7AF6-BA2844530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AF4DF-28EA-4565-A8DA-61A050D9D6F4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D6ED3-0AC2-1A27-AAC0-0E5466588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11556-8588-723C-1EB1-38BC89D7A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32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0E1FFC39-993B-BCEA-F84E-9FFC410CCE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294"/>
            <a:ext cx="12192000" cy="6946678"/>
          </a:xfrm>
          <a:prstGeom prst="rect">
            <a:avLst/>
          </a:prstGeom>
        </p:spPr>
      </p:pic>
      <p:pic>
        <p:nvPicPr>
          <p:cNvPr id="1026" name="Picture 2" descr="KR Mangalam Full Form: All Defination - CareerGuide">
            <a:extLst>
              <a:ext uri="{FF2B5EF4-FFF2-40B4-BE49-F238E27FC236}">
                <a16:creationId xmlns:a16="http://schemas.microsoft.com/office/drawing/2014/main" id="{37025CEA-8A22-BAED-A319-F9DDDC3D9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743" y="134471"/>
            <a:ext cx="5724938" cy="106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F80489-0B3E-B6D7-4D23-523CAF0319F8}"/>
              </a:ext>
            </a:extLst>
          </p:cNvPr>
          <p:cNvSpPr txBox="1"/>
          <p:nvPr/>
        </p:nvSpPr>
        <p:spPr>
          <a:xfrm>
            <a:off x="687333" y="1337895"/>
            <a:ext cx="1139709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Subject: Engineering Chemistry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ETCH104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Program: B.Tech. CSE (Full Stack/IBM/DS) SEM-I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Name: Dr. Divyanshi Mangla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(Assistant Professor)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School of Basic and Applied Sciences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E87B50-18B9-D467-F70C-34907A9652C5}"/>
              </a:ext>
            </a:extLst>
          </p:cNvPr>
          <p:cNvSpPr/>
          <p:nvPr/>
        </p:nvSpPr>
        <p:spPr>
          <a:xfrm>
            <a:off x="9609259" y="337200"/>
            <a:ext cx="252729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Session no. 2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1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164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4C842B31-BC89-43EA-A6A3-FF6F9B5AF7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B7E1E9C-F82F-8470-62C4-87CA738BC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72725"/>
            <a:ext cx="3269613" cy="742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Table of Contents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13B30A-3576-FCBF-3170-78045AB53FA0}"/>
              </a:ext>
            </a:extLst>
          </p:cNvPr>
          <p:cNvCxnSpPr/>
          <p:nvPr/>
        </p:nvCxnSpPr>
        <p:spPr>
          <a:xfrm>
            <a:off x="-1" y="1061448"/>
            <a:ext cx="12161520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4175348-F07F-139B-210A-51B3F331B9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FE91A7-EF64-E9A6-68F4-F6C5EABBEA4A}"/>
              </a:ext>
            </a:extLst>
          </p:cNvPr>
          <p:cNvSpPr txBox="1"/>
          <p:nvPr/>
        </p:nvSpPr>
        <p:spPr>
          <a:xfrm>
            <a:off x="251520" y="1484784"/>
            <a:ext cx="8712968" cy="3089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Pre-requisite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Battery and its uses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Quiz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Support Material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139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0A75B56-6F80-3714-8E55-BEAF8ED13B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3055022-1F6C-2E8A-ABFF-26A7CE77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24492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Pre-requisite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BEF448-A9CF-5D4F-DFF2-F58D1C6D31C4}"/>
              </a:ext>
            </a:extLst>
          </p:cNvPr>
          <p:cNvCxnSpPr>
            <a:cxnSpLocks/>
          </p:cNvCxnSpPr>
          <p:nvPr/>
        </p:nvCxnSpPr>
        <p:spPr>
          <a:xfrm flipV="1">
            <a:off x="0" y="986118"/>
            <a:ext cx="12120282" cy="7533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E94267F-7B74-501B-513A-8C37E3133C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C909BE-9726-8848-9A71-19F72CDF3C0E}"/>
              </a:ext>
            </a:extLst>
          </p:cNvPr>
          <p:cNvSpPr txBox="1"/>
          <p:nvPr/>
        </p:nvSpPr>
        <p:spPr>
          <a:xfrm>
            <a:off x="179512" y="1315453"/>
            <a:ext cx="640592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knowledge of Class 12</a:t>
            </a:r>
            <a:r>
              <a:rPr lang="en-I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Chemistry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Electrode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Redox reactions</a:t>
            </a:r>
          </a:p>
        </p:txBody>
      </p:sp>
    </p:spTree>
    <p:extLst>
      <p:ext uri="{BB962C8B-B14F-4D97-AF65-F5344CB8AC3E}">
        <p14:creationId xmlns:p14="http://schemas.microsoft.com/office/powerpoint/2010/main" val="3060683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88DB8-7C92-7F49-3D09-50F65EBBE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75DEDB5F-922C-0E11-8257-EA991DFB30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2C0260C-356D-0020-5C6D-47A86703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32976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Course Outcomes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F56155-D7E6-3EFF-D12D-BA82436D6512}"/>
              </a:ext>
            </a:extLst>
          </p:cNvPr>
          <p:cNvCxnSpPr>
            <a:cxnSpLocks/>
          </p:cNvCxnSpPr>
          <p:nvPr/>
        </p:nvCxnSpPr>
        <p:spPr>
          <a:xfrm flipV="1">
            <a:off x="0" y="986118"/>
            <a:ext cx="12120282" cy="7533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648CF18-377B-7EF4-EFE6-0C161A5A0B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6AA9A4-869F-76C2-E9CD-EFAC3EF71EAF}"/>
              </a:ext>
            </a:extLst>
          </p:cNvPr>
          <p:cNvGraphicFramePr>
            <a:graphicFrameLocks noGrp="1"/>
          </p:cNvGraphicFramePr>
          <p:nvPr/>
        </p:nvGraphicFramePr>
        <p:xfrm>
          <a:off x="912405" y="2371058"/>
          <a:ext cx="10441394" cy="227031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1323969">
                  <a:extLst>
                    <a:ext uri="{9D8B030D-6E8A-4147-A177-3AD203B41FA5}">
                      <a16:colId xmlns:a16="http://schemas.microsoft.com/office/drawing/2014/main" val="1078813254"/>
                    </a:ext>
                  </a:extLst>
                </a:gridCol>
                <a:gridCol w="6661609">
                  <a:extLst>
                    <a:ext uri="{9D8B030D-6E8A-4147-A177-3AD203B41FA5}">
                      <a16:colId xmlns:a16="http://schemas.microsoft.com/office/drawing/2014/main" val="1198884536"/>
                    </a:ext>
                  </a:extLst>
                </a:gridCol>
                <a:gridCol w="2455816">
                  <a:extLst>
                    <a:ext uri="{9D8B030D-6E8A-4147-A177-3AD203B41FA5}">
                      <a16:colId xmlns:a16="http://schemas.microsoft.com/office/drawing/2014/main" val="2626532432"/>
                    </a:ext>
                  </a:extLst>
                </a:gridCol>
              </a:tblGrid>
              <a:tr h="648661">
                <a:tc>
                  <a:txBody>
                    <a:bodyPr/>
                    <a:lstStyle/>
                    <a:p>
                      <a:pPr marL="9525" algn="ctr">
                        <a:lnSpc>
                          <a:spcPts val="128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the methods for water hardness and the basics of boiler water treatment and analyze fuel calorific values and battery.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BTL2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45412386"/>
                  </a:ext>
                </a:extLst>
              </a:tr>
              <a:tr h="324331">
                <a:tc>
                  <a:txBody>
                    <a:bodyPr/>
                    <a:lstStyle/>
                    <a:p>
                      <a:pPr marL="9525" algn="ctr">
                        <a:lnSpc>
                          <a:spcPts val="129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the characteristics and working principles of different battery types and types of fuels. 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23707397"/>
                  </a:ext>
                </a:extLst>
              </a:tr>
              <a:tr h="648661">
                <a:tc>
                  <a:txBody>
                    <a:bodyPr/>
                    <a:lstStyle/>
                    <a:p>
                      <a:pPr marL="9525" algn="ctr">
                        <a:lnSpc>
                          <a:spcPts val="1265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the differences between batteries and fuel cells and classify fuel cell types based on their components.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7939504"/>
                  </a:ext>
                </a:extLst>
              </a:tr>
              <a:tr h="648661">
                <a:tc>
                  <a:txBody>
                    <a:bodyPr/>
                    <a:lstStyle/>
                    <a:p>
                      <a:pPr marL="9525" algn="ctr">
                        <a:lnSpc>
                          <a:spcPts val="129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between hard and soft water, solve the related numerical problems on water purification and emf and its significance in industry and daily life.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BTL3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140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6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3BFE2-2160-D90E-932C-1833EB5B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0C1D81A0-3A35-640B-0430-637E7C7E1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3E1216-F578-8544-C345-9294783B63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0262326"/>
              </p:ext>
            </p:extLst>
          </p:nvPr>
        </p:nvGraphicFramePr>
        <p:xfrm>
          <a:off x="395536" y="79001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9325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F63B-5B62-18E2-A9B4-DD9857FC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3279D7A4-C310-2591-C382-70F3520A0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F5E0D3-0D40-190C-F005-893F80EEF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070" y="1542264"/>
            <a:ext cx="8439860" cy="474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5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E95F9-5070-5581-7835-F83FFF678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6FDBF4C7-02EC-EEDC-5ED4-ACBC49B2A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EFF18D-4FDD-6657-2C0C-66043A252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61" y="958752"/>
            <a:ext cx="9544764" cy="532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9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0073F-4F1B-F9FA-FD91-9999DAE6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DBA2A462-CB40-3DC1-EF25-848EE0D51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2BABB-7680-E52F-A6E4-EC4E551FA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03" y="959151"/>
            <a:ext cx="9511422" cy="530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37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353F4-ACB8-58CF-56D5-BC92816DB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4CF9D8CF-3CAB-3944-79CA-B0B7E3EBC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04E0C1-AA56-217E-4DF4-196502A2F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992" y="1166191"/>
            <a:ext cx="9485675" cy="485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89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943BE-F44A-7E61-38FA-D056FF30D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FCE13A9C-9F65-47F3-0A1C-D715B3FD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211F3D-3156-84F1-1878-64351AAD1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19" y="947521"/>
            <a:ext cx="9487606" cy="531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34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BAA06-D45D-0BB5-7B3A-9CFA6D0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59D94605-D698-47B7-C97E-7C0FA390C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40D4E3-0822-04B1-F610-1437FE3C7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887" y="914400"/>
            <a:ext cx="9415779" cy="527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94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BABFC-9C8B-85A8-02BB-30086D3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0A43A6ED-74BB-1BBE-0EF4-C19D270DC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3BFFBC-74A3-451B-CDF0-A4DFA118CA29}"/>
              </a:ext>
            </a:extLst>
          </p:cNvPr>
          <p:cNvSpPr/>
          <p:nvPr/>
        </p:nvSpPr>
        <p:spPr>
          <a:xfrm>
            <a:off x="0" y="0"/>
            <a:ext cx="15937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Q&amp;A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A92DAC-98CB-3101-48D6-2D2A1CC0C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597" y="1330364"/>
            <a:ext cx="530465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Q1. MCQ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of the following batteries is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commonly used in automobiles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Lithium-ion battery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Lead-acid battery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Mercury battery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Zinc-carbon battery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 Answer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b) Lead-acid battery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FF5010C-5C0E-54C0-DA58-5B6091E18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597" y="2771290"/>
            <a:ext cx="632331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Q2. MCQ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battery is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widely used in portable electronic devices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mobile phones and laptops?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Nickel-metal hydride battery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Zinc-air battery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Lithium-ion battery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Lead-acid battery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 Answer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c) Lithium-ion battery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4813679-7806-78DB-2DD7-8E6C292A9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8122" y="1463813"/>
            <a:ext cx="50369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Q3. Short Answer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commercial sectors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where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Nickel-Cadmium (Ni-Cd)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batteries are still in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lighting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Cordless power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77F0533-4343-3273-CC0D-0156230E1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597" y="4978688"/>
            <a:ext cx="60949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Q4. Short Answer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are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 cells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in watches and hearing aids? Mention one advantage.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are small in size, lightweight, and provide a steady voltage for low-power devices.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402383AF-16D0-A54D-DF27-AF2D43E5F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8122" y="3072112"/>
            <a:ext cx="50369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Q5. MCQ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battery type is commonly used in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and electric vehicles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Mercury cell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Zinc-carbon battery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Lithium-ion battery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Alkaline battery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 Answer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c) Lithium-ion battery</a:t>
            </a:r>
          </a:p>
        </p:txBody>
      </p:sp>
    </p:spTree>
    <p:extLst>
      <p:ext uri="{BB962C8B-B14F-4D97-AF65-F5344CB8AC3E}">
        <p14:creationId xmlns:p14="http://schemas.microsoft.com/office/powerpoint/2010/main" val="3461469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FD324-4D3D-EA5F-4293-43A286CF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672B6F43-2F77-ECE6-542B-41048C2B9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8930CF-6A98-97BF-FED1-A648429CD3F4}"/>
              </a:ext>
            </a:extLst>
          </p:cNvPr>
          <p:cNvSpPr txBox="1"/>
          <p:nvPr/>
        </p:nvSpPr>
        <p:spPr>
          <a:xfrm>
            <a:off x="182880" y="292608"/>
            <a:ext cx="9400032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📚 Key Takeaways:</a:t>
            </a:r>
          </a:p>
          <a:p>
            <a:pPr>
              <a:lnSpc>
                <a:spcPct val="150000"/>
              </a:lnSpc>
              <a:buNone/>
            </a:pPr>
            <a:endParaRPr lang="en-US" b="1" dirty="0"/>
          </a:p>
          <a:p>
            <a:pPr>
              <a:lnSpc>
                <a:spcPct val="150000"/>
              </a:lnSpc>
              <a:buNone/>
            </a:pPr>
            <a:endParaRPr lang="en-US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4240067-C21C-C876-3707-93DC76C95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1591490"/>
            <a:ext cx="11491378" cy="5586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Lead-acid batteries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extensively used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automobiles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UPS systems, and heavy-duty equipment.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Lithium-ion batteries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the preferred choice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laptops, smartphones, EVs, and power tools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high energy density and rechargeability.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Nickel-Cadmium (Ni-Cd)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batteries are used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lighting, medical devices, and aviation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their durability and performance under extreme conditions.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Alkaline batteries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widely used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remotes, clocks, toys, and flashlights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because they are affordable and have a long shelf life.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 cells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silver oxide, zinc-air) are compact batteries used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wristwatches, hearing aids, and small electronics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 selection in commercial sectors depends on: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requirement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 and portability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Rechargeability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Cost-effectiveness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safety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118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629F-2CFA-F16E-94D6-EC37DA78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BBF6B9ED-E103-F7DA-C6B0-CD7219A59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F715DD2-01D3-4E38-DD74-867A29EA8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" y="646331"/>
            <a:ext cx="283532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📚 Textbook References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3F602B-E58B-4BFF-1D6A-E347F6665E42}"/>
              </a:ext>
            </a:extLst>
          </p:cNvPr>
          <p:cNvGraphicFramePr>
            <a:graphicFrameLocks noGrp="1"/>
          </p:cNvGraphicFramePr>
          <p:nvPr/>
        </p:nvGraphicFramePr>
        <p:xfrm>
          <a:off x="883460" y="1809098"/>
          <a:ext cx="10425080" cy="4384392"/>
        </p:xfrm>
        <a:graphic>
          <a:graphicData uri="http://schemas.openxmlformats.org/drawingml/2006/table">
            <a:tbl>
              <a:tblPr/>
              <a:tblGrid>
                <a:gridCol w="2606270">
                  <a:extLst>
                    <a:ext uri="{9D8B030D-6E8A-4147-A177-3AD203B41FA5}">
                      <a16:colId xmlns:a16="http://schemas.microsoft.com/office/drawing/2014/main" val="1657427076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55465943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3515608088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733390140"/>
                    </a:ext>
                  </a:extLst>
                </a:gridCol>
              </a:tblGrid>
              <a:tr h="634570">
                <a:tc>
                  <a:txBody>
                    <a:bodyPr/>
                    <a:lstStyle/>
                    <a:p>
                      <a:r>
                        <a:rPr lang="en-IN" sz="1800" b="1"/>
                        <a:t>Author(s)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Book Title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Publisher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Relevant Chapters/Pages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92647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r>
                        <a:rPr lang="pt-BR" sz="1800"/>
                        <a:t>P.W. Atkins &amp; Julio de Paula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i="1"/>
                        <a:t>Physical Chemistry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Oxford University Press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Chapter 19 – Electrochemistry (pp. 670–692)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148033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n-IN" sz="1800"/>
                        <a:t>K.L. Kapoor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i="1"/>
                        <a:t>Electrochemistry &amp; Solutions (Vol. 3)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Macmillan India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Chapter 5 – Batteries (pp. 120–140)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794364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r>
                        <a:rPr lang="en-IN" sz="1800"/>
                        <a:t>Bahl &amp; Tuli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i="1"/>
                        <a:t>Essentials of Physical Chemistry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S. Chand Publishing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Chapter 9 – Batteries and Fuel Cells (pp. 670–690)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19567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n-IN" sz="1800"/>
                        <a:t>Gurdeep Raj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i="1"/>
                        <a:t>Advanced Physical Chemistry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Goel Publishing House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Section: Storage Cells and Their Applications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247541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n-IN" sz="1800"/>
                        <a:t>Sharma &amp; Kaur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i="1"/>
                        <a:t>Physical Chemistry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Krishna Prakashan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Chapter: Commercial Applications of Batteries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216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51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629</Words>
  <Application>Microsoft Office PowerPoint</Application>
  <PresentationFormat>Widescreen</PresentationFormat>
  <Paragraphs>102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Divyanshi Mangla</dc:creator>
  <cp:lastModifiedBy>Divyanshi Mangla</cp:lastModifiedBy>
  <cp:revision>1</cp:revision>
  <dcterms:created xsi:type="dcterms:W3CDTF">2025-07-26T06:24:36Z</dcterms:created>
  <dcterms:modified xsi:type="dcterms:W3CDTF">2025-07-28T07:11:41Z</dcterms:modified>
</cp:coreProperties>
</file>