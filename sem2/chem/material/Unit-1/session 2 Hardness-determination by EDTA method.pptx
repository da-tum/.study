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574" r:id="rId2"/>
    <p:sldId id="565" r:id="rId3"/>
    <p:sldId id="575" r:id="rId4"/>
    <p:sldId id="414" r:id="rId5"/>
    <p:sldId id="600" r:id="rId6"/>
    <p:sldId id="601" r:id="rId7"/>
    <p:sldId id="602" r:id="rId8"/>
    <p:sldId id="603" r:id="rId9"/>
    <p:sldId id="608" r:id="rId10"/>
    <p:sldId id="609" r:id="rId11"/>
    <p:sldId id="596" r:id="rId12"/>
    <p:sldId id="604" r:id="rId13"/>
    <p:sldId id="599" r:id="rId14"/>
    <p:sldId id="605" r:id="rId15"/>
    <p:sldId id="606" r:id="rId16"/>
    <p:sldId id="607" r:id="rId17"/>
    <p:sldId id="412" r:id="rId18"/>
    <p:sldId id="413" r:id="rId19"/>
    <p:sldId id="572" r:id="rId20"/>
    <p:sldId id="597" r:id="rId21"/>
    <p:sldId id="58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BEB88-7214-E663-C8DE-E70A584B7F60}" v="62" dt="2025-08-26T06:49:55.113"/>
    <p1510:client id="{C2661DDA-34D8-236F-0143-E9721D56EA3C}" v="6" dt="2025-08-26T06:52:36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bha.s" userId="S::pratibha.s@krmangalam.edu.in::c81b94cf-77d6-4481-93e7-f045f6238cd8" providerId="AD" clId="Web-{1C1BEB88-7214-E663-C8DE-E70A584B7F60}"/>
    <pc:docChg chg="addSld delSld modSld sldOrd">
      <pc:chgData name="pratibha.s" userId="S::pratibha.s@krmangalam.edu.in::c81b94cf-77d6-4481-93e7-f045f6238cd8" providerId="AD" clId="Web-{1C1BEB88-7214-E663-C8DE-E70A584B7F60}" dt="2025-08-26T06:49:55.113" v="61"/>
      <pc:docMkLst>
        <pc:docMk/>
      </pc:docMkLst>
      <pc:sldChg chg="ord">
        <pc:chgData name="pratibha.s" userId="S::pratibha.s@krmangalam.edu.in::c81b94cf-77d6-4481-93e7-f045f6238cd8" providerId="AD" clId="Web-{1C1BEB88-7214-E663-C8DE-E70A584B7F60}" dt="2025-08-26T06:49:55.113" v="61"/>
        <pc:sldMkLst>
          <pc:docMk/>
          <pc:sldMk cId="1056650927" sldId="412"/>
        </pc:sldMkLst>
      </pc:sldChg>
      <pc:sldChg chg="addSp modSp new del mod modClrScheme chgLayout">
        <pc:chgData name="pratibha.s" userId="S::pratibha.s@krmangalam.edu.in::c81b94cf-77d6-4481-93e7-f045f6238cd8" providerId="AD" clId="Web-{1C1BEB88-7214-E663-C8DE-E70A584B7F60}" dt="2025-08-26T06:49:33.331" v="60"/>
        <pc:sldMkLst>
          <pc:docMk/>
          <pc:sldMk cId="4286834585" sldId="598"/>
        </pc:sldMkLst>
        <pc:spChg chg="add mod">
          <ac:chgData name="pratibha.s" userId="S::pratibha.s@krmangalam.edu.in::c81b94cf-77d6-4481-93e7-f045f6238cd8" providerId="AD" clId="Web-{1C1BEB88-7214-E663-C8DE-E70A584B7F60}" dt="2025-08-26T06:40:57.954" v="3" actId="20577"/>
          <ac:spMkLst>
            <pc:docMk/>
            <pc:sldMk cId="4286834585" sldId="598"/>
            <ac:spMk id="2" creationId="{E19B13C7-C893-4465-F080-A6A121A06415}"/>
          </ac:spMkLst>
        </pc:spChg>
        <pc:picChg chg="add mod">
          <ac:chgData name="pratibha.s" userId="S::pratibha.s@krmangalam.edu.in::c81b94cf-77d6-4481-93e7-f045f6238cd8" providerId="AD" clId="Web-{1C1BEB88-7214-E663-C8DE-E70A584B7F60}" dt="2025-08-26T06:41:01.407" v="4" actId="1076"/>
          <ac:picMkLst>
            <pc:docMk/>
            <pc:sldMk cId="4286834585" sldId="598"/>
            <ac:picMk id="3" creationId="{42CD76B7-B010-194B-D8F7-3CA94B7D3C74}"/>
          </ac:picMkLst>
        </pc:picChg>
      </pc:sldChg>
      <pc:sldChg chg="addSp modSp new mod modClrScheme chgLayout">
        <pc:chgData name="pratibha.s" userId="S::pratibha.s@krmangalam.edu.in::c81b94cf-77d6-4481-93e7-f045f6238cd8" providerId="AD" clId="Web-{1C1BEB88-7214-E663-C8DE-E70A584B7F60}" dt="2025-08-26T06:43:59.773" v="7"/>
        <pc:sldMkLst>
          <pc:docMk/>
          <pc:sldMk cId="2715996597" sldId="599"/>
        </pc:sldMkLst>
        <pc:picChg chg="add mod">
          <ac:chgData name="pratibha.s" userId="S::pratibha.s@krmangalam.edu.in::c81b94cf-77d6-4481-93e7-f045f6238cd8" providerId="AD" clId="Web-{1C1BEB88-7214-E663-C8DE-E70A584B7F60}" dt="2025-08-26T06:43:59.773" v="7"/>
          <ac:picMkLst>
            <pc:docMk/>
            <pc:sldMk cId="2715996597" sldId="599"/>
            <ac:picMk id="2" creationId="{AF5DA60E-7ABC-F8DF-E550-74DCA8B4E643}"/>
          </ac:picMkLst>
        </pc:picChg>
      </pc:sldChg>
      <pc:sldChg chg="addSp delSp modSp new">
        <pc:chgData name="pratibha.s" userId="S::pratibha.s@krmangalam.edu.in::c81b94cf-77d6-4481-93e7-f045f6238cd8" providerId="AD" clId="Web-{1C1BEB88-7214-E663-C8DE-E70A584B7F60}" dt="2025-08-26T06:45:30.557" v="31" actId="14100"/>
        <pc:sldMkLst>
          <pc:docMk/>
          <pc:sldMk cId="995971609" sldId="600"/>
        </pc:sldMkLst>
        <pc:spChg chg="mod">
          <ac:chgData name="pratibha.s" userId="S::pratibha.s@krmangalam.edu.in::c81b94cf-77d6-4481-93e7-f045f6238cd8" providerId="AD" clId="Web-{1C1BEB88-7214-E663-C8DE-E70A584B7F60}" dt="2025-08-26T06:44:45.258" v="22"/>
          <ac:spMkLst>
            <pc:docMk/>
            <pc:sldMk cId="995971609" sldId="600"/>
            <ac:spMk id="2" creationId="{B6DA437B-8388-5539-A43E-4DF77B237A8E}"/>
          </ac:spMkLst>
        </pc:spChg>
        <pc:spChg chg="del">
          <ac:chgData name="pratibha.s" userId="S::pratibha.s@krmangalam.edu.in::c81b94cf-77d6-4481-93e7-f045f6238cd8" providerId="AD" clId="Web-{1C1BEB88-7214-E663-C8DE-E70A584B7F60}" dt="2025-08-26T06:44:29.570" v="9"/>
          <ac:spMkLst>
            <pc:docMk/>
            <pc:sldMk cId="995971609" sldId="600"/>
            <ac:spMk id="3" creationId="{904E2139-E9C7-A4F1-15C7-F6122F28FB3F}"/>
          </ac:spMkLst>
        </pc:spChg>
        <pc:picChg chg="add mod ord">
          <ac:chgData name="pratibha.s" userId="S::pratibha.s@krmangalam.edu.in::c81b94cf-77d6-4481-93e7-f045f6238cd8" providerId="AD" clId="Web-{1C1BEB88-7214-E663-C8DE-E70A584B7F60}" dt="2025-08-26T06:45:30.557" v="31" actId="14100"/>
          <ac:picMkLst>
            <pc:docMk/>
            <pc:sldMk cId="995971609" sldId="600"/>
            <ac:picMk id="4" creationId="{13565AD0-4077-726E-C4AF-0A7D586FE4B1}"/>
          </ac:picMkLst>
        </pc:picChg>
      </pc:sldChg>
      <pc:sldChg chg="addSp delSp modSp new mod modClrScheme chgLayout">
        <pc:chgData name="pratibha.s" userId="S::pratibha.s@krmangalam.edu.in::c81b94cf-77d6-4481-93e7-f045f6238cd8" providerId="AD" clId="Web-{1C1BEB88-7214-E663-C8DE-E70A584B7F60}" dt="2025-08-26T06:46:01.949" v="35"/>
        <pc:sldMkLst>
          <pc:docMk/>
          <pc:sldMk cId="2153598584" sldId="601"/>
        </pc:sldMkLst>
        <pc:spChg chg="del">
          <ac:chgData name="pratibha.s" userId="S::pratibha.s@krmangalam.edu.in::c81b94cf-77d6-4481-93e7-f045f6238cd8" providerId="AD" clId="Web-{1C1BEB88-7214-E663-C8DE-E70A584B7F60}" dt="2025-08-26T06:45:54.495" v="33"/>
          <ac:spMkLst>
            <pc:docMk/>
            <pc:sldMk cId="2153598584" sldId="601"/>
            <ac:spMk id="2" creationId="{99F3B0C2-30FC-93B0-5647-1EC1DD4917E0}"/>
          </ac:spMkLst>
        </pc:spChg>
        <pc:spChg chg="del">
          <ac:chgData name="pratibha.s" userId="S::pratibha.s@krmangalam.edu.in::c81b94cf-77d6-4481-93e7-f045f6238cd8" providerId="AD" clId="Web-{1C1BEB88-7214-E663-C8DE-E70A584B7F60}" dt="2025-08-26T06:45:54.495" v="33"/>
          <ac:spMkLst>
            <pc:docMk/>
            <pc:sldMk cId="2153598584" sldId="601"/>
            <ac:spMk id="3" creationId="{A8EC4A2D-FAAC-339A-02EA-193740EE395A}"/>
          </ac:spMkLst>
        </pc:spChg>
        <pc:picChg chg="add mod">
          <ac:chgData name="pratibha.s" userId="S::pratibha.s@krmangalam.edu.in::c81b94cf-77d6-4481-93e7-f045f6238cd8" providerId="AD" clId="Web-{1C1BEB88-7214-E663-C8DE-E70A584B7F60}" dt="2025-08-26T06:46:01.949" v="35"/>
          <ac:picMkLst>
            <pc:docMk/>
            <pc:sldMk cId="2153598584" sldId="601"/>
            <ac:picMk id="4" creationId="{0FEFB669-637C-C9E3-D9EF-C14CF68F9401}"/>
          </ac:picMkLst>
        </pc:picChg>
      </pc:sldChg>
      <pc:sldChg chg="addSp delSp modSp new mod modClrScheme chgLayout">
        <pc:chgData name="pratibha.s" userId="S::pratibha.s@krmangalam.edu.in::c81b94cf-77d6-4481-93e7-f045f6238cd8" providerId="AD" clId="Web-{1C1BEB88-7214-E663-C8DE-E70A584B7F60}" dt="2025-08-26T06:46:34.997" v="39"/>
        <pc:sldMkLst>
          <pc:docMk/>
          <pc:sldMk cId="4200938502" sldId="602"/>
        </pc:sldMkLst>
        <pc:spChg chg="del">
          <ac:chgData name="pratibha.s" userId="S::pratibha.s@krmangalam.edu.in::c81b94cf-77d6-4481-93e7-f045f6238cd8" providerId="AD" clId="Web-{1C1BEB88-7214-E663-C8DE-E70A584B7F60}" dt="2025-08-26T06:46:28.621" v="37"/>
          <ac:spMkLst>
            <pc:docMk/>
            <pc:sldMk cId="4200938502" sldId="602"/>
            <ac:spMk id="2" creationId="{8019154C-5206-658A-288D-AE606B9D9FCE}"/>
          </ac:spMkLst>
        </pc:spChg>
        <pc:spChg chg="del">
          <ac:chgData name="pratibha.s" userId="S::pratibha.s@krmangalam.edu.in::c81b94cf-77d6-4481-93e7-f045f6238cd8" providerId="AD" clId="Web-{1C1BEB88-7214-E663-C8DE-E70A584B7F60}" dt="2025-08-26T06:46:28.621" v="37"/>
          <ac:spMkLst>
            <pc:docMk/>
            <pc:sldMk cId="4200938502" sldId="602"/>
            <ac:spMk id="3" creationId="{105C47A7-9915-C19C-0DDC-875BB7D339D3}"/>
          </ac:spMkLst>
        </pc:spChg>
        <pc:picChg chg="add mod">
          <ac:chgData name="pratibha.s" userId="S::pratibha.s@krmangalam.edu.in::c81b94cf-77d6-4481-93e7-f045f6238cd8" providerId="AD" clId="Web-{1C1BEB88-7214-E663-C8DE-E70A584B7F60}" dt="2025-08-26T06:46:34.997" v="39"/>
          <ac:picMkLst>
            <pc:docMk/>
            <pc:sldMk cId="4200938502" sldId="602"/>
            <ac:picMk id="4" creationId="{A2C162D8-2A20-31F5-313E-CDEC4183EA3C}"/>
          </ac:picMkLst>
        </pc:picChg>
      </pc:sldChg>
      <pc:sldChg chg="addSp delSp modSp new mod modClrScheme chgLayout">
        <pc:chgData name="pratibha.s" userId="S::pratibha.s@krmangalam.edu.in::c81b94cf-77d6-4481-93e7-f045f6238cd8" providerId="AD" clId="Web-{1C1BEB88-7214-E663-C8DE-E70A584B7F60}" dt="2025-08-26T06:46:57.966" v="43"/>
        <pc:sldMkLst>
          <pc:docMk/>
          <pc:sldMk cId="309395944" sldId="603"/>
        </pc:sldMkLst>
        <pc:spChg chg="del">
          <ac:chgData name="pratibha.s" userId="S::pratibha.s@krmangalam.edu.in::c81b94cf-77d6-4481-93e7-f045f6238cd8" providerId="AD" clId="Web-{1C1BEB88-7214-E663-C8DE-E70A584B7F60}" dt="2025-08-26T06:46:53.576" v="41"/>
          <ac:spMkLst>
            <pc:docMk/>
            <pc:sldMk cId="309395944" sldId="603"/>
            <ac:spMk id="2" creationId="{4385811D-6375-9381-474C-FC3376CC9133}"/>
          </ac:spMkLst>
        </pc:spChg>
        <pc:spChg chg="del">
          <ac:chgData name="pratibha.s" userId="S::pratibha.s@krmangalam.edu.in::c81b94cf-77d6-4481-93e7-f045f6238cd8" providerId="AD" clId="Web-{1C1BEB88-7214-E663-C8DE-E70A584B7F60}" dt="2025-08-26T06:46:53.576" v="41"/>
          <ac:spMkLst>
            <pc:docMk/>
            <pc:sldMk cId="309395944" sldId="603"/>
            <ac:spMk id="3" creationId="{BF87CC58-A03A-FA97-5F29-B75D9C6BFE4F}"/>
          </ac:spMkLst>
        </pc:spChg>
        <pc:picChg chg="add mod">
          <ac:chgData name="pratibha.s" userId="S::pratibha.s@krmangalam.edu.in::c81b94cf-77d6-4481-93e7-f045f6238cd8" providerId="AD" clId="Web-{1C1BEB88-7214-E663-C8DE-E70A584B7F60}" dt="2025-08-26T06:46:57.966" v="43"/>
          <ac:picMkLst>
            <pc:docMk/>
            <pc:sldMk cId="309395944" sldId="603"/>
            <ac:picMk id="4" creationId="{05489C19-F104-F9EE-A2E7-CF195BB83B69}"/>
          </ac:picMkLst>
        </pc:picChg>
      </pc:sldChg>
      <pc:sldChg chg="addSp modSp new mod modClrScheme chgLayout">
        <pc:chgData name="pratibha.s" userId="S::pratibha.s@krmangalam.edu.in::c81b94cf-77d6-4481-93e7-f045f6238cd8" providerId="AD" clId="Web-{1C1BEB88-7214-E663-C8DE-E70A584B7F60}" dt="2025-08-26T06:47:30.092" v="46"/>
        <pc:sldMkLst>
          <pc:docMk/>
          <pc:sldMk cId="736294955" sldId="604"/>
        </pc:sldMkLst>
        <pc:picChg chg="add mod">
          <ac:chgData name="pratibha.s" userId="S::pratibha.s@krmangalam.edu.in::c81b94cf-77d6-4481-93e7-f045f6238cd8" providerId="AD" clId="Web-{1C1BEB88-7214-E663-C8DE-E70A584B7F60}" dt="2025-08-26T06:47:30.092" v="46"/>
          <ac:picMkLst>
            <pc:docMk/>
            <pc:sldMk cId="736294955" sldId="604"/>
            <ac:picMk id="2" creationId="{1727AE9C-9CB4-D87C-22E4-C8A4233AD453}"/>
          </ac:picMkLst>
        </pc:picChg>
      </pc:sldChg>
      <pc:sldChg chg="addSp modSp new mod modClrScheme chgLayout">
        <pc:chgData name="pratibha.s" userId="S::pratibha.s@krmangalam.edu.in::c81b94cf-77d6-4481-93e7-f045f6238cd8" providerId="AD" clId="Web-{1C1BEB88-7214-E663-C8DE-E70A584B7F60}" dt="2025-08-26T06:48:09.094" v="49"/>
        <pc:sldMkLst>
          <pc:docMk/>
          <pc:sldMk cId="330593561" sldId="605"/>
        </pc:sldMkLst>
        <pc:picChg chg="add mod">
          <ac:chgData name="pratibha.s" userId="S::pratibha.s@krmangalam.edu.in::c81b94cf-77d6-4481-93e7-f045f6238cd8" providerId="AD" clId="Web-{1C1BEB88-7214-E663-C8DE-E70A584B7F60}" dt="2025-08-26T06:48:09.094" v="49"/>
          <ac:picMkLst>
            <pc:docMk/>
            <pc:sldMk cId="330593561" sldId="605"/>
            <ac:picMk id="2" creationId="{3048C0E5-0135-1195-9383-74FDB8F3F1B9}"/>
          </ac:picMkLst>
        </pc:picChg>
      </pc:sldChg>
      <pc:sldChg chg="addSp delSp modSp new mod modClrScheme chgLayout">
        <pc:chgData name="pratibha.s" userId="S::pratibha.s@krmangalam.edu.in::c81b94cf-77d6-4481-93e7-f045f6238cd8" providerId="AD" clId="Web-{1C1BEB88-7214-E663-C8DE-E70A584B7F60}" dt="2025-08-26T06:48:35.704" v="53"/>
        <pc:sldMkLst>
          <pc:docMk/>
          <pc:sldMk cId="3742856065" sldId="606"/>
        </pc:sldMkLst>
        <pc:spChg chg="del">
          <ac:chgData name="pratibha.s" userId="S::pratibha.s@krmangalam.edu.in::c81b94cf-77d6-4481-93e7-f045f6238cd8" providerId="AD" clId="Web-{1C1BEB88-7214-E663-C8DE-E70A584B7F60}" dt="2025-08-26T06:48:28.063" v="51"/>
          <ac:spMkLst>
            <pc:docMk/>
            <pc:sldMk cId="3742856065" sldId="606"/>
            <ac:spMk id="2" creationId="{49D917A6-A3E0-1D33-5C3D-D4A40CD24441}"/>
          </ac:spMkLst>
        </pc:spChg>
        <pc:spChg chg="del">
          <ac:chgData name="pratibha.s" userId="S::pratibha.s@krmangalam.edu.in::c81b94cf-77d6-4481-93e7-f045f6238cd8" providerId="AD" clId="Web-{1C1BEB88-7214-E663-C8DE-E70A584B7F60}" dt="2025-08-26T06:48:28.063" v="51"/>
          <ac:spMkLst>
            <pc:docMk/>
            <pc:sldMk cId="3742856065" sldId="606"/>
            <ac:spMk id="3" creationId="{35D51E07-69C0-9329-B688-2A386378CEFB}"/>
          </ac:spMkLst>
        </pc:spChg>
        <pc:picChg chg="add mod">
          <ac:chgData name="pratibha.s" userId="S::pratibha.s@krmangalam.edu.in::c81b94cf-77d6-4481-93e7-f045f6238cd8" providerId="AD" clId="Web-{1C1BEB88-7214-E663-C8DE-E70A584B7F60}" dt="2025-08-26T06:48:35.704" v="53"/>
          <ac:picMkLst>
            <pc:docMk/>
            <pc:sldMk cId="3742856065" sldId="606"/>
            <ac:picMk id="4" creationId="{20750C9F-638C-DF15-CC5B-290F5F089C11}"/>
          </ac:picMkLst>
        </pc:picChg>
      </pc:sldChg>
      <pc:sldChg chg="addSp delSp modSp new mod modClrScheme chgLayout">
        <pc:chgData name="pratibha.s" userId="S::pratibha.s@krmangalam.edu.in::c81b94cf-77d6-4481-93e7-f045f6238cd8" providerId="AD" clId="Web-{1C1BEB88-7214-E663-C8DE-E70A584B7F60}" dt="2025-08-26T06:49:06.815" v="59"/>
        <pc:sldMkLst>
          <pc:docMk/>
          <pc:sldMk cId="3499168027" sldId="607"/>
        </pc:sldMkLst>
        <pc:spChg chg="del">
          <ac:chgData name="pratibha.s" userId="S::pratibha.s@krmangalam.edu.in::c81b94cf-77d6-4481-93e7-f045f6238cd8" providerId="AD" clId="Web-{1C1BEB88-7214-E663-C8DE-E70A584B7F60}" dt="2025-08-26T06:48:53.627" v="55"/>
          <ac:spMkLst>
            <pc:docMk/>
            <pc:sldMk cId="3499168027" sldId="607"/>
            <ac:spMk id="2" creationId="{FB4DD770-FA56-23BC-C9E1-12B7BFF65046}"/>
          </ac:spMkLst>
        </pc:spChg>
        <pc:spChg chg="del">
          <ac:chgData name="pratibha.s" userId="S::pratibha.s@krmangalam.edu.in::c81b94cf-77d6-4481-93e7-f045f6238cd8" providerId="AD" clId="Web-{1C1BEB88-7214-E663-C8DE-E70A584B7F60}" dt="2025-08-26T06:48:53.627" v="55"/>
          <ac:spMkLst>
            <pc:docMk/>
            <pc:sldMk cId="3499168027" sldId="607"/>
            <ac:spMk id="3" creationId="{D15EABE9-3124-E0F6-DECE-87EE226112A3}"/>
          </ac:spMkLst>
        </pc:spChg>
        <pc:picChg chg="add mod">
          <ac:chgData name="pratibha.s" userId="S::pratibha.s@krmangalam.edu.in::c81b94cf-77d6-4481-93e7-f045f6238cd8" providerId="AD" clId="Web-{1C1BEB88-7214-E663-C8DE-E70A584B7F60}" dt="2025-08-26T06:49:06.815" v="59"/>
          <ac:picMkLst>
            <pc:docMk/>
            <pc:sldMk cId="3499168027" sldId="607"/>
            <ac:picMk id="4" creationId="{EAE72149-2A0F-50B1-908D-F273CEFC02E6}"/>
          </ac:picMkLst>
        </pc:picChg>
      </pc:sldChg>
    </pc:docChg>
  </pc:docChgLst>
  <pc:docChgLst>
    <pc:chgData name="pratibha.s" userId="S::pratibha.s@krmangalam.edu.in::c81b94cf-77d6-4481-93e7-f045f6238cd8" providerId="AD" clId="Web-{C2661DDA-34D8-236F-0143-E9721D56EA3C}"/>
    <pc:docChg chg="addSld modSld">
      <pc:chgData name="pratibha.s" userId="S::pratibha.s@krmangalam.edu.in::c81b94cf-77d6-4481-93e7-f045f6238cd8" providerId="AD" clId="Web-{C2661DDA-34D8-236F-0143-E9721D56EA3C}" dt="2025-08-26T06:52:43.638" v="6"/>
      <pc:docMkLst>
        <pc:docMk/>
      </pc:docMkLst>
      <pc:sldChg chg="addSp delSp modSp new mod modClrScheme chgLayout">
        <pc:chgData name="pratibha.s" userId="S::pratibha.s@krmangalam.edu.in::c81b94cf-77d6-4481-93e7-f045f6238cd8" providerId="AD" clId="Web-{C2661DDA-34D8-236F-0143-E9721D56EA3C}" dt="2025-08-26T06:51:52.574" v="3"/>
        <pc:sldMkLst>
          <pc:docMk/>
          <pc:sldMk cId="2126608133" sldId="608"/>
        </pc:sldMkLst>
        <pc:spChg chg="del">
          <ac:chgData name="pratibha.s" userId="S::pratibha.s@krmangalam.edu.in::c81b94cf-77d6-4481-93e7-f045f6238cd8" providerId="AD" clId="Web-{C2661DDA-34D8-236F-0143-E9721D56EA3C}" dt="2025-08-26T06:51:45.683" v="1"/>
          <ac:spMkLst>
            <pc:docMk/>
            <pc:sldMk cId="2126608133" sldId="608"/>
            <ac:spMk id="2" creationId="{C546EE6C-DB8A-E741-A9C5-13B2B7BA0F9D}"/>
          </ac:spMkLst>
        </pc:spChg>
        <pc:spChg chg="del">
          <ac:chgData name="pratibha.s" userId="S::pratibha.s@krmangalam.edu.in::c81b94cf-77d6-4481-93e7-f045f6238cd8" providerId="AD" clId="Web-{C2661DDA-34D8-236F-0143-E9721D56EA3C}" dt="2025-08-26T06:51:45.683" v="1"/>
          <ac:spMkLst>
            <pc:docMk/>
            <pc:sldMk cId="2126608133" sldId="608"/>
            <ac:spMk id="3" creationId="{116C2513-358B-BC34-D2AD-F164D5FFFFB7}"/>
          </ac:spMkLst>
        </pc:spChg>
        <pc:picChg chg="add mod">
          <ac:chgData name="pratibha.s" userId="S::pratibha.s@krmangalam.edu.in::c81b94cf-77d6-4481-93e7-f045f6238cd8" providerId="AD" clId="Web-{C2661DDA-34D8-236F-0143-E9721D56EA3C}" dt="2025-08-26T06:51:52.574" v="3"/>
          <ac:picMkLst>
            <pc:docMk/>
            <pc:sldMk cId="2126608133" sldId="608"/>
            <ac:picMk id="4" creationId="{358B1900-0C1A-7538-49B6-229E4F31C9D3}"/>
          </ac:picMkLst>
        </pc:picChg>
      </pc:sldChg>
      <pc:sldChg chg="addSp delSp modSp new">
        <pc:chgData name="pratibha.s" userId="S::pratibha.s@krmangalam.edu.in::c81b94cf-77d6-4481-93e7-f045f6238cd8" providerId="AD" clId="Web-{C2661DDA-34D8-236F-0143-E9721D56EA3C}" dt="2025-08-26T06:52:43.638" v="6"/>
        <pc:sldMkLst>
          <pc:docMk/>
          <pc:sldMk cId="1058490582" sldId="609"/>
        </pc:sldMkLst>
        <pc:spChg chg="del">
          <ac:chgData name="pratibha.s" userId="S::pratibha.s@krmangalam.edu.in::c81b94cf-77d6-4481-93e7-f045f6238cd8" providerId="AD" clId="Web-{C2661DDA-34D8-236F-0143-E9721D56EA3C}" dt="2025-08-26T06:52:43.638" v="6"/>
          <ac:spMkLst>
            <pc:docMk/>
            <pc:sldMk cId="1058490582" sldId="609"/>
            <ac:spMk id="2" creationId="{5BE6CCB5-920C-48FF-07C7-33B58767A946}"/>
          </ac:spMkLst>
        </pc:spChg>
        <pc:spChg chg="del">
          <ac:chgData name="pratibha.s" userId="S::pratibha.s@krmangalam.edu.in::c81b94cf-77d6-4481-93e7-f045f6238cd8" providerId="AD" clId="Web-{C2661DDA-34D8-236F-0143-E9721D56EA3C}" dt="2025-08-26T06:52:36.982" v="5"/>
          <ac:spMkLst>
            <pc:docMk/>
            <pc:sldMk cId="1058490582" sldId="609"/>
            <ac:spMk id="3" creationId="{6D748C42-3BA2-1537-75B5-504F36AAD16C}"/>
          </ac:spMkLst>
        </pc:spChg>
        <pc:picChg chg="add mod ord">
          <ac:chgData name="pratibha.s" userId="S::pratibha.s@krmangalam.edu.in::c81b94cf-77d6-4481-93e7-f045f6238cd8" providerId="AD" clId="Web-{C2661DDA-34D8-236F-0143-E9721D56EA3C}" dt="2025-08-26T06:52:43.638" v="6"/>
          <ac:picMkLst>
            <pc:docMk/>
            <pc:sldMk cId="1058490582" sldId="609"/>
            <ac:picMk id="4" creationId="{2FC0BB53-CDB1-59D4-4088-608BB0DBA684}"/>
          </ac:picMkLst>
        </pc:picChg>
      </pc:sldChg>
    </pc:docChg>
  </pc:docChgLst>
  <pc:docChgLst>
    <pc:chgData name="pratibha.s" userId="S::pratibha.s@krmangalam.edu.in::c81b94cf-77d6-4481-93e7-f045f6238cd8" providerId="AD" clId="Web-{C216BD33-0853-9E6E-1DCD-D8752C3D2466}"/>
    <pc:docChg chg="addSld delSld modSld">
      <pc:chgData name="pratibha.s" userId="S::pratibha.s@krmangalam.edu.in::c81b94cf-77d6-4481-93e7-f045f6238cd8" providerId="AD" clId="Web-{C216BD33-0853-9E6E-1DCD-D8752C3D2466}" dt="2025-04-07T08:41:45.946" v="10" actId="20577"/>
      <pc:docMkLst>
        <pc:docMk/>
      </pc:docMkLst>
      <pc:sldChg chg="del">
        <pc:chgData name="pratibha.s" userId="S::pratibha.s@krmangalam.edu.in::c81b94cf-77d6-4481-93e7-f045f6238cd8" providerId="AD" clId="Web-{C216BD33-0853-9E6E-1DCD-D8752C3D2466}" dt="2025-04-07T08:41:09.523" v="6"/>
        <pc:sldMkLst>
          <pc:docMk/>
          <pc:sldMk cId="1551643713" sldId="395"/>
        </pc:sldMkLst>
      </pc:sldChg>
      <pc:sldChg chg="add">
        <pc:chgData name="pratibha.s" userId="S::pratibha.s@krmangalam.edu.in::c81b94cf-77d6-4481-93e7-f045f6238cd8" providerId="AD" clId="Web-{C216BD33-0853-9E6E-1DCD-D8752C3D2466}" dt="2025-04-07T08:27:52.264" v="0"/>
        <pc:sldMkLst>
          <pc:docMk/>
          <pc:sldMk cId="1137161756" sldId="549"/>
        </pc:sldMkLst>
      </pc:sldChg>
      <pc:sldChg chg="add del">
        <pc:chgData name="pratibha.s" userId="S::pratibha.s@krmangalam.edu.in::c81b94cf-77d6-4481-93e7-f045f6238cd8" providerId="AD" clId="Web-{C216BD33-0853-9E6E-1DCD-D8752C3D2466}" dt="2025-04-07T08:29:40.721" v="4"/>
        <pc:sldMkLst>
          <pc:docMk/>
          <pc:sldMk cId="2742220809" sldId="560"/>
        </pc:sldMkLst>
      </pc:sldChg>
      <pc:sldChg chg="modSp add">
        <pc:chgData name="pratibha.s" userId="S::pratibha.s@krmangalam.edu.in::c81b94cf-77d6-4481-93e7-f045f6238cd8" providerId="AD" clId="Web-{C216BD33-0853-9E6E-1DCD-D8752C3D2466}" dt="2025-04-07T08:41:37.148" v="8" actId="20577"/>
        <pc:sldMkLst>
          <pc:docMk/>
          <pc:sldMk cId="2992620617" sldId="572"/>
        </pc:sldMkLst>
      </pc:sldChg>
      <pc:sldChg chg="modSp add">
        <pc:chgData name="pratibha.s" userId="S::pratibha.s@krmangalam.edu.in::c81b94cf-77d6-4481-93e7-f045f6238cd8" providerId="AD" clId="Web-{C216BD33-0853-9E6E-1DCD-D8752C3D2466}" dt="2025-04-07T08:41:45.946" v="10" actId="20577"/>
        <pc:sldMkLst>
          <pc:docMk/>
          <pc:sldMk cId="2430529132" sldId="573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97D1C-C8C7-4B7D-A14A-F8DDC3A6DC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7A032A-16F1-46AF-8B22-86037CEB9D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CO1: </a:t>
          </a:r>
          <a:r>
            <a:rPr lang="en-US" b="1" dirty="0"/>
            <a:t>Understand</a:t>
          </a:r>
          <a:r>
            <a:rPr lang="en-US" dirty="0"/>
            <a:t> the methods for water hardness and the basics of boiler water treatment and analyze fuel calorific values and battery.</a:t>
          </a:r>
        </a:p>
      </dgm:t>
    </dgm:pt>
    <dgm:pt modelId="{F86E09F7-486D-4BEF-A923-F14FEC225C64}" type="parTrans" cxnId="{3320C3F2-A6CD-41CE-AF17-60423ED069A6}">
      <dgm:prSet/>
      <dgm:spPr/>
      <dgm:t>
        <a:bodyPr/>
        <a:lstStyle/>
        <a:p>
          <a:endParaRPr lang="en-US"/>
        </a:p>
      </dgm:t>
    </dgm:pt>
    <dgm:pt modelId="{3FC4EF5E-B808-440A-9E2C-4F7831C8CE8C}" type="sibTrans" cxnId="{3320C3F2-A6CD-41CE-AF17-60423ED069A6}">
      <dgm:prSet/>
      <dgm:spPr/>
      <dgm:t>
        <a:bodyPr/>
        <a:lstStyle/>
        <a:p>
          <a:endParaRPr lang="en-US"/>
        </a:p>
      </dgm:t>
    </dgm:pt>
    <dgm:pt modelId="{0B198A1D-F0DF-4034-A8BC-B066E7FF3ED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CO2: </a:t>
          </a:r>
          <a:r>
            <a:rPr lang="en-US" b="1" dirty="0"/>
            <a:t>Explain</a:t>
          </a:r>
          <a:r>
            <a:rPr lang="en-US" dirty="0"/>
            <a:t> the characteristics and working principles of different battery types and types of fuels. </a:t>
          </a:r>
          <a:endParaRPr lang="en-IN" dirty="0"/>
        </a:p>
      </dgm:t>
    </dgm:pt>
    <dgm:pt modelId="{134E97FE-7EA1-4ADC-83A6-E3D5A6596EBE}" type="parTrans" cxnId="{3D6D94CC-9AFE-4BCD-A5DC-7F3DCEE6B33F}">
      <dgm:prSet/>
      <dgm:spPr/>
      <dgm:t>
        <a:bodyPr/>
        <a:lstStyle/>
        <a:p>
          <a:endParaRPr lang="en-IN"/>
        </a:p>
      </dgm:t>
    </dgm:pt>
    <dgm:pt modelId="{04E66C80-9E50-4D38-B67A-F4FA2D865CE3}" type="sibTrans" cxnId="{3D6D94CC-9AFE-4BCD-A5DC-7F3DCEE6B33F}">
      <dgm:prSet/>
      <dgm:spPr/>
      <dgm:t>
        <a:bodyPr/>
        <a:lstStyle/>
        <a:p>
          <a:endParaRPr lang="en-IN"/>
        </a:p>
      </dgm:t>
    </dgm:pt>
    <dgm:pt modelId="{EEB38B72-A912-468A-BFC3-8EE4A0CB54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CO3: </a:t>
          </a:r>
          <a:r>
            <a:rPr lang="en-US" b="1" dirty="0"/>
            <a:t>Determine</a:t>
          </a:r>
          <a:r>
            <a:rPr lang="en-US" dirty="0"/>
            <a:t> the differences between batteries and fuel cells and classify fuel cell types based on their components.</a:t>
          </a:r>
          <a:r>
            <a:rPr lang="en-IN" dirty="0"/>
            <a:t>. </a:t>
          </a:r>
        </a:p>
      </dgm:t>
    </dgm:pt>
    <dgm:pt modelId="{740ADBB8-CDAC-40D3-99FE-E2752AA6F6F5}" type="parTrans" cxnId="{5AC764CA-156A-405F-A245-8AE6D91B80B0}">
      <dgm:prSet/>
      <dgm:spPr/>
      <dgm:t>
        <a:bodyPr/>
        <a:lstStyle/>
        <a:p>
          <a:endParaRPr lang="en-IN"/>
        </a:p>
      </dgm:t>
    </dgm:pt>
    <dgm:pt modelId="{B2634535-4686-436F-A9EC-5C2A6D4668CD}" type="sibTrans" cxnId="{5AC764CA-156A-405F-A245-8AE6D91B80B0}">
      <dgm:prSet/>
      <dgm:spPr/>
      <dgm:t>
        <a:bodyPr/>
        <a:lstStyle/>
        <a:p>
          <a:endParaRPr lang="en-IN"/>
        </a:p>
      </dgm:t>
    </dgm:pt>
    <dgm:pt modelId="{862F3A91-D739-459C-AA59-ACC91F40100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CO4: </a:t>
          </a:r>
          <a:r>
            <a:rPr lang="en-US" b="1" dirty="0"/>
            <a:t>Identify</a:t>
          </a:r>
          <a:r>
            <a:rPr lang="en-US" dirty="0"/>
            <a:t> between hard and soft water, solve the related numerical problems on water purification and emf and its significance in industry and daily life.</a:t>
          </a:r>
          <a:endParaRPr lang="en-IN" dirty="0"/>
        </a:p>
      </dgm:t>
    </dgm:pt>
    <dgm:pt modelId="{921011F5-0208-4207-BF03-301150786E64}" type="parTrans" cxnId="{3D8F8866-8328-49C1-81AE-8F591F259B99}">
      <dgm:prSet/>
      <dgm:spPr/>
      <dgm:t>
        <a:bodyPr/>
        <a:lstStyle/>
        <a:p>
          <a:endParaRPr lang="en-IN"/>
        </a:p>
      </dgm:t>
    </dgm:pt>
    <dgm:pt modelId="{831DC015-3E12-4E16-A5EC-98A7F0C54591}" type="sibTrans" cxnId="{3D8F8866-8328-49C1-81AE-8F591F259B99}">
      <dgm:prSet/>
      <dgm:spPr/>
      <dgm:t>
        <a:bodyPr/>
        <a:lstStyle/>
        <a:p>
          <a:endParaRPr lang="en-IN"/>
        </a:p>
      </dgm:t>
    </dgm:pt>
    <dgm:pt modelId="{2536D237-47EA-4B37-A454-BB90BD199B6A}" type="pres">
      <dgm:prSet presAssocID="{98197D1C-C8C7-4B7D-A14A-F8DDC3A6DCEA}" presName="root" presStyleCnt="0">
        <dgm:presLayoutVars>
          <dgm:dir/>
          <dgm:resizeHandles val="exact"/>
        </dgm:presLayoutVars>
      </dgm:prSet>
      <dgm:spPr/>
    </dgm:pt>
    <dgm:pt modelId="{379558B8-FE68-46C2-8D91-F37CFA5AF511}" type="pres">
      <dgm:prSet presAssocID="{1E7A032A-16F1-46AF-8B22-86037CEB9DA0}" presName="compNode" presStyleCnt="0"/>
      <dgm:spPr/>
    </dgm:pt>
    <dgm:pt modelId="{F41D418F-7B3C-47CC-81B2-AE3147FC537D}" type="pres">
      <dgm:prSet presAssocID="{1E7A032A-16F1-46AF-8B22-86037CEB9DA0}" presName="bgRect" presStyleLbl="bgShp" presStyleIdx="0" presStyleCnt="4"/>
      <dgm:spPr/>
    </dgm:pt>
    <dgm:pt modelId="{8CBEF6DD-AA1D-47DF-9638-57CD9E704645}" type="pres">
      <dgm:prSet presAssocID="{1E7A032A-16F1-46AF-8B22-86037CEB9D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399F639-EE39-4BCB-8E7E-86EA8EBD54FF}" type="pres">
      <dgm:prSet presAssocID="{1E7A032A-16F1-46AF-8B22-86037CEB9DA0}" presName="spaceRect" presStyleCnt="0"/>
      <dgm:spPr/>
    </dgm:pt>
    <dgm:pt modelId="{C859899F-9E11-47BC-ABD7-B1ADA39E6E4E}" type="pres">
      <dgm:prSet presAssocID="{1E7A032A-16F1-46AF-8B22-86037CEB9DA0}" presName="parTx" presStyleLbl="revTx" presStyleIdx="0" presStyleCnt="4">
        <dgm:presLayoutVars>
          <dgm:chMax val="0"/>
          <dgm:chPref val="0"/>
        </dgm:presLayoutVars>
      </dgm:prSet>
      <dgm:spPr/>
    </dgm:pt>
    <dgm:pt modelId="{90216848-D318-4661-B39E-EF10D6A71FA1}" type="pres">
      <dgm:prSet presAssocID="{3FC4EF5E-B808-440A-9E2C-4F7831C8CE8C}" presName="sibTrans" presStyleCnt="0"/>
      <dgm:spPr/>
    </dgm:pt>
    <dgm:pt modelId="{F95D8AB0-6A9B-485A-BDE4-E4A68A9A505E}" type="pres">
      <dgm:prSet presAssocID="{0B198A1D-F0DF-4034-A8BC-B066E7FF3EDB}" presName="compNode" presStyleCnt="0"/>
      <dgm:spPr/>
    </dgm:pt>
    <dgm:pt modelId="{C012FC80-3824-4EFE-9F5A-114D1483AA54}" type="pres">
      <dgm:prSet presAssocID="{0B198A1D-F0DF-4034-A8BC-B066E7FF3EDB}" presName="bgRect" presStyleLbl="bgShp" presStyleIdx="1" presStyleCnt="4"/>
      <dgm:spPr/>
    </dgm:pt>
    <dgm:pt modelId="{B4D3A1C4-4BA4-4014-841A-6B71C45548B0}" type="pres">
      <dgm:prSet presAssocID="{0B198A1D-F0DF-4034-A8BC-B066E7FF3E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EBC6868-9C28-4991-8CF1-9D70A6D813FC}" type="pres">
      <dgm:prSet presAssocID="{0B198A1D-F0DF-4034-A8BC-B066E7FF3EDB}" presName="spaceRect" presStyleCnt="0"/>
      <dgm:spPr/>
    </dgm:pt>
    <dgm:pt modelId="{D44C2E2F-D83F-4A52-A6C0-E2CA822CE068}" type="pres">
      <dgm:prSet presAssocID="{0B198A1D-F0DF-4034-A8BC-B066E7FF3EDB}" presName="parTx" presStyleLbl="revTx" presStyleIdx="1" presStyleCnt="4">
        <dgm:presLayoutVars>
          <dgm:chMax val="0"/>
          <dgm:chPref val="0"/>
        </dgm:presLayoutVars>
      </dgm:prSet>
      <dgm:spPr/>
    </dgm:pt>
    <dgm:pt modelId="{B24887C3-295A-4F94-953B-202027765959}" type="pres">
      <dgm:prSet presAssocID="{04E66C80-9E50-4D38-B67A-F4FA2D865CE3}" presName="sibTrans" presStyleCnt="0"/>
      <dgm:spPr/>
    </dgm:pt>
    <dgm:pt modelId="{9E014CA1-8CB7-4B47-837C-FDA9CD13B899}" type="pres">
      <dgm:prSet presAssocID="{EEB38B72-A912-468A-BFC3-8EE4A0CB542B}" presName="compNode" presStyleCnt="0"/>
      <dgm:spPr/>
    </dgm:pt>
    <dgm:pt modelId="{1AE007B7-B3F8-4079-A7C6-8FECDDD7FCAC}" type="pres">
      <dgm:prSet presAssocID="{EEB38B72-A912-468A-BFC3-8EE4A0CB542B}" presName="bgRect" presStyleLbl="bgShp" presStyleIdx="2" presStyleCnt="4"/>
      <dgm:spPr/>
    </dgm:pt>
    <dgm:pt modelId="{78CE3D94-A17F-4373-8F94-FFA0F916D308}" type="pres">
      <dgm:prSet presAssocID="{EEB38B72-A912-468A-BFC3-8EE4A0CB54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320A3BD-2636-4C64-8E3B-441C52220EBB}" type="pres">
      <dgm:prSet presAssocID="{EEB38B72-A912-468A-BFC3-8EE4A0CB542B}" presName="spaceRect" presStyleCnt="0"/>
      <dgm:spPr/>
    </dgm:pt>
    <dgm:pt modelId="{CDF8F216-6DF1-4747-B11D-32515D5ADACC}" type="pres">
      <dgm:prSet presAssocID="{EEB38B72-A912-468A-BFC3-8EE4A0CB542B}" presName="parTx" presStyleLbl="revTx" presStyleIdx="2" presStyleCnt="4">
        <dgm:presLayoutVars>
          <dgm:chMax val="0"/>
          <dgm:chPref val="0"/>
        </dgm:presLayoutVars>
      </dgm:prSet>
      <dgm:spPr/>
    </dgm:pt>
    <dgm:pt modelId="{CD869F62-C8BC-47A1-9B89-E65DF783C3B1}" type="pres">
      <dgm:prSet presAssocID="{B2634535-4686-436F-A9EC-5C2A6D4668CD}" presName="sibTrans" presStyleCnt="0"/>
      <dgm:spPr/>
    </dgm:pt>
    <dgm:pt modelId="{F41339C3-1E4E-4314-A8CA-390171776897}" type="pres">
      <dgm:prSet presAssocID="{862F3A91-D739-459C-AA59-ACC91F401002}" presName="compNode" presStyleCnt="0"/>
      <dgm:spPr/>
    </dgm:pt>
    <dgm:pt modelId="{9CC8D97A-242E-4192-9D22-094C754722C1}" type="pres">
      <dgm:prSet presAssocID="{862F3A91-D739-459C-AA59-ACC91F401002}" presName="bgRect" presStyleLbl="bgShp" presStyleIdx="3" presStyleCnt="4"/>
      <dgm:spPr/>
    </dgm:pt>
    <dgm:pt modelId="{E3801F28-382D-48CB-999F-D64AC321BFEA}" type="pres">
      <dgm:prSet presAssocID="{862F3A91-D739-459C-AA59-ACC91F4010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EA0F913-274C-4385-B0AF-55AA690A1A7F}" type="pres">
      <dgm:prSet presAssocID="{862F3A91-D739-459C-AA59-ACC91F401002}" presName="spaceRect" presStyleCnt="0"/>
      <dgm:spPr/>
    </dgm:pt>
    <dgm:pt modelId="{C5518254-9836-41F1-BF89-7570967DD110}" type="pres">
      <dgm:prSet presAssocID="{862F3A91-D739-459C-AA59-ACC91F4010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8F8866-8328-49C1-81AE-8F591F259B99}" srcId="{98197D1C-C8C7-4B7D-A14A-F8DDC3A6DCEA}" destId="{862F3A91-D739-459C-AA59-ACC91F401002}" srcOrd="3" destOrd="0" parTransId="{921011F5-0208-4207-BF03-301150786E64}" sibTransId="{831DC015-3E12-4E16-A5EC-98A7F0C54591}"/>
    <dgm:cxn modelId="{7FF79680-C74E-4147-8765-BB0459743B26}" type="presOf" srcId="{0B198A1D-F0DF-4034-A8BC-B066E7FF3EDB}" destId="{D44C2E2F-D83F-4A52-A6C0-E2CA822CE068}" srcOrd="0" destOrd="0" presId="urn:microsoft.com/office/officeart/2018/2/layout/IconVerticalSolidList"/>
    <dgm:cxn modelId="{F2724193-C788-48B3-869C-44D64BE70F35}" type="presOf" srcId="{98197D1C-C8C7-4B7D-A14A-F8DDC3A6DCEA}" destId="{2536D237-47EA-4B37-A454-BB90BD199B6A}" srcOrd="0" destOrd="0" presId="urn:microsoft.com/office/officeart/2018/2/layout/IconVerticalSolidList"/>
    <dgm:cxn modelId="{4D6F67AE-90DC-485B-BE19-E2CDF252AE39}" type="presOf" srcId="{1E7A032A-16F1-46AF-8B22-86037CEB9DA0}" destId="{C859899F-9E11-47BC-ABD7-B1ADA39E6E4E}" srcOrd="0" destOrd="0" presId="urn:microsoft.com/office/officeart/2018/2/layout/IconVerticalSolidList"/>
    <dgm:cxn modelId="{5AC764CA-156A-405F-A245-8AE6D91B80B0}" srcId="{98197D1C-C8C7-4B7D-A14A-F8DDC3A6DCEA}" destId="{EEB38B72-A912-468A-BFC3-8EE4A0CB542B}" srcOrd="2" destOrd="0" parTransId="{740ADBB8-CDAC-40D3-99FE-E2752AA6F6F5}" sibTransId="{B2634535-4686-436F-A9EC-5C2A6D4668CD}"/>
    <dgm:cxn modelId="{3D6D94CC-9AFE-4BCD-A5DC-7F3DCEE6B33F}" srcId="{98197D1C-C8C7-4B7D-A14A-F8DDC3A6DCEA}" destId="{0B198A1D-F0DF-4034-A8BC-B066E7FF3EDB}" srcOrd="1" destOrd="0" parTransId="{134E97FE-7EA1-4ADC-83A6-E3D5A6596EBE}" sibTransId="{04E66C80-9E50-4D38-B67A-F4FA2D865CE3}"/>
    <dgm:cxn modelId="{90315EDD-841C-4C65-B532-5FDF41F45327}" type="presOf" srcId="{862F3A91-D739-459C-AA59-ACC91F401002}" destId="{C5518254-9836-41F1-BF89-7570967DD110}" srcOrd="0" destOrd="0" presId="urn:microsoft.com/office/officeart/2018/2/layout/IconVerticalSolidList"/>
    <dgm:cxn modelId="{0B1CC3F2-2869-45FB-B2DC-E7696F446ED2}" type="presOf" srcId="{EEB38B72-A912-468A-BFC3-8EE4A0CB542B}" destId="{CDF8F216-6DF1-4747-B11D-32515D5ADACC}" srcOrd="0" destOrd="0" presId="urn:microsoft.com/office/officeart/2018/2/layout/IconVerticalSolidList"/>
    <dgm:cxn modelId="{3320C3F2-A6CD-41CE-AF17-60423ED069A6}" srcId="{98197D1C-C8C7-4B7D-A14A-F8DDC3A6DCEA}" destId="{1E7A032A-16F1-46AF-8B22-86037CEB9DA0}" srcOrd="0" destOrd="0" parTransId="{F86E09F7-486D-4BEF-A923-F14FEC225C64}" sibTransId="{3FC4EF5E-B808-440A-9E2C-4F7831C8CE8C}"/>
    <dgm:cxn modelId="{A7E58C7C-9633-4835-8FF9-137585CDD281}" type="presParOf" srcId="{2536D237-47EA-4B37-A454-BB90BD199B6A}" destId="{379558B8-FE68-46C2-8D91-F37CFA5AF511}" srcOrd="0" destOrd="0" presId="urn:microsoft.com/office/officeart/2018/2/layout/IconVerticalSolidList"/>
    <dgm:cxn modelId="{D6839034-7F36-4C87-877D-BCEA1DF0AAE2}" type="presParOf" srcId="{379558B8-FE68-46C2-8D91-F37CFA5AF511}" destId="{F41D418F-7B3C-47CC-81B2-AE3147FC537D}" srcOrd="0" destOrd="0" presId="urn:microsoft.com/office/officeart/2018/2/layout/IconVerticalSolidList"/>
    <dgm:cxn modelId="{C772F475-AEC7-4165-8E78-CA78B73AC580}" type="presParOf" srcId="{379558B8-FE68-46C2-8D91-F37CFA5AF511}" destId="{8CBEF6DD-AA1D-47DF-9638-57CD9E704645}" srcOrd="1" destOrd="0" presId="urn:microsoft.com/office/officeart/2018/2/layout/IconVerticalSolidList"/>
    <dgm:cxn modelId="{B9C7E122-50C4-492F-BACB-FBF01BE7CFB4}" type="presParOf" srcId="{379558B8-FE68-46C2-8D91-F37CFA5AF511}" destId="{D399F639-EE39-4BCB-8E7E-86EA8EBD54FF}" srcOrd="2" destOrd="0" presId="urn:microsoft.com/office/officeart/2018/2/layout/IconVerticalSolidList"/>
    <dgm:cxn modelId="{F950B035-4802-415D-9C4D-9A0A42946510}" type="presParOf" srcId="{379558B8-FE68-46C2-8D91-F37CFA5AF511}" destId="{C859899F-9E11-47BC-ABD7-B1ADA39E6E4E}" srcOrd="3" destOrd="0" presId="urn:microsoft.com/office/officeart/2018/2/layout/IconVerticalSolidList"/>
    <dgm:cxn modelId="{A58F67E3-027C-4BB9-9E5D-14FE5448C7E7}" type="presParOf" srcId="{2536D237-47EA-4B37-A454-BB90BD199B6A}" destId="{90216848-D318-4661-B39E-EF10D6A71FA1}" srcOrd="1" destOrd="0" presId="urn:microsoft.com/office/officeart/2018/2/layout/IconVerticalSolidList"/>
    <dgm:cxn modelId="{AFF4472D-11E2-44EF-AEE9-BC46928775DB}" type="presParOf" srcId="{2536D237-47EA-4B37-A454-BB90BD199B6A}" destId="{F95D8AB0-6A9B-485A-BDE4-E4A68A9A505E}" srcOrd="2" destOrd="0" presId="urn:microsoft.com/office/officeart/2018/2/layout/IconVerticalSolidList"/>
    <dgm:cxn modelId="{16EBCC3C-736D-4D2A-8013-62BA698A83A1}" type="presParOf" srcId="{F95D8AB0-6A9B-485A-BDE4-E4A68A9A505E}" destId="{C012FC80-3824-4EFE-9F5A-114D1483AA54}" srcOrd="0" destOrd="0" presId="urn:microsoft.com/office/officeart/2018/2/layout/IconVerticalSolidList"/>
    <dgm:cxn modelId="{1C3F6AF7-4688-4FE7-BBAF-6D6D009A92C1}" type="presParOf" srcId="{F95D8AB0-6A9B-485A-BDE4-E4A68A9A505E}" destId="{B4D3A1C4-4BA4-4014-841A-6B71C45548B0}" srcOrd="1" destOrd="0" presId="urn:microsoft.com/office/officeart/2018/2/layout/IconVerticalSolidList"/>
    <dgm:cxn modelId="{741DDDD6-1A7A-49A0-A205-695A360CD3D5}" type="presParOf" srcId="{F95D8AB0-6A9B-485A-BDE4-E4A68A9A505E}" destId="{7EBC6868-9C28-4991-8CF1-9D70A6D813FC}" srcOrd="2" destOrd="0" presId="urn:microsoft.com/office/officeart/2018/2/layout/IconVerticalSolidList"/>
    <dgm:cxn modelId="{473E02D5-9413-4752-9FD7-748EB0176B1B}" type="presParOf" srcId="{F95D8AB0-6A9B-485A-BDE4-E4A68A9A505E}" destId="{D44C2E2F-D83F-4A52-A6C0-E2CA822CE068}" srcOrd="3" destOrd="0" presId="urn:microsoft.com/office/officeart/2018/2/layout/IconVerticalSolidList"/>
    <dgm:cxn modelId="{2D14FF92-2CE5-48DF-BA8A-3D26E76DB63F}" type="presParOf" srcId="{2536D237-47EA-4B37-A454-BB90BD199B6A}" destId="{B24887C3-295A-4F94-953B-202027765959}" srcOrd="3" destOrd="0" presId="urn:microsoft.com/office/officeart/2018/2/layout/IconVerticalSolidList"/>
    <dgm:cxn modelId="{C6437333-FA7E-49ED-B122-6D318377C414}" type="presParOf" srcId="{2536D237-47EA-4B37-A454-BB90BD199B6A}" destId="{9E014CA1-8CB7-4B47-837C-FDA9CD13B899}" srcOrd="4" destOrd="0" presId="urn:microsoft.com/office/officeart/2018/2/layout/IconVerticalSolidList"/>
    <dgm:cxn modelId="{EC635338-9943-4F64-9AD4-47109EE7231A}" type="presParOf" srcId="{9E014CA1-8CB7-4B47-837C-FDA9CD13B899}" destId="{1AE007B7-B3F8-4079-A7C6-8FECDDD7FCAC}" srcOrd="0" destOrd="0" presId="urn:microsoft.com/office/officeart/2018/2/layout/IconVerticalSolidList"/>
    <dgm:cxn modelId="{5B4BE7A5-A3D9-4F81-A48A-C883D324BD01}" type="presParOf" srcId="{9E014CA1-8CB7-4B47-837C-FDA9CD13B899}" destId="{78CE3D94-A17F-4373-8F94-FFA0F916D308}" srcOrd="1" destOrd="0" presId="urn:microsoft.com/office/officeart/2018/2/layout/IconVerticalSolidList"/>
    <dgm:cxn modelId="{6AFFA396-8C5F-4D9A-91DA-B320C31EEB85}" type="presParOf" srcId="{9E014CA1-8CB7-4B47-837C-FDA9CD13B899}" destId="{2320A3BD-2636-4C64-8E3B-441C52220EBB}" srcOrd="2" destOrd="0" presId="urn:microsoft.com/office/officeart/2018/2/layout/IconVerticalSolidList"/>
    <dgm:cxn modelId="{B68984CC-3A55-4DD2-9B98-E4509ED4CE58}" type="presParOf" srcId="{9E014CA1-8CB7-4B47-837C-FDA9CD13B899}" destId="{CDF8F216-6DF1-4747-B11D-32515D5ADACC}" srcOrd="3" destOrd="0" presId="urn:microsoft.com/office/officeart/2018/2/layout/IconVerticalSolidList"/>
    <dgm:cxn modelId="{92C9A28A-550C-473E-9379-C3ECA8579662}" type="presParOf" srcId="{2536D237-47EA-4B37-A454-BB90BD199B6A}" destId="{CD869F62-C8BC-47A1-9B89-E65DF783C3B1}" srcOrd="5" destOrd="0" presId="urn:microsoft.com/office/officeart/2018/2/layout/IconVerticalSolidList"/>
    <dgm:cxn modelId="{01CA2A13-DD93-4DA8-AA24-124810860048}" type="presParOf" srcId="{2536D237-47EA-4B37-A454-BB90BD199B6A}" destId="{F41339C3-1E4E-4314-A8CA-390171776897}" srcOrd="6" destOrd="0" presId="urn:microsoft.com/office/officeart/2018/2/layout/IconVerticalSolidList"/>
    <dgm:cxn modelId="{7D57C925-29C7-474F-BF3E-5E31B5E7207F}" type="presParOf" srcId="{F41339C3-1E4E-4314-A8CA-390171776897}" destId="{9CC8D97A-242E-4192-9D22-094C754722C1}" srcOrd="0" destOrd="0" presId="urn:microsoft.com/office/officeart/2018/2/layout/IconVerticalSolidList"/>
    <dgm:cxn modelId="{E9CDB2B8-0FDC-4228-85DE-7DD2C23DD343}" type="presParOf" srcId="{F41339C3-1E4E-4314-A8CA-390171776897}" destId="{E3801F28-382D-48CB-999F-D64AC321BFEA}" srcOrd="1" destOrd="0" presId="urn:microsoft.com/office/officeart/2018/2/layout/IconVerticalSolidList"/>
    <dgm:cxn modelId="{72612AEB-4519-4A62-9E83-A46F32ED653C}" type="presParOf" srcId="{F41339C3-1E4E-4314-A8CA-390171776897}" destId="{0EA0F913-274C-4385-B0AF-55AA690A1A7F}" srcOrd="2" destOrd="0" presId="urn:microsoft.com/office/officeart/2018/2/layout/IconVerticalSolidList"/>
    <dgm:cxn modelId="{814CA231-7D7A-489D-861E-E27CB4DE072E}" type="presParOf" srcId="{F41339C3-1E4E-4314-A8CA-390171776897}" destId="{C5518254-9836-41F1-BF89-7570967DD1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D418F-7B3C-47CC-81B2-AE3147FC537D}">
      <dsp:nvSpPr>
        <dsp:cNvPr id="0" name=""/>
        <dsp:cNvSpPr/>
      </dsp:nvSpPr>
      <dsp:spPr>
        <a:xfrm>
          <a:off x="0" y="331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EF6DD-AA1D-47DF-9638-57CD9E704645}">
      <dsp:nvSpPr>
        <dsp:cNvPr id="0" name=""/>
        <dsp:cNvSpPr/>
      </dsp:nvSpPr>
      <dsp:spPr>
        <a:xfrm>
          <a:off x="346792" y="261259"/>
          <a:ext cx="631148" cy="630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9899F-9E11-47BC-ABD7-B1ADA39E6E4E}">
      <dsp:nvSpPr>
        <dsp:cNvPr id="0" name=""/>
        <dsp:cNvSpPr/>
      </dsp:nvSpPr>
      <dsp:spPr>
        <a:xfrm>
          <a:off x="1324733" y="331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CO1: </a:t>
          </a:r>
          <a:r>
            <a:rPr lang="en-US" sz="1400" b="1" kern="1200" dirty="0"/>
            <a:t>Understand</a:t>
          </a:r>
          <a:r>
            <a:rPr lang="en-US" sz="1400" kern="1200" dirty="0"/>
            <a:t> the methods for water hardness and the basics of boiler water treatment and analyze fuel calorific values and battery.</a:t>
          </a:r>
        </a:p>
      </dsp:txBody>
      <dsp:txXfrm>
        <a:off x="1324733" y="3314"/>
        <a:ext cx="2762446" cy="1147542"/>
      </dsp:txXfrm>
    </dsp:sp>
    <dsp:sp modelId="{C012FC80-3824-4EFE-9F5A-114D1483AA54}">
      <dsp:nvSpPr>
        <dsp:cNvPr id="0" name=""/>
        <dsp:cNvSpPr/>
      </dsp:nvSpPr>
      <dsp:spPr>
        <a:xfrm>
          <a:off x="0" y="1429049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3A1C4-4BA4-4014-841A-6B71C45548B0}">
      <dsp:nvSpPr>
        <dsp:cNvPr id="0" name=""/>
        <dsp:cNvSpPr/>
      </dsp:nvSpPr>
      <dsp:spPr>
        <a:xfrm>
          <a:off x="346792" y="1686994"/>
          <a:ext cx="631148" cy="630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C2E2F-D83F-4A52-A6C0-E2CA822CE068}">
      <dsp:nvSpPr>
        <dsp:cNvPr id="0" name=""/>
        <dsp:cNvSpPr/>
      </dsp:nvSpPr>
      <dsp:spPr>
        <a:xfrm>
          <a:off x="1324733" y="1429049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CO2: </a:t>
          </a:r>
          <a:r>
            <a:rPr lang="en-US" sz="1400" b="1" kern="1200" dirty="0"/>
            <a:t>Explain</a:t>
          </a:r>
          <a:r>
            <a:rPr lang="en-US" sz="1400" kern="1200" dirty="0"/>
            <a:t> the characteristics and working principles of different battery types and types of fuels. </a:t>
          </a:r>
          <a:endParaRPr lang="en-IN" sz="1400" kern="1200" dirty="0"/>
        </a:p>
      </dsp:txBody>
      <dsp:txXfrm>
        <a:off x="1324733" y="1429049"/>
        <a:ext cx="2762446" cy="1147542"/>
      </dsp:txXfrm>
    </dsp:sp>
    <dsp:sp modelId="{1AE007B7-B3F8-4079-A7C6-8FECDDD7FCAC}">
      <dsp:nvSpPr>
        <dsp:cNvPr id="0" name=""/>
        <dsp:cNvSpPr/>
      </dsp:nvSpPr>
      <dsp:spPr>
        <a:xfrm>
          <a:off x="0" y="285478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E3D94-A17F-4373-8F94-FFA0F916D308}">
      <dsp:nvSpPr>
        <dsp:cNvPr id="0" name=""/>
        <dsp:cNvSpPr/>
      </dsp:nvSpPr>
      <dsp:spPr>
        <a:xfrm>
          <a:off x="346792" y="3112729"/>
          <a:ext cx="631148" cy="630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8F216-6DF1-4747-B11D-32515D5ADACC}">
      <dsp:nvSpPr>
        <dsp:cNvPr id="0" name=""/>
        <dsp:cNvSpPr/>
      </dsp:nvSpPr>
      <dsp:spPr>
        <a:xfrm>
          <a:off x="1324733" y="285478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CO3: </a:t>
          </a:r>
          <a:r>
            <a:rPr lang="en-US" sz="1400" b="1" kern="1200" dirty="0"/>
            <a:t>Determine</a:t>
          </a:r>
          <a:r>
            <a:rPr lang="en-US" sz="1400" kern="1200" dirty="0"/>
            <a:t> the differences between batteries and fuel cells and classify fuel cell types based on their components.</a:t>
          </a:r>
          <a:r>
            <a:rPr lang="en-IN" sz="1400" kern="1200" dirty="0"/>
            <a:t>. </a:t>
          </a:r>
        </a:p>
      </dsp:txBody>
      <dsp:txXfrm>
        <a:off x="1324733" y="2854784"/>
        <a:ext cx="2762446" cy="1147542"/>
      </dsp:txXfrm>
    </dsp:sp>
    <dsp:sp modelId="{9CC8D97A-242E-4192-9D22-094C754722C1}">
      <dsp:nvSpPr>
        <dsp:cNvPr id="0" name=""/>
        <dsp:cNvSpPr/>
      </dsp:nvSpPr>
      <dsp:spPr>
        <a:xfrm>
          <a:off x="0" y="4280518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01F28-382D-48CB-999F-D64AC321BFEA}">
      <dsp:nvSpPr>
        <dsp:cNvPr id="0" name=""/>
        <dsp:cNvSpPr/>
      </dsp:nvSpPr>
      <dsp:spPr>
        <a:xfrm>
          <a:off x="346792" y="4538463"/>
          <a:ext cx="631148" cy="630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18254-9836-41F1-BF89-7570967DD110}">
      <dsp:nvSpPr>
        <dsp:cNvPr id="0" name=""/>
        <dsp:cNvSpPr/>
      </dsp:nvSpPr>
      <dsp:spPr>
        <a:xfrm>
          <a:off x="1324733" y="4280518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CO4: </a:t>
          </a:r>
          <a:r>
            <a:rPr lang="en-US" sz="1400" b="1" kern="1200" dirty="0"/>
            <a:t>Identify</a:t>
          </a:r>
          <a:r>
            <a:rPr lang="en-US" sz="1400" kern="1200" dirty="0"/>
            <a:t> between hard and soft water, solve the related numerical problems on water purification and emf and its significance in industry and daily life.</a:t>
          </a:r>
          <a:endParaRPr lang="en-IN" sz="1400" kern="1200" dirty="0"/>
        </a:p>
      </dsp:txBody>
      <dsp:txXfrm>
        <a:off x="1324733" y="4280518"/>
        <a:ext cx="2762446" cy="1147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7F7F2-8066-4F2A-AE3A-77AF146FA82B}" type="datetimeFigureOut"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620E8-3042-4665-AFE6-0D4EFF4817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64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57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22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89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0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6ED315-77F4-C669-298E-231DEF66A9C9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9EFDD7-7865-2C8A-1FE8-FCC0B665365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BDBCB0-8A8F-7DA1-1B86-3776AA10B2A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7ED083-19F2-6E8B-9B04-FF6C4C4DF034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27BB24-8BAB-5DEA-9FC1-0C6A43D5B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F729C2-F173-0381-4353-1218FA78BDC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56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72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4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99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35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02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6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90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42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51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60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49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59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9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206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6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427CE-9252-4017-A2F1-7A5BA7469A5F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7DFB79-A579-B480-4552-AC3CA7847CE2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CCACE8-7A58-B659-67BE-FE0736BC68E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00BDB1-4E66-6E67-EC10-D694C3B17A0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C95144-A583-0E01-9071-3FC5145F3933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909CB5-39DD-3CBA-AE03-2431CF8C1266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079DD2-F864-963B-624A-5F2175D62382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294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-15214" y="1251437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1756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Pratibha Sharma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4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0" y="1960483"/>
            <a:ext cx="9159214" cy="29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ETMLCH104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GB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B.Tech. (AI/ML)</a:t>
            </a:r>
            <a:endParaRPr lang="en-US" sz="3000" b="1" dirty="0">
              <a:latin typeface="Times New Roman"/>
              <a:cs typeface="Times New Roman"/>
            </a:endParaRPr>
          </a:p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Unit1: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technology &amp; Chemical Fuels</a:t>
            </a:r>
          </a:p>
          <a:p>
            <a:pPr algn="ctr"/>
            <a:endParaRPr lang="en-GB" sz="3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566-EF07-295A-8614-F69B473B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41316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 dirty="0"/>
              <a:t>Course Overview</a:t>
            </a:r>
            <a:endParaRPr lang="en-IN" sz="3850" b="1" dirty="0"/>
          </a:p>
        </p:txBody>
      </p:sp>
      <p:pic>
        <p:nvPicPr>
          <p:cNvPr id="16" name="Graphic 15" descr="Light Bulb and Gear">
            <a:extLst>
              <a:ext uri="{FF2B5EF4-FFF2-40B4-BE49-F238E27FC236}">
                <a16:creationId xmlns:a16="http://schemas.microsoft.com/office/drawing/2014/main" id="{FCFFB6F3-DA0B-3412-C8A2-1BE79E712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3622" y="409573"/>
            <a:ext cx="1143455" cy="11434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C2CCBA-4E1D-3A3B-542F-B4ACC7D7DBAD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815C64-3024-75F8-6AC5-869F89444FD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ADBD06-79D6-2925-3AF8-7D0CF6747C7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6CFBC4-5F21-F275-9EBD-9D9241AC9F11}"/>
              </a:ext>
            </a:extLst>
          </p:cNvPr>
          <p:cNvGrpSpPr/>
          <p:nvPr/>
        </p:nvGrpSpPr>
        <p:grpSpPr>
          <a:xfrm>
            <a:off x="-17499" y="6556237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948CE7-0FC8-1E4D-141E-056A81D5DA7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C2A5FB-F07D-39FF-D06E-537DECD7D78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82F173-0C25-08C2-D454-F3C6D40A2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085523"/>
              </p:ext>
            </p:extLst>
          </p:nvPr>
        </p:nvGraphicFramePr>
        <p:xfrm>
          <a:off x="457200" y="1407332"/>
          <a:ext cx="7886700" cy="485943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465349">
                  <a:extLst>
                    <a:ext uri="{9D8B030D-6E8A-4147-A177-3AD203B41FA5}">
                      <a16:colId xmlns:a16="http://schemas.microsoft.com/office/drawing/2014/main" val="100830567"/>
                    </a:ext>
                  </a:extLst>
                </a:gridCol>
                <a:gridCol w="4410243">
                  <a:extLst>
                    <a:ext uri="{9D8B030D-6E8A-4147-A177-3AD203B41FA5}">
                      <a16:colId xmlns:a16="http://schemas.microsoft.com/office/drawing/2014/main" val="3169249643"/>
                    </a:ext>
                  </a:extLst>
                </a:gridCol>
                <a:gridCol w="2011108">
                  <a:extLst>
                    <a:ext uri="{9D8B030D-6E8A-4147-A177-3AD203B41FA5}">
                      <a16:colId xmlns:a16="http://schemas.microsoft.com/office/drawing/2014/main" val="3901358825"/>
                    </a:ext>
                  </a:extLst>
                </a:gridCol>
              </a:tblGrid>
              <a:tr h="348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Unit Number: 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Title:   Water technology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No. of hours:  6  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extLst>
                  <a:ext uri="{0D108BD9-81ED-4DB2-BD59-A6C34878D82A}">
                    <a16:rowId xmlns:a16="http://schemas.microsoft.com/office/drawing/2014/main" val="3816674816"/>
                  </a:ext>
                </a:extLst>
              </a:tr>
              <a:tr h="660393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Introduction, water analysis: Hardness-determination by EDTA method, Treatment of boiler feed water: Internal treatment (Phosphate, Colloidal and Calgon conditioning). External treatments: Ion exchange and lime-soda process, Zeolite processes. Boiler scales formation and ill effects, methods of prevention of scales. Numerical problems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782252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2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Chemical Fuels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9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53086"/>
                  </a:ext>
                </a:extLst>
              </a:tr>
              <a:tr h="990590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Fuels: Introduction, classification, calorific value (HCV &amp; LCV), Determination of calorific value of fuel using Bomb calorimeter. 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Solid fuel: Coal- its analysis by proximate and ultimate analysis, Numerical problems.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Liquid fuels: Refining of petroleum, Petroleum cracking, Knocking in IC engine, its ill effects and prevention of knocking. Anti-knocking agent: Leaded and unleaded petrol. 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Gaseous fuels: LPG, CNG and their applications.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838703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3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Battery Technology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10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84328"/>
                  </a:ext>
                </a:extLst>
              </a:tr>
              <a:tr h="825492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Introduction - Galvanic cell, electrode potential, EMF of the cell and cell representation. Batteries and their importance, Classification of batteries- primary, secondary and reserve batteries with examples. Battery characteristics - voltage, capacity, energy density, power density, energy efficiency, cycle life and shelf life.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Construction, working and applications of: Ni-Cd, and Lithium-ion battery. Working principle of an electric vehicle.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73137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4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Polymer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5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407036"/>
                  </a:ext>
                </a:extLst>
              </a:tr>
              <a:tr h="882933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Basic concepts of polymer, Types of polymers, Thermoplastic &amp; thermosetting plastics, Preparation and application of some industrially important polymers (Natural rubber, Buna S, Buna-N, Neoprene, Isoprene, Nylon-6, nylon-6,6 , </a:t>
                      </a:r>
                      <a:r>
                        <a:rPr lang="en-US" sz="1200" dirty="0" err="1">
                          <a:effectLst/>
                        </a:rPr>
                        <a:t>Decron</a:t>
                      </a:r>
                      <a:r>
                        <a:rPr lang="en-US" sz="1200" dirty="0">
                          <a:effectLst/>
                        </a:rPr>
                        <a:t> and Terylene). Conducting and biodegradable polymers.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63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95288-229F-A949-3EFC-A483F9FC7EE6}"/>
              </a:ext>
            </a:extLst>
          </p:cNvPr>
          <p:cNvSpPr txBox="1"/>
          <p:nvPr/>
        </p:nvSpPr>
        <p:spPr>
          <a:xfrm>
            <a:off x="628649" y="713312"/>
            <a:ext cx="310152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OUTCOMES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90F0FE0-AFB9-64D4-CDDB-4AB43EF06A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059196"/>
              </p:ext>
            </p:extLst>
          </p:nvPr>
        </p:nvGraphicFramePr>
        <p:xfrm>
          <a:off x="4133778" y="713313"/>
          <a:ext cx="4381571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2BEED39-1873-8320-3237-352C01D0983E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28577-A4D6-304B-CF13-E7CCEB82C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8CD291-A2CA-817A-0BDA-D3418F49554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D19E6-5178-14BF-548C-E2A51E27DDD5}"/>
              </a:ext>
            </a:extLst>
          </p:cNvPr>
          <p:cNvGrpSpPr/>
          <p:nvPr/>
        </p:nvGrpSpPr>
        <p:grpSpPr>
          <a:xfrm>
            <a:off x="-8750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6B6FFC-0D2C-1B24-61CC-DC64D7CC7F2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3BDCF2-3060-4C52-0D5D-49737F871AF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14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3116-F364-B8E1-E2B2-B14CC9455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3321" y="1337310"/>
            <a:ext cx="4688333" cy="2674620"/>
          </a:xfrm>
        </p:spPr>
        <p:txBody>
          <a:bodyPr anchor="b">
            <a:normAutofit/>
          </a:bodyPr>
          <a:lstStyle/>
          <a:p>
            <a:pPr algn="l"/>
            <a:r>
              <a:rPr lang="en-IN" sz="4050" b="1" dirty="0"/>
              <a:t>Hardness-determination by EDTA method</a:t>
            </a:r>
          </a:p>
        </p:txBody>
      </p:sp>
      <p:pic>
        <p:nvPicPr>
          <p:cNvPr id="21" name="Picture 20" descr="Pipette adding DNA sample to a petri dish">
            <a:extLst>
              <a:ext uri="{FF2B5EF4-FFF2-40B4-BE49-F238E27FC236}">
                <a16:creationId xmlns:a16="http://schemas.microsoft.com/office/drawing/2014/main" id="{4F6E3B93-AE70-CF47-8A5F-3986DE2F35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42" r="36325"/>
          <a:stretch/>
        </p:blipFill>
        <p:spPr>
          <a:xfrm>
            <a:off x="1" y="857257"/>
            <a:ext cx="3493008" cy="5143493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68291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13565AD0-4077-726E-C4AF-0A7D586FE4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391" y="1653097"/>
            <a:ext cx="6908839" cy="4797037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DA437B-8388-5539-A43E-4DF77B23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Hardness of water</a:t>
            </a:r>
          </a:p>
        </p:txBody>
      </p:sp>
    </p:spTree>
    <p:extLst>
      <p:ext uri="{BB962C8B-B14F-4D97-AF65-F5344CB8AC3E}">
        <p14:creationId xmlns:p14="http://schemas.microsoft.com/office/powerpoint/2010/main" val="995971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faucet with a water faucet&#10;&#10;AI-generated content may be incorrect.">
            <a:extLst>
              <a:ext uri="{FF2B5EF4-FFF2-40B4-BE49-F238E27FC236}">
                <a16:creationId xmlns:a16="http://schemas.microsoft.com/office/drawing/2014/main" id="{0FEFB669-637C-C9E3-D9EF-C14CF68F9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94" y="373063"/>
            <a:ext cx="8142812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359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diagram&#10;&#10;AI-generated content may be incorrect.">
            <a:extLst>
              <a:ext uri="{FF2B5EF4-FFF2-40B4-BE49-F238E27FC236}">
                <a16:creationId xmlns:a16="http://schemas.microsoft.com/office/drawing/2014/main" id="{A2C162D8-2A20-31F5-313E-CDEC4183E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94" y="373063"/>
            <a:ext cx="8142812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00938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hemical formula&#10;&#10;AI-generated content may be incorrect.">
            <a:extLst>
              <a:ext uri="{FF2B5EF4-FFF2-40B4-BE49-F238E27FC236}">
                <a16:creationId xmlns:a16="http://schemas.microsoft.com/office/drawing/2014/main" id="{05489C19-F104-F9EE-A2E7-CF195BB83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92" y="373063"/>
            <a:ext cx="8142816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395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chemical formulas&#10;&#10;AI-generated content may be incorrect.">
            <a:extLst>
              <a:ext uri="{FF2B5EF4-FFF2-40B4-BE49-F238E27FC236}">
                <a16:creationId xmlns:a16="http://schemas.microsoft.com/office/drawing/2014/main" id="{358B1900-0C1A-7538-49B6-229E4F31C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67" y="373063"/>
            <a:ext cx="8225066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6608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C0BB53-CDB1-59D4-4088-608BB0DBA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88" y="1398734"/>
            <a:ext cx="8963025" cy="40557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58490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0A75B56-6F80-3714-8E55-BEAF8ED13B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57250"/>
            <a:ext cx="9143999" cy="516403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3055022-1F6C-2E8A-ABFF-26A7CE77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35" y="970945"/>
            <a:ext cx="4458465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4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Estimation of Hardness of Water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BEF448-A9CF-5D4F-DFF2-F58D1C6D31C4}"/>
              </a:ext>
            </a:extLst>
          </p:cNvPr>
          <p:cNvCxnSpPr>
            <a:cxnSpLocks/>
          </p:cNvCxnSpPr>
          <p:nvPr/>
        </p:nvCxnSpPr>
        <p:spPr>
          <a:xfrm flipV="1">
            <a:off x="0" y="1596838"/>
            <a:ext cx="9090212" cy="5649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4267F-7B74-501B-513A-8C37E3133C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" y="5589241"/>
            <a:ext cx="1808820" cy="260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BB1DEA-17E7-DCE7-E34F-7D760CE829A6}"/>
              </a:ext>
            </a:extLst>
          </p:cNvPr>
          <p:cNvSpPr txBox="1"/>
          <p:nvPr/>
        </p:nvSpPr>
        <p:spPr>
          <a:xfrm>
            <a:off x="134634" y="1742468"/>
            <a:ext cx="8955578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EDTA forms a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colourless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stable complex with Ca</a:t>
            </a:r>
            <a:r>
              <a:rPr lang="en-US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Mg</a:t>
            </a:r>
            <a:r>
              <a:rPr lang="en-US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ions in water at pH10. Ammonia buffer is used to maintain the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this method EBT (Eriochrome Black-T) is used as an indicator. Initially EBT forms an unstable complex with Ca</a:t>
            </a:r>
            <a:r>
              <a:rPr lang="en-US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Mg</a:t>
            </a:r>
            <a:r>
              <a:rPr lang="en-US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ions, giving wine red colour to the solution. During the titration EDTA reacts with this complex (Ca-EBT or Mg-EBT</a:t>
            </a: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complex), forms a stable complex (Ca-EDTA or Mg-EDTA) and releases the blue EBT into the solution. Hence the end point is wine red to blue colour</a:t>
            </a:r>
          </a:p>
          <a:p>
            <a:pPr algn="just"/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5FD6BA-F902-B395-AD48-6F0272AEB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669" y="3147343"/>
            <a:ext cx="4615507" cy="226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04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chart&#10;&#10;AI-generated content may be incorrect.">
            <a:extLst>
              <a:ext uri="{FF2B5EF4-FFF2-40B4-BE49-F238E27FC236}">
                <a16:creationId xmlns:a16="http://schemas.microsoft.com/office/drawing/2014/main" id="{1727AE9C-9CB4-D87C-22E4-C8A4233AD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94" y="373063"/>
            <a:ext cx="8142812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6294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AF5DA60E-7ABC-F8DF-E550-74DCA8B4E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92" y="373063"/>
            <a:ext cx="8142816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5996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3048C0E5-0135-1195-9383-74FDB8F3F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92" y="373063"/>
            <a:ext cx="8142816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593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750C9F-638C-DF15-CC5B-290F5F089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94" y="373063"/>
            <a:ext cx="8142812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42856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EAE72149-2A0F-50B1-908D-F273CEFC0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94" y="373063"/>
            <a:ext cx="8142812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9168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0A75B56-6F80-3714-8E55-BEAF8ED13B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57250"/>
            <a:ext cx="9143999" cy="516403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3055022-1F6C-2E8A-ABFF-26A7CE77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35" y="970945"/>
            <a:ext cx="4458465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4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Estimation of Hardness of Water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BEF448-A9CF-5D4F-DFF2-F58D1C6D31C4}"/>
              </a:ext>
            </a:extLst>
          </p:cNvPr>
          <p:cNvCxnSpPr>
            <a:cxnSpLocks/>
          </p:cNvCxnSpPr>
          <p:nvPr/>
        </p:nvCxnSpPr>
        <p:spPr>
          <a:xfrm flipV="1">
            <a:off x="0" y="1596838"/>
            <a:ext cx="9090212" cy="5649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4267F-7B74-501B-513A-8C37E3133C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" y="5589241"/>
            <a:ext cx="1808820" cy="260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BB1DEA-17E7-DCE7-E34F-7D760CE829A6}"/>
              </a:ext>
            </a:extLst>
          </p:cNvPr>
          <p:cNvSpPr txBox="1"/>
          <p:nvPr/>
        </p:nvSpPr>
        <p:spPr>
          <a:xfrm>
            <a:off x="134634" y="1742467"/>
            <a:ext cx="8955578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steps involved in this method are;</a:t>
            </a:r>
          </a:p>
          <a:p>
            <a:pPr algn="just"/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AutoNum type="arabicPeriod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 of standard hard water (1mg of CaCO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1 mL of water).</a:t>
            </a:r>
          </a:p>
          <a:p>
            <a:pPr algn="just"/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Standardization of EDTA solutions: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Pipette out 50 mL of standard hard water in a conical flask. 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10-15 mL of buffer  solution and 4 to 5 drops EBT indicator. 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Titrate with EDTA solution, till wine red  colour changes to clear blue. Let volume used be 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Titration of unknown hard water: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Titrate 50 mL of water sample just as indicated above. Let the volume used be 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Titration for permanent hardness: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250 mL of the water sample in a large beaker. 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Boil it, till the volume is reduced to about 50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mL.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Filter, wash the precipitate with distilled water, and collect the filtrate and washings in a 250 mL measuring flask. 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make up the volume to 250 mL with distilled water. 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titrate 50 mL of boiled water sample just as in step (2). Let the volume of EDTA used be 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650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0A75B56-6F80-3714-8E55-BEAF8ED13B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57250"/>
            <a:ext cx="9143999" cy="516403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3055022-1F6C-2E8A-ABFF-26A7CE77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35" y="970945"/>
            <a:ext cx="4458465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4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Estimation of Hardness of Water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BEF448-A9CF-5D4F-DFF2-F58D1C6D31C4}"/>
              </a:ext>
            </a:extLst>
          </p:cNvPr>
          <p:cNvCxnSpPr>
            <a:cxnSpLocks/>
          </p:cNvCxnSpPr>
          <p:nvPr/>
        </p:nvCxnSpPr>
        <p:spPr>
          <a:xfrm flipV="1">
            <a:off x="0" y="1596838"/>
            <a:ext cx="9090212" cy="5649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4267F-7B74-501B-513A-8C37E3133C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" y="5589241"/>
            <a:ext cx="1808820" cy="260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BB1DEA-17E7-DCE7-E34F-7D760CE829A6}"/>
              </a:ext>
            </a:extLst>
          </p:cNvPr>
          <p:cNvSpPr txBox="1"/>
          <p:nvPr/>
        </p:nvSpPr>
        <p:spPr>
          <a:xfrm>
            <a:off x="134634" y="1567787"/>
            <a:ext cx="8955578" cy="403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Calculations:</a:t>
            </a: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mL of standard hard water = 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of EDTA</a:t>
            </a: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 mg of CaCO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V1 mL of EDTA</a:t>
            </a: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mL of EDTA = 50/V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 of CaCO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Now 50 mL of given hard water = 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of EDTA =V2*50 X mg of CaCO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just"/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L (1000mL) of given hard water  = 1000V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 of CaCO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</a:t>
            </a:r>
          </a:p>
          <a:p>
            <a:pPr algn="just"/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hardness of water = 1000V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mg/L = 1000V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ppm</a:t>
            </a:r>
          </a:p>
          <a:p>
            <a:pPr algn="just"/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Now 50 mL of boiled water = 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*50 X mg of CaCO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L of given hard water = 1000V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 of CaCO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</a:t>
            </a:r>
          </a:p>
          <a:p>
            <a:pPr algn="just"/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Permanent hardness = 1000V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mg/L = 1000V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ppm</a:t>
            </a:r>
          </a:p>
          <a:p>
            <a:pPr algn="just"/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Temporary hardness = Total hardness – permanent hardness</a:t>
            </a:r>
          </a:p>
          <a:p>
            <a:pPr algn="just"/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Temporary hardness =1000(V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ppm/ V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08473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CD49-9941-C738-AD8F-209EF507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Take away of the session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AC60-6C94-BE21-A17A-6CC0CDE96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Purpose:</a:t>
            </a:r>
            <a:r>
              <a:rPr lang="en-US" dirty="0">
                <a:ea typeface="+mn-lt"/>
                <a:cs typeface="+mn-lt"/>
              </a:rPr>
              <a:t> Measures </a:t>
            </a:r>
            <a:r>
              <a:rPr lang="en-US" b="1" dirty="0">
                <a:ea typeface="+mn-lt"/>
                <a:cs typeface="+mn-lt"/>
              </a:rPr>
              <a:t>total hardness</a:t>
            </a:r>
            <a:r>
              <a:rPr lang="en-US" dirty="0">
                <a:ea typeface="+mn-lt"/>
                <a:cs typeface="+mn-lt"/>
              </a:rPr>
              <a:t> (Ca²⁺ and Mg²⁺ ions) in water.</a:t>
            </a:r>
          </a:p>
          <a:p>
            <a:r>
              <a:rPr lang="en-US" b="1" dirty="0">
                <a:ea typeface="+mn-lt"/>
                <a:cs typeface="+mn-lt"/>
              </a:rPr>
              <a:t>Principle:</a:t>
            </a:r>
            <a:r>
              <a:rPr lang="en-US" dirty="0">
                <a:ea typeface="+mn-lt"/>
                <a:cs typeface="+mn-lt"/>
              </a:rPr>
              <a:t> EDTA forms a stable, colorless </a:t>
            </a:r>
            <a:r>
              <a:rPr lang="en-US" b="1" dirty="0">
                <a:ea typeface="+mn-lt"/>
                <a:cs typeface="+mn-lt"/>
              </a:rPr>
              <a:t>complex with Ca²⁺/Mg²⁺</a:t>
            </a:r>
            <a:r>
              <a:rPr lang="en-US" dirty="0">
                <a:ea typeface="+mn-lt"/>
                <a:cs typeface="+mn-lt"/>
              </a:rPr>
              <a:t> ions in a titration.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Indicator Used: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Eriochrome Black T (EBT)</a:t>
            </a:r>
            <a:r>
              <a:rPr lang="en-US" dirty="0">
                <a:ea typeface="+mn-lt"/>
                <a:cs typeface="+mn-lt"/>
              </a:rPr>
              <a:t> – forms a wine-red complex with metal ions.</a:t>
            </a:r>
          </a:p>
          <a:p>
            <a:r>
              <a:rPr lang="en-US" b="1" dirty="0">
                <a:ea typeface="+mn-lt"/>
                <a:cs typeface="+mn-lt"/>
              </a:rPr>
              <a:t>End Point:</a:t>
            </a:r>
            <a:r>
              <a:rPr lang="en-US" dirty="0">
                <a:ea typeface="+mn-lt"/>
                <a:cs typeface="+mn-lt"/>
              </a:rPr>
              <a:t> Color changes from </a:t>
            </a:r>
            <a:r>
              <a:rPr lang="en-US" b="1" dirty="0">
                <a:ea typeface="+mn-lt"/>
                <a:cs typeface="+mn-lt"/>
              </a:rPr>
              <a:t>wine red to blue</a:t>
            </a:r>
            <a:r>
              <a:rPr lang="en-US" dirty="0">
                <a:ea typeface="+mn-lt"/>
                <a:cs typeface="+mn-lt"/>
              </a:rPr>
              <a:t> when all hardness ions are complexed.</a:t>
            </a:r>
          </a:p>
          <a:p>
            <a:r>
              <a:rPr lang="en-US" b="1" dirty="0">
                <a:ea typeface="+mn-lt"/>
                <a:cs typeface="+mn-lt"/>
              </a:rPr>
              <a:t>Buffer Solution:</a:t>
            </a:r>
            <a:r>
              <a:rPr lang="en-US" dirty="0">
                <a:ea typeface="+mn-lt"/>
                <a:cs typeface="+mn-lt"/>
              </a:rPr>
              <a:t> Maintains pH around </a:t>
            </a:r>
            <a:r>
              <a:rPr lang="en-US" b="1" dirty="0">
                <a:ea typeface="+mn-lt"/>
                <a:cs typeface="+mn-lt"/>
              </a:rPr>
              <a:t>10</a:t>
            </a:r>
            <a:r>
              <a:rPr lang="en-US" dirty="0">
                <a:ea typeface="+mn-lt"/>
                <a:cs typeface="+mn-lt"/>
              </a:rPr>
              <a:t> for accurate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620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B7391-DBBB-1E77-4701-C0DAEBB4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113"/>
            <a:ext cx="7886700" cy="1325563"/>
          </a:xfrm>
        </p:spPr>
        <p:txBody>
          <a:bodyPr/>
          <a:lstStyle/>
          <a:p>
            <a:r>
              <a:rPr lang="en-GB" b="1" dirty="0"/>
              <a:t>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9C9F-C3B2-55F7-8FC7-29D69603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4410"/>
            <a:ext cx="7886700" cy="5498463"/>
          </a:xfrm>
        </p:spPr>
        <p:txBody>
          <a:bodyPr vert="horz" lIns="68580" tIns="34290" rIns="68580" bIns="34290" rtlCol="0" anchor="t">
            <a:normAutofit fontScale="92500" lnSpcReduction="10000"/>
          </a:bodyPr>
          <a:lstStyle/>
          <a:p>
            <a:pPr marL="342900" indent="-342900">
              <a:buAutoNum type="arabicPeriod"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What is the function of EDTA in hardness determination?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Indicator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Buffer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Complexing agent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Precipitating agent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endParaRPr lang="en-GB" sz="1400" b="1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Which indicator is used in EDTA titration for hardness?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Methyl orange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Phenolphthalein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Eriochrome Black T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Litmus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endParaRPr lang="en-GB" sz="1400" b="1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What is the </a:t>
            </a:r>
            <a:r>
              <a:rPr lang="en-GB" sz="1400" b="1" dirty="0" err="1">
                <a:solidFill>
                  <a:schemeClr val="accent1"/>
                </a:solidFill>
                <a:ea typeface="+mn-lt"/>
                <a:cs typeface="+mn-lt"/>
              </a:rPr>
              <a:t>color</a:t>
            </a: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change at the end point of EDTA titration?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Blue to red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Red to yellow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Red to blue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Yellow to </a:t>
            </a:r>
            <a:r>
              <a:rPr lang="en-GB" sz="1400" b="1" dirty="0" err="1">
                <a:solidFill>
                  <a:schemeClr val="accent1"/>
                </a:solidFill>
                <a:ea typeface="+mn-lt"/>
                <a:cs typeface="+mn-lt"/>
              </a:rPr>
              <a:t>colorless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endParaRPr lang="en-GB" sz="1400" b="1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What pH is maintained during the EDTA titration of water hardness?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4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7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10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12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endParaRPr lang="en-GB" sz="1400" b="1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Total hardness is usually expressed in terms of: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</a:t>
            </a:r>
            <a:r>
              <a:rPr lang="en-GB" sz="1400" b="1" dirty="0" err="1">
                <a:solidFill>
                  <a:schemeClr val="accent1"/>
                </a:solidFill>
                <a:ea typeface="+mn-lt"/>
                <a:cs typeface="+mn-lt"/>
              </a:rPr>
              <a:t>MgCl</a:t>
            </a: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₂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</a:t>
            </a:r>
            <a:r>
              <a:rPr lang="en-GB" sz="1400" b="1" dirty="0" err="1">
                <a:solidFill>
                  <a:schemeClr val="accent1"/>
                </a:solidFill>
                <a:ea typeface="+mn-lt"/>
                <a:cs typeface="+mn-lt"/>
              </a:rPr>
              <a:t>CaSO</a:t>
            </a: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₄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</a:t>
            </a:r>
            <a:r>
              <a:rPr lang="en-GB" sz="1400" b="1" dirty="0" err="1">
                <a:solidFill>
                  <a:schemeClr val="accent1"/>
                </a:solidFill>
                <a:ea typeface="+mn-lt"/>
                <a:cs typeface="+mn-lt"/>
              </a:rPr>
              <a:t>CaCO</a:t>
            </a: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₃ equivalent (mg/L or ppm)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</a:t>
            </a:r>
            <a:r>
              <a:rPr lang="en-GB" sz="1400" b="1" dirty="0" err="1">
                <a:solidFill>
                  <a:schemeClr val="accent1"/>
                </a:solidFill>
                <a:ea typeface="+mn-lt"/>
                <a:cs typeface="+mn-lt"/>
              </a:rPr>
              <a:t>NaHCO</a:t>
            </a: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₃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endParaRPr lang="en-GB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801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075-EB89-2E88-AF05-0A0D70FF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References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45FD-DF0D-8F43-EA79-B945895D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Engineering Chemistry by Jain and Jain.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07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586</TotalTime>
  <Words>1221</Words>
  <Application>Microsoft Office PowerPoint</Application>
  <PresentationFormat>On-screen Show (4:3)</PresentationFormat>
  <Paragraphs>94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Course Overview</vt:lpstr>
      <vt:lpstr>PowerPoint Presentation</vt:lpstr>
      <vt:lpstr>Hardness-determination by EDTA method</vt:lpstr>
      <vt:lpstr>Hardness of water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away of the session</vt:lpstr>
      <vt:lpstr>Questions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pratibha.s</dc:creator>
  <cp:lastModifiedBy>pratibha.s</cp:lastModifiedBy>
  <cp:revision>77</cp:revision>
  <dcterms:created xsi:type="dcterms:W3CDTF">2024-10-29T09:41:06Z</dcterms:created>
  <dcterms:modified xsi:type="dcterms:W3CDTF">2025-08-26T06:52:47Z</dcterms:modified>
</cp:coreProperties>
</file>