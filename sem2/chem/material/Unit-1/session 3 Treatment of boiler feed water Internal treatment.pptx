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6"/>
  </p:notesMasterIdLst>
  <p:sldIdLst>
    <p:sldId id="574" r:id="rId2"/>
    <p:sldId id="565" r:id="rId3"/>
    <p:sldId id="575" r:id="rId4"/>
    <p:sldId id="599" r:id="rId5"/>
    <p:sldId id="422" r:id="rId6"/>
    <p:sldId id="609" r:id="rId7"/>
    <p:sldId id="607" r:id="rId8"/>
    <p:sldId id="420" r:id="rId9"/>
    <p:sldId id="421" r:id="rId10"/>
    <p:sldId id="606" r:id="rId11"/>
    <p:sldId id="423" r:id="rId12"/>
    <p:sldId id="600" r:id="rId13"/>
    <p:sldId id="601" r:id="rId14"/>
    <p:sldId id="611" r:id="rId15"/>
    <p:sldId id="602" r:id="rId16"/>
    <p:sldId id="610" r:id="rId17"/>
    <p:sldId id="603" r:id="rId18"/>
    <p:sldId id="613" r:id="rId19"/>
    <p:sldId id="605" r:id="rId20"/>
    <p:sldId id="604" r:id="rId21"/>
    <p:sldId id="612" r:id="rId22"/>
    <p:sldId id="598" r:id="rId23"/>
    <p:sldId id="573" r:id="rId24"/>
    <p:sldId id="588" r:id="rId2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0BC3665-9B23-260F-5625-3760E4FF505B}" v="208" dt="2025-08-26T08:21:25.852"/>
    <p1510:client id="{EDBAB085-C819-7211-6A76-9DE8EE1EF6CF}" v="2" dt="2025-08-26T09:04:38.41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1" d="100"/>
          <a:sy n="101" d="100"/>
        </p:scale>
        <p:origin x="18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tibha.s" userId="S::pratibha.s@krmangalam.edu.in::c81b94cf-77d6-4481-93e7-f045f6238cd8" providerId="AD" clId="Web-{EDBAB085-C819-7211-6A76-9DE8EE1EF6CF}"/>
    <pc:docChg chg="addSld modSld">
      <pc:chgData name="pratibha.s" userId="S::pratibha.s@krmangalam.edu.in::c81b94cf-77d6-4481-93e7-f045f6238cd8" providerId="AD" clId="Web-{EDBAB085-C819-7211-6A76-9DE8EE1EF6CF}" dt="2025-08-26T09:04:41.039" v="2"/>
      <pc:docMkLst>
        <pc:docMk/>
      </pc:docMkLst>
      <pc:sldChg chg="addSp delSp modSp new">
        <pc:chgData name="pratibha.s" userId="S::pratibha.s@krmangalam.edu.in::c81b94cf-77d6-4481-93e7-f045f6238cd8" providerId="AD" clId="Web-{EDBAB085-C819-7211-6A76-9DE8EE1EF6CF}" dt="2025-08-26T09:04:41.039" v="2"/>
        <pc:sldMkLst>
          <pc:docMk/>
          <pc:sldMk cId="904036528" sldId="613"/>
        </pc:sldMkLst>
        <pc:spChg chg="del">
          <ac:chgData name="pratibha.s" userId="S::pratibha.s@krmangalam.edu.in::c81b94cf-77d6-4481-93e7-f045f6238cd8" providerId="AD" clId="Web-{EDBAB085-C819-7211-6A76-9DE8EE1EF6CF}" dt="2025-08-26T09:04:41.039" v="2"/>
          <ac:spMkLst>
            <pc:docMk/>
            <pc:sldMk cId="904036528" sldId="613"/>
            <ac:spMk id="2" creationId="{58E7FAD7-4FBD-E0C2-DC98-DD6655365D4B}"/>
          </ac:spMkLst>
        </pc:spChg>
        <pc:spChg chg="del">
          <ac:chgData name="pratibha.s" userId="S::pratibha.s@krmangalam.edu.in::c81b94cf-77d6-4481-93e7-f045f6238cd8" providerId="AD" clId="Web-{EDBAB085-C819-7211-6A76-9DE8EE1EF6CF}" dt="2025-08-26T09:04:38.414" v="1"/>
          <ac:spMkLst>
            <pc:docMk/>
            <pc:sldMk cId="904036528" sldId="613"/>
            <ac:spMk id="3" creationId="{1AC032DD-7199-C8E8-6C09-32C994111F41}"/>
          </ac:spMkLst>
        </pc:spChg>
        <pc:picChg chg="add mod ord">
          <ac:chgData name="pratibha.s" userId="S::pratibha.s@krmangalam.edu.in::c81b94cf-77d6-4481-93e7-f045f6238cd8" providerId="AD" clId="Web-{EDBAB085-C819-7211-6A76-9DE8EE1EF6CF}" dt="2025-08-26T09:04:41.039" v="2"/>
          <ac:picMkLst>
            <pc:docMk/>
            <pc:sldMk cId="904036528" sldId="613"/>
            <ac:picMk id="4" creationId="{75612B9F-22B8-BF35-069A-C08D249B433D}"/>
          </ac:picMkLst>
        </pc:picChg>
      </pc:sldChg>
    </pc:docChg>
  </pc:docChgLst>
  <pc:docChgLst>
    <pc:chgData name="pratibha.s" userId="S::pratibha.s@krmangalam.edu.in::c81b94cf-77d6-4481-93e7-f045f6238cd8" providerId="AD" clId="Web-{80BC3665-9B23-260F-5625-3760E4FF505B}"/>
    <pc:docChg chg="addSld delSld modSld sldOrd">
      <pc:chgData name="pratibha.s" userId="S::pratibha.s@krmangalam.edu.in::c81b94cf-77d6-4481-93e7-f045f6238cd8" providerId="AD" clId="Web-{80BC3665-9B23-260F-5625-3760E4FF505B}" dt="2025-08-26T08:21:25.852" v="179"/>
      <pc:docMkLst>
        <pc:docMk/>
      </pc:docMkLst>
      <pc:sldChg chg="ord">
        <pc:chgData name="pratibha.s" userId="S::pratibha.s@krmangalam.edu.in::c81b94cf-77d6-4481-93e7-f045f6238cd8" providerId="AD" clId="Web-{80BC3665-9B23-260F-5625-3760E4FF505B}" dt="2025-08-26T07:12:28.260" v="29"/>
        <pc:sldMkLst>
          <pc:docMk/>
          <pc:sldMk cId="185032789" sldId="420"/>
        </pc:sldMkLst>
      </pc:sldChg>
      <pc:sldChg chg="ord">
        <pc:chgData name="pratibha.s" userId="S::pratibha.s@krmangalam.edu.in::c81b94cf-77d6-4481-93e7-f045f6238cd8" providerId="AD" clId="Web-{80BC3665-9B23-260F-5625-3760E4FF505B}" dt="2025-08-26T07:12:28.260" v="28"/>
        <pc:sldMkLst>
          <pc:docMk/>
          <pc:sldMk cId="1024511856" sldId="421"/>
        </pc:sldMkLst>
      </pc:sldChg>
      <pc:sldChg chg="ord">
        <pc:chgData name="pratibha.s" userId="S::pratibha.s@krmangalam.edu.in::c81b94cf-77d6-4481-93e7-f045f6238cd8" providerId="AD" clId="Web-{80BC3665-9B23-260F-5625-3760E4FF505B}" dt="2025-08-26T07:20:56.604" v="62"/>
        <pc:sldMkLst>
          <pc:docMk/>
          <pc:sldMk cId="4223998349" sldId="422"/>
        </pc:sldMkLst>
      </pc:sldChg>
      <pc:sldChg chg="delSp modSp add del">
        <pc:chgData name="pratibha.s" userId="S::pratibha.s@krmangalam.edu.in::c81b94cf-77d6-4481-93e7-f045f6238cd8" providerId="AD" clId="Web-{80BC3665-9B23-260F-5625-3760E4FF505B}" dt="2025-08-26T07:26:43.177" v="134" actId="1076"/>
        <pc:sldMkLst>
          <pc:docMk/>
          <pc:sldMk cId="1683116425" sldId="423"/>
        </pc:sldMkLst>
        <pc:spChg chg="mod">
          <ac:chgData name="pratibha.s" userId="S::pratibha.s@krmangalam.edu.in::c81b94cf-77d6-4481-93e7-f045f6238cd8" providerId="AD" clId="Web-{80BC3665-9B23-260F-5625-3760E4FF505B}" dt="2025-08-26T07:26:28.536" v="128" actId="20577"/>
          <ac:spMkLst>
            <pc:docMk/>
            <pc:sldMk cId="1683116425" sldId="423"/>
            <ac:spMk id="7" creationId="{C3BB1DEA-17E7-DCE7-E34F-7D760CE829A6}"/>
          </ac:spMkLst>
        </pc:spChg>
        <pc:cxnChg chg="del">
          <ac:chgData name="pratibha.s" userId="S::pratibha.s@krmangalam.edu.in::c81b94cf-77d6-4481-93e7-f045f6238cd8" providerId="AD" clId="Web-{80BC3665-9B23-260F-5625-3760E4FF505B}" dt="2025-08-26T07:26:35.271" v="130"/>
          <ac:cxnSpMkLst>
            <pc:docMk/>
            <pc:sldMk cId="1683116425" sldId="423"/>
            <ac:cxnSpMk id="8" creationId="{09B82E41-8878-EE28-DEFC-55FA606BC749}"/>
          </ac:cxnSpMkLst>
        </pc:cxnChg>
        <pc:cxnChg chg="mod">
          <ac:chgData name="pratibha.s" userId="S::pratibha.s@krmangalam.edu.in::c81b94cf-77d6-4481-93e7-f045f6238cd8" providerId="AD" clId="Web-{80BC3665-9B23-260F-5625-3760E4FF505B}" dt="2025-08-26T07:26:43.177" v="134" actId="1076"/>
          <ac:cxnSpMkLst>
            <pc:docMk/>
            <pc:sldMk cId="1683116425" sldId="423"/>
            <ac:cxnSpMk id="9" creationId="{D22EC0D5-2460-2F2C-7BA4-CCD9B9D28956}"/>
          </ac:cxnSpMkLst>
        </pc:cxnChg>
        <pc:cxnChg chg="mod">
          <ac:chgData name="pratibha.s" userId="S::pratibha.s@krmangalam.edu.in::c81b94cf-77d6-4481-93e7-f045f6238cd8" providerId="AD" clId="Web-{80BC3665-9B23-260F-5625-3760E4FF505B}" dt="2025-08-26T07:26:40.756" v="133" actId="1076"/>
          <ac:cxnSpMkLst>
            <pc:docMk/>
            <pc:sldMk cId="1683116425" sldId="423"/>
            <ac:cxnSpMk id="10" creationId="{A62B4ACD-BF84-B2D6-79EA-6279FCE41A9F}"/>
          </ac:cxnSpMkLst>
        </pc:cxnChg>
      </pc:sldChg>
      <pc:sldChg chg="del">
        <pc:chgData name="pratibha.s" userId="S::pratibha.s@krmangalam.edu.in::c81b94cf-77d6-4481-93e7-f045f6238cd8" providerId="AD" clId="Web-{80BC3665-9B23-260F-5625-3760E4FF505B}" dt="2025-08-26T08:21:25.852" v="179"/>
        <pc:sldMkLst>
          <pc:docMk/>
          <pc:sldMk cId="426943227" sldId="512"/>
        </pc:sldMkLst>
      </pc:sldChg>
      <pc:sldChg chg="del">
        <pc:chgData name="pratibha.s" userId="S::pratibha.s@krmangalam.edu.in::c81b94cf-77d6-4481-93e7-f045f6238cd8" providerId="AD" clId="Web-{80BC3665-9B23-260F-5625-3760E4FF505B}" dt="2025-08-26T07:06:59.952" v="4"/>
        <pc:sldMkLst>
          <pc:docMk/>
          <pc:sldMk cId="1635463117" sldId="513"/>
        </pc:sldMkLst>
      </pc:sldChg>
      <pc:sldChg chg="modSp">
        <pc:chgData name="pratibha.s" userId="S::pratibha.s@krmangalam.edu.in::c81b94cf-77d6-4481-93e7-f045f6238cd8" providerId="AD" clId="Web-{80BC3665-9B23-260F-5625-3760E4FF505B}" dt="2025-08-26T07:11:06.429" v="24" actId="20577"/>
        <pc:sldMkLst>
          <pc:docMk/>
          <pc:sldMk cId="3995075134" sldId="588"/>
        </pc:sldMkLst>
        <pc:spChg chg="mod">
          <ac:chgData name="pratibha.s" userId="S::pratibha.s@krmangalam.edu.in::c81b94cf-77d6-4481-93e7-f045f6238cd8" providerId="AD" clId="Web-{80BC3665-9B23-260F-5625-3760E4FF505B}" dt="2025-08-26T07:11:06.429" v="24" actId="20577"/>
          <ac:spMkLst>
            <pc:docMk/>
            <pc:sldMk cId="3995075134" sldId="588"/>
            <ac:spMk id="3" creationId="{665745FD-DF0D-8F43-EA79-B945895DD50A}"/>
          </ac:spMkLst>
        </pc:spChg>
      </pc:sldChg>
      <pc:sldChg chg="addSp delSp modSp new mod modClrScheme chgLayout">
        <pc:chgData name="pratibha.s" userId="S::pratibha.s@krmangalam.edu.in::c81b94cf-77d6-4481-93e7-f045f6238cd8" providerId="AD" clId="Web-{80BC3665-9B23-260F-5625-3760E4FF505B}" dt="2025-08-26T07:06:42.467" v="3"/>
        <pc:sldMkLst>
          <pc:docMk/>
          <pc:sldMk cId="869439983" sldId="599"/>
        </pc:sldMkLst>
        <pc:spChg chg="del">
          <ac:chgData name="pratibha.s" userId="S::pratibha.s@krmangalam.edu.in::c81b94cf-77d6-4481-93e7-f045f6238cd8" providerId="AD" clId="Web-{80BC3665-9B23-260F-5625-3760E4FF505B}" dt="2025-08-26T07:06:38.030" v="1"/>
          <ac:spMkLst>
            <pc:docMk/>
            <pc:sldMk cId="869439983" sldId="599"/>
            <ac:spMk id="2" creationId="{0D0379A2-AB75-657C-EE0C-AF2CEB85D976}"/>
          </ac:spMkLst>
        </pc:spChg>
        <pc:spChg chg="del">
          <ac:chgData name="pratibha.s" userId="S::pratibha.s@krmangalam.edu.in::c81b94cf-77d6-4481-93e7-f045f6238cd8" providerId="AD" clId="Web-{80BC3665-9B23-260F-5625-3760E4FF505B}" dt="2025-08-26T07:06:38.030" v="1"/>
          <ac:spMkLst>
            <pc:docMk/>
            <pc:sldMk cId="869439983" sldId="599"/>
            <ac:spMk id="3" creationId="{1DFC220D-1851-C2C8-0E51-BA6BF12322B4}"/>
          </ac:spMkLst>
        </pc:spChg>
        <pc:picChg chg="add mod">
          <ac:chgData name="pratibha.s" userId="S::pratibha.s@krmangalam.edu.in::c81b94cf-77d6-4481-93e7-f045f6238cd8" providerId="AD" clId="Web-{80BC3665-9B23-260F-5625-3760E4FF505B}" dt="2025-08-26T07:06:41.498" v="2"/>
          <ac:picMkLst>
            <pc:docMk/>
            <pc:sldMk cId="869439983" sldId="599"/>
            <ac:picMk id="4" creationId="{5FF8B148-E72E-BC6D-8192-CDC0FC349EF8}"/>
          </ac:picMkLst>
        </pc:picChg>
        <pc:picChg chg="add mod">
          <ac:chgData name="pratibha.s" userId="S::pratibha.s@krmangalam.edu.in::c81b94cf-77d6-4481-93e7-f045f6238cd8" providerId="AD" clId="Web-{80BC3665-9B23-260F-5625-3760E4FF505B}" dt="2025-08-26T07:06:42.467" v="3"/>
          <ac:picMkLst>
            <pc:docMk/>
            <pc:sldMk cId="869439983" sldId="599"/>
            <ac:picMk id="5" creationId="{D9AB7702-D10D-5CC6-CF36-032E33047C86}"/>
          </ac:picMkLst>
        </pc:picChg>
      </pc:sldChg>
      <pc:sldChg chg="addSp modSp new mod modClrScheme chgLayout">
        <pc:chgData name="pratibha.s" userId="S::pratibha.s@krmangalam.edu.in::c81b94cf-77d6-4481-93e7-f045f6238cd8" providerId="AD" clId="Web-{80BC3665-9B23-260F-5625-3760E4FF505B}" dt="2025-08-26T07:08:26.627" v="7"/>
        <pc:sldMkLst>
          <pc:docMk/>
          <pc:sldMk cId="3589600716" sldId="600"/>
        </pc:sldMkLst>
        <pc:picChg chg="add mod">
          <ac:chgData name="pratibha.s" userId="S::pratibha.s@krmangalam.edu.in::c81b94cf-77d6-4481-93e7-f045f6238cd8" providerId="AD" clId="Web-{80BC3665-9B23-260F-5625-3760E4FF505B}" dt="2025-08-26T07:08:26.627" v="7"/>
          <ac:picMkLst>
            <pc:docMk/>
            <pc:sldMk cId="3589600716" sldId="600"/>
            <ac:picMk id="2" creationId="{45A0A7FF-6A77-E645-7142-F36C0169D357}"/>
          </ac:picMkLst>
        </pc:picChg>
      </pc:sldChg>
      <pc:sldChg chg="addSp delSp modSp new">
        <pc:chgData name="pratibha.s" userId="S::pratibha.s@krmangalam.edu.in::c81b94cf-77d6-4481-93e7-f045f6238cd8" providerId="AD" clId="Web-{80BC3665-9B23-260F-5625-3760E4FF505B}" dt="2025-08-26T07:09:07.128" v="10"/>
        <pc:sldMkLst>
          <pc:docMk/>
          <pc:sldMk cId="9176328" sldId="601"/>
        </pc:sldMkLst>
        <pc:spChg chg="del">
          <ac:chgData name="pratibha.s" userId="S::pratibha.s@krmangalam.edu.in::c81b94cf-77d6-4481-93e7-f045f6238cd8" providerId="AD" clId="Web-{80BC3665-9B23-260F-5625-3760E4FF505B}" dt="2025-08-26T07:09:07.128" v="10"/>
          <ac:spMkLst>
            <pc:docMk/>
            <pc:sldMk cId="9176328" sldId="601"/>
            <ac:spMk id="2" creationId="{5C679104-2C71-D80C-85EB-40790CD1A43F}"/>
          </ac:spMkLst>
        </pc:spChg>
        <pc:spChg chg="del">
          <ac:chgData name="pratibha.s" userId="S::pratibha.s@krmangalam.edu.in::c81b94cf-77d6-4481-93e7-f045f6238cd8" providerId="AD" clId="Web-{80BC3665-9B23-260F-5625-3760E4FF505B}" dt="2025-08-26T07:09:03.644" v="9"/>
          <ac:spMkLst>
            <pc:docMk/>
            <pc:sldMk cId="9176328" sldId="601"/>
            <ac:spMk id="3" creationId="{D1BC59BB-C7CD-AC76-F333-DCDFACC66012}"/>
          </ac:spMkLst>
        </pc:spChg>
        <pc:picChg chg="add mod ord">
          <ac:chgData name="pratibha.s" userId="S::pratibha.s@krmangalam.edu.in::c81b94cf-77d6-4481-93e7-f045f6238cd8" providerId="AD" clId="Web-{80BC3665-9B23-260F-5625-3760E4FF505B}" dt="2025-08-26T07:09:07.128" v="10"/>
          <ac:picMkLst>
            <pc:docMk/>
            <pc:sldMk cId="9176328" sldId="601"/>
            <ac:picMk id="4" creationId="{93BF8643-D939-66FB-C898-C3450DBBFC69}"/>
          </ac:picMkLst>
        </pc:picChg>
      </pc:sldChg>
      <pc:sldChg chg="addSp delSp modSp new">
        <pc:chgData name="pratibha.s" userId="S::pratibha.s@krmangalam.edu.in::c81b94cf-77d6-4481-93e7-f045f6238cd8" providerId="AD" clId="Web-{80BC3665-9B23-260F-5625-3760E4FF505B}" dt="2025-08-26T07:09:37.364" v="13"/>
        <pc:sldMkLst>
          <pc:docMk/>
          <pc:sldMk cId="4024384907" sldId="602"/>
        </pc:sldMkLst>
        <pc:spChg chg="del">
          <ac:chgData name="pratibha.s" userId="S::pratibha.s@krmangalam.edu.in::c81b94cf-77d6-4481-93e7-f045f6238cd8" providerId="AD" clId="Web-{80BC3665-9B23-260F-5625-3760E4FF505B}" dt="2025-08-26T07:09:37.364" v="13"/>
          <ac:spMkLst>
            <pc:docMk/>
            <pc:sldMk cId="4024384907" sldId="602"/>
            <ac:spMk id="2" creationId="{CA59ECF6-254A-6032-2ABC-2CD0CDDFD796}"/>
          </ac:spMkLst>
        </pc:spChg>
        <pc:spChg chg="del">
          <ac:chgData name="pratibha.s" userId="S::pratibha.s@krmangalam.edu.in::c81b94cf-77d6-4481-93e7-f045f6238cd8" providerId="AD" clId="Web-{80BC3665-9B23-260F-5625-3760E4FF505B}" dt="2025-08-26T07:09:33.957" v="12"/>
          <ac:spMkLst>
            <pc:docMk/>
            <pc:sldMk cId="4024384907" sldId="602"/>
            <ac:spMk id="3" creationId="{007F07B4-353C-82A3-BB58-10999DA51356}"/>
          </ac:spMkLst>
        </pc:spChg>
        <pc:picChg chg="add mod ord">
          <ac:chgData name="pratibha.s" userId="S::pratibha.s@krmangalam.edu.in::c81b94cf-77d6-4481-93e7-f045f6238cd8" providerId="AD" clId="Web-{80BC3665-9B23-260F-5625-3760E4FF505B}" dt="2025-08-26T07:09:37.364" v="13"/>
          <ac:picMkLst>
            <pc:docMk/>
            <pc:sldMk cId="4024384907" sldId="602"/>
            <ac:picMk id="4" creationId="{5A82AA8B-848E-86A7-6D6C-48BE7BD4D3A0}"/>
          </ac:picMkLst>
        </pc:picChg>
      </pc:sldChg>
      <pc:sldChg chg="addSp delSp modSp new">
        <pc:chgData name="pratibha.s" userId="S::pratibha.s@krmangalam.edu.in::c81b94cf-77d6-4481-93e7-f045f6238cd8" providerId="AD" clId="Web-{80BC3665-9B23-260F-5625-3760E4FF505B}" dt="2025-08-26T07:28:08.962" v="162" actId="20577"/>
        <pc:sldMkLst>
          <pc:docMk/>
          <pc:sldMk cId="3452167655" sldId="603"/>
        </pc:sldMkLst>
        <pc:spChg chg="del">
          <ac:chgData name="pratibha.s" userId="S::pratibha.s@krmangalam.edu.in::c81b94cf-77d6-4481-93e7-f045f6238cd8" providerId="AD" clId="Web-{80BC3665-9B23-260F-5625-3760E4FF505B}" dt="2025-08-26T07:10:02.927" v="16"/>
          <ac:spMkLst>
            <pc:docMk/>
            <pc:sldMk cId="3452167655" sldId="603"/>
            <ac:spMk id="2" creationId="{5BED3CA5-7792-834B-E56E-69D4076737DE}"/>
          </ac:spMkLst>
        </pc:spChg>
        <pc:spChg chg="del">
          <ac:chgData name="pratibha.s" userId="S::pratibha.s@krmangalam.edu.in::c81b94cf-77d6-4481-93e7-f045f6238cd8" providerId="AD" clId="Web-{80BC3665-9B23-260F-5625-3760E4FF505B}" dt="2025-08-26T07:10:00.708" v="15"/>
          <ac:spMkLst>
            <pc:docMk/>
            <pc:sldMk cId="3452167655" sldId="603"/>
            <ac:spMk id="3" creationId="{71F14598-1C24-42B2-C64C-5ADA5F5E6EB8}"/>
          </ac:spMkLst>
        </pc:spChg>
        <pc:spChg chg="add mod">
          <ac:chgData name="pratibha.s" userId="S::pratibha.s@krmangalam.edu.in::c81b94cf-77d6-4481-93e7-f045f6238cd8" providerId="AD" clId="Web-{80BC3665-9B23-260F-5625-3760E4FF505B}" dt="2025-08-26T07:28:08.962" v="162" actId="20577"/>
          <ac:spMkLst>
            <pc:docMk/>
            <pc:sldMk cId="3452167655" sldId="603"/>
            <ac:spMk id="5" creationId="{9E011975-A4A2-53B4-F65F-99204FBC00E9}"/>
          </ac:spMkLst>
        </pc:spChg>
        <pc:picChg chg="add mod ord">
          <ac:chgData name="pratibha.s" userId="S::pratibha.s@krmangalam.edu.in::c81b94cf-77d6-4481-93e7-f045f6238cd8" providerId="AD" clId="Web-{80BC3665-9B23-260F-5625-3760E4FF505B}" dt="2025-08-26T07:27:22.460" v="141" actId="1076"/>
          <ac:picMkLst>
            <pc:docMk/>
            <pc:sldMk cId="3452167655" sldId="603"/>
            <ac:picMk id="4" creationId="{E5595855-0167-72E0-677D-A78F7F750F0A}"/>
          </ac:picMkLst>
        </pc:picChg>
        <pc:cxnChg chg="add mod">
          <ac:chgData name="pratibha.s" userId="S::pratibha.s@krmangalam.edu.in::c81b94cf-77d6-4481-93e7-f045f6238cd8" providerId="AD" clId="Web-{80BC3665-9B23-260F-5625-3760E4FF505B}" dt="2025-08-26T07:28:00.227" v="151" actId="1076"/>
          <ac:cxnSpMkLst>
            <pc:docMk/>
            <pc:sldMk cId="3452167655" sldId="603"/>
            <ac:cxnSpMk id="7" creationId="{C80C9780-50EC-E18C-0AE8-32C65DC4BD79}"/>
          </ac:cxnSpMkLst>
        </pc:cxnChg>
        <pc:cxnChg chg="add mod">
          <ac:chgData name="pratibha.s" userId="S::pratibha.s@krmangalam.edu.in::c81b94cf-77d6-4481-93e7-f045f6238cd8" providerId="AD" clId="Web-{80BC3665-9B23-260F-5625-3760E4FF505B}" dt="2025-08-26T07:28:00.242" v="152" actId="1076"/>
          <ac:cxnSpMkLst>
            <pc:docMk/>
            <pc:sldMk cId="3452167655" sldId="603"/>
            <ac:cxnSpMk id="9" creationId="{0D377348-08D4-FB93-F512-66F968CDDE32}"/>
          </ac:cxnSpMkLst>
        </pc:cxnChg>
      </pc:sldChg>
      <pc:sldChg chg="addSp delSp modSp new ord">
        <pc:chgData name="pratibha.s" userId="S::pratibha.s@krmangalam.edu.in::c81b94cf-77d6-4481-93e7-f045f6238cd8" providerId="AD" clId="Web-{80BC3665-9B23-260F-5625-3760E4FF505B}" dt="2025-08-26T08:20:26.506" v="175"/>
        <pc:sldMkLst>
          <pc:docMk/>
          <pc:sldMk cId="1668992291" sldId="604"/>
        </pc:sldMkLst>
        <pc:spChg chg="del">
          <ac:chgData name="pratibha.s" userId="S::pratibha.s@krmangalam.edu.in::c81b94cf-77d6-4481-93e7-f045f6238cd8" providerId="AD" clId="Web-{80BC3665-9B23-260F-5625-3760E4FF505B}" dt="2025-08-26T07:10:23.459" v="19"/>
          <ac:spMkLst>
            <pc:docMk/>
            <pc:sldMk cId="1668992291" sldId="604"/>
            <ac:spMk id="2" creationId="{2A3BC906-9B1E-AD5D-88A2-E3ED2647E873}"/>
          </ac:spMkLst>
        </pc:spChg>
        <pc:spChg chg="del">
          <ac:chgData name="pratibha.s" userId="S::pratibha.s@krmangalam.edu.in::c81b94cf-77d6-4481-93e7-f045f6238cd8" providerId="AD" clId="Web-{80BC3665-9B23-260F-5625-3760E4FF505B}" dt="2025-08-26T07:10:20.474" v="18"/>
          <ac:spMkLst>
            <pc:docMk/>
            <pc:sldMk cId="1668992291" sldId="604"/>
            <ac:spMk id="3" creationId="{52A9A25C-4DF0-E42A-172F-6E41B478F8B3}"/>
          </ac:spMkLst>
        </pc:spChg>
        <pc:spChg chg="add del mod">
          <ac:chgData name="pratibha.s" userId="S::pratibha.s@krmangalam.edu.in::c81b94cf-77d6-4481-93e7-f045f6238cd8" providerId="AD" clId="Web-{80BC3665-9B23-260F-5625-3760E4FF505B}" dt="2025-08-26T07:24:04.594" v="97"/>
          <ac:spMkLst>
            <pc:docMk/>
            <pc:sldMk cId="1668992291" sldId="604"/>
            <ac:spMk id="5" creationId="{36E5EB5B-C582-0C93-2249-3219574920CD}"/>
          </ac:spMkLst>
        </pc:spChg>
        <pc:spChg chg="add mod ord">
          <ac:chgData name="pratibha.s" userId="S::pratibha.s@krmangalam.edu.in::c81b94cf-77d6-4481-93e7-f045f6238cd8" providerId="AD" clId="Web-{80BC3665-9B23-260F-5625-3760E4FF505B}" dt="2025-08-26T07:26:02.410" v="120"/>
          <ac:spMkLst>
            <pc:docMk/>
            <pc:sldMk cId="1668992291" sldId="604"/>
            <ac:spMk id="6" creationId="{70390EF7-3261-9F23-F112-2C8CF757AF42}"/>
          </ac:spMkLst>
        </pc:spChg>
        <pc:picChg chg="add mod ord">
          <ac:chgData name="pratibha.s" userId="S::pratibha.s@krmangalam.edu.in::c81b94cf-77d6-4481-93e7-f045f6238cd8" providerId="AD" clId="Web-{80BC3665-9B23-260F-5625-3760E4FF505B}" dt="2025-08-26T07:24:26.407" v="102" actId="1076"/>
          <ac:picMkLst>
            <pc:docMk/>
            <pc:sldMk cId="1668992291" sldId="604"/>
            <ac:picMk id="4" creationId="{92335F2A-9473-70F5-F6C9-9B0F34E4135F}"/>
          </ac:picMkLst>
        </pc:picChg>
        <pc:cxnChg chg="add del ord">
          <ac:chgData name="pratibha.s" userId="S::pratibha.s@krmangalam.edu.in::c81b94cf-77d6-4481-93e7-f045f6238cd8" providerId="AD" clId="Web-{80BC3665-9B23-260F-5625-3760E4FF505B}" dt="2025-08-26T07:26:14.583" v="126"/>
          <ac:cxnSpMkLst>
            <pc:docMk/>
            <pc:sldMk cId="1668992291" sldId="604"/>
            <ac:cxnSpMk id="8" creationId="{651A5B5D-C5D3-3B83-AA52-1AA64BF83A2C}"/>
          </ac:cxnSpMkLst>
        </pc:cxnChg>
        <pc:cxnChg chg="add del">
          <ac:chgData name="pratibha.s" userId="S::pratibha.s@krmangalam.edu.in::c81b94cf-77d6-4481-93e7-f045f6238cd8" providerId="AD" clId="Web-{80BC3665-9B23-260F-5625-3760E4FF505B}" dt="2025-08-26T07:26:13.380" v="125"/>
          <ac:cxnSpMkLst>
            <pc:docMk/>
            <pc:sldMk cId="1668992291" sldId="604"/>
            <ac:cxnSpMk id="10" creationId="{27589FF8-8753-144C-88E6-A1B6569EF959}"/>
          </ac:cxnSpMkLst>
        </pc:cxnChg>
        <pc:cxnChg chg="add mod">
          <ac:chgData name="pratibha.s" userId="S::pratibha.s@krmangalam.edu.in::c81b94cf-77d6-4481-93e7-f045f6238cd8" providerId="AD" clId="Web-{80BC3665-9B23-260F-5625-3760E4FF505B}" dt="2025-08-26T07:26:13.208" v="124" actId="1076"/>
          <ac:cxnSpMkLst>
            <pc:docMk/>
            <pc:sldMk cId="1668992291" sldId="604"/>
            <ac:cxnSpMk id="12" creationId="{1C304550-4536-9144-339B-72ACECBFD849}"/>
          </ac:cxnSpMkLst>
        </pc:cxnChg>
      </pc:sldChg>
      <pc:sldChg chg="addSp delSp modSp new">
        <pc:chgData name="pratibha.s" userId="S::pratibha.s@krmangalam.edu.in::c81b94cf-77d6-4481-93e7-f045f6238cd8" providerId="AD" clId="Web-{80BC3665-9B23-260F-5625-3760E4FF505B}" dt="2025-08-26T07:10:50.913" v="22"/>
        <pc:sldMkLst>
          <pc:docMk/>
          <pc:sldMk cId="3322460624" sldId="605"/>
        </pc:sldMkLst>
        <pc:spChg chg="del">
          <ac:chgData name="pratibha.s" userId="S::pratibha.s@krmangalam.edu.in::c81b94cf-77d6-4481-93e7-f045f6238cd8" providerId="AD" clId="Web-{80BC3665-9B23-260F-5625-3760E4FF505B}" dt="2025-08-26T07:10:50.913" v="22"/>
          <ac:spMkLst>
            <pc:docMk/>
            <pc:sldMk cId="3322460624" sldId="605"/>
            <ac:spMk id="2" creationId="{01106FA8-8615-EA4B-96C8-6DB9291F4DA3}"/>
          </ac:spMkLst>
        </pc:spChg>
        <pc:spChg chg="del">
          <ac:chgData name="pratibha.s" userId="S::pratibha.s@krmangalam.edu.in::c81b94cf-77d6-4481-93e7-f045f6238cd8" providerId="AD" clId="Web-{80BC3665-9B23-260F-5625-3760E4FF505B}" dt="2025-08-26T07:10:47.882" v="21"/>
          <ac:spMkLst>
            <pc:docMk/>
            <pc:sldMk cId="3322460624" sldId="605"/>
            <ac:spMk id="3" creationId="{84261330-DAFC-5BBC-DC3A-B034322DC107}"/>
          </ac:spMkLst>
        </pc:spChg>
        <pc:picChg chg="add mod ord">
          <ac:chgData name="pratibha.s" userId="S::pratibha.s@krmangalam.edu.in::c81b94cf-77d6-4481-93e7-f045f6238cd8" providerId="AD" clId="Web-{80BC3665-9B23-260F-5625-3760E4FF505B}" dt="2025-08-26T07:10:50.913" v="22"/>
          <ac:picMkLst>
            <pc:docMk/>
            <pc:sldMk cId="3322460624" sldId="605"/>
            <ac:picMk id="4" creationId="{E0F437D7-B9B4-1496-F174-3E6B545B39BB}"/>
          </ac:picMkLst>
        </pc:picChg>
      </pc:sldChg>
      <pc:sldChg chg="addSp modSp new mod modClrScheme chgLayout">
        <pc:chgData name="pratibha.s" userId="S::pratibha.s@krmangalam.edu.in::c81b94cf-77d6-4481-93e7-f045f6238cd8" providerId="AD" clId="Web-{80BC3665-9B23-260F-5625-3760E4FF505B}" dt="2025-08-26T07:11:43.180" v="27"/>
        <pc:sldMkLst>
          <pc:docMk/>
          <pc:sldMk cId="1034391564" sldId="606"/>
        </pc:sldMkLst>
        <pc:picChg chg="add mod">
          <ac:chgData name="pratibha.s" userId="S::pratibha.s@krmangalam.edu.in::c81b94cf-77d6-4481-93e7-f045f6238cd8" providerId="AD" clId="Web-{80BC3665-9B23-260F-5625-3760E4FF505B}" dt="2025-08-26T07:11:43.180" v="27"/>
          <ac:picMkLst>
            <pc:docMk/>
            <pc:sldMk cId="1034391564" sldId="606"/>
            <ac:picMk id="2" creationId="{6B3A6D2E-5136-32DC-90A2-ED8776272775}"/>
          </ac:picMkLst>
        </pc:picChg>
      </pc:sldChg>
      <pc:sldChg chg="addSp modSp new mod modClrScheme modShow chgLayout">
        <pc:chgData name="pratibha.s" userId="S::pratibha.s@krmangalam.edu.in::c81b94cf-77d6-4481-93e7-f045f6238cd8" providerId="AD" clId="Web-{80BC3665-9B23-260F-5625-3760E4FF505B}" dt="2025-08-26T07:22:17.450" v="83" actId="20577"/>
        <pc:sldMkLst>
          <pc:docMk/>
          <pc:sldMk cId="704735065" sldId="607"/>
        </pc:sldMkLst>
        <pc:spChg chg="add mod">
          <ac:chgData name="pratibha.s" userId="S::pratibha.s@krmangalam.edu.in::c81b94cf-77d6-4481-93e7-f045f6238cd8" providerId="AD" clId="Web-{80BC3665-9B23-260F-5625-3760E4FF505B}" dt="2025-08-26T07:22:06.497" v="77"/>
          <ac:spMkLst>
            <pc:docMk/>
            <pc:sldMk cId="704735065" sldId="607"/>
            <ac:spMk id="2" creationId="{D354C663-BF5A-BC61-79CC-6A24B10407DD}"/>
          </ac:spMkLst>
        </pc:spChg>
        <pc:spChg chg="add mod">
          <ac:chgData name="pratibha.s" userId="S::pratibha.s@krmangalam.edu.in::c81b94cf-77d6-4481-93e7-f045f6238cd8" providerId="AD" clId="Web-{80BC3665-9B23-260F-5625-3760E4FF505B}" dt="2025-08-26T07:22:17.450" v="83" actId="20577"/>
          <ac:spMkLst>
            <pc:docMk/>
            <pc:sldMk cId="704735065" sldId="607"/>
            <ac:spMk id="3" creationId="{7CFE93A1-97C0-DEE5-73EB-AD97A6979440}"/>
          </ac:spMkLst>
        </pc:spChg>
      </pc:sldChg>
      <pc:sldChg chg="new del">
        <pc:chgData name="pratibha.s" userId="S::pratibha.s@krmangalam.edu.in::c81b94cf-77d6-4481-93e7-f045f6238cd8" providerId="AD" clId="Web-{80BC3665-9B23-260F-5625-3760E4FF505B}" dt="2025-08-26T07:21:16.636" v="65"/>
        <pc:sldMkLst>
          <pc:docMk/>
          <pc:sldMk cId="2734901522" sldId="608"/>
        </pc:sldMkLst>
      </pc:sldChg>
      <pc:sldChg chg="modSp add replId">
        <pc:chgData name="pratibha.s" userId="S::pratibha.s@krmangalam.edu.in::c81b94cf-77d6-4481-93e7-f045f6238cd8" providerId="AD" clId="Web-{80BC3665-9B23-260F-5625-3760E4FF505B}" dt="2025-08-26T07:21:43.105" v="76" actId="20577"/>
        <pc:sldMkLst>
          <pc:docMk/>
          <pc:sldMk cId="2719371617" sldId="609"/>
        </pc:sldMkLst>
        <pc:spChg chg="mod">
          <ac:chgData name="pratibha.s" userId="S::pratibha.s@krmangalam.edu.in::c81b94cf-77d6-4481-93e7-f045f6238cd8" providerId="AD" clId="Web-{80BC3665-9B23-260F-5625-3760E4FF505B}" dt="2025-08-26T07:21:28.277" v="70" actId="20577"/>
          <ac:spMkLst>
            <pc:docMk/>
            <pc:sldMk cId="2719371617" sldId="609"/>
            <ac:spMk id="3" creationId="{E62CFE13-D963-7A8C-37AC-BCC08321AF40}"/>
          </ac:spMkLst>
        </pc:spChg>
        <pc:spChg chg="mod">
          <ac:chgData name="pratibha.s" userId="S::pratibha.s@krmangalam.edu.in::c81b94cf-77d6-4481-93e7-f045f6238cd8" providerId="AD" clId="Web-{80BC3665-9B23-260F-5625-3760E4FF505B}" dt="2025-08-26T07:21:43.105" v="76" actId="20577"/>
          <ac:spMkLst>
            <pc:docMk/>
            <pc:sldMk cId="2719371617" sldId="609"/>
            <ac:spMk id="7" creationId="{E6596877-BC61-C5EF-A61C-04795DBBEF65}"/>
          </ac:spMkLst>
        </pc:spChg>
      </pc:sldChg>
      <pc:sldChg chg="new del">
        <pc:chgData name="pratibha.s" userId="S::pratibha.s@krmangalam.edu.in::c81b94cf-77d6-4481-93e7-f045f6238cd8" providerId="AD" clId="Web-{80BC3665-9B23-260F-5625-3760E4FF505B}" dt="2025-08-26T07:26:30.396" v="129"/>
        <pc:sldMkLst>
          <pc:docMk/>
          <pc:sldMk cId="376170120" sldId="610"/>
        </pc:sldMkLst>
      </pc:sldChg>
      <pc:sldChg chg="addSp delSp modSp new">
        <pc:chgData name="pratibha.s" userId="S::pratibha.s@krmangalam.edu.in::c81b94cf-77d6-4481-93e7-f045f6238cd8" providerId="AD" clId="Web-{80BC3665-9B23-260F-5625-3760E4FF505B}" dt="2025-08-26T07:30:50.702" v="171" actId="14100"/>
        <pc:sldMkLst>
          <pc:docMk/>
          <pc:sldMk cId="3739038792" sldId="610"/>
        </pc:sldMkLst>
        <pc:spChg chg="del">
          <ac:chgData name="pratibha.s" userId="S::pratibha.s@krmangalam.edu.in::c81b94cf-77d6-4481-93e7-f045f6238cd8" providerId="AD" clId="Web-{80BC3665-9B23-260F-5625-3760E4FF505B}" dt="2025-08-26T07:30:20.919" v="167"/>
          <ac:spMkLst>
            <pc:docMk/>
            <pc:sldMk cId="3739038792" sldId="610"/>
            <ac:spMk id="2" creationId="{247B486F-5695-FA32-5171-DC7019904D79}"/>
          </ac:spMkLst>
        </pc:spChg>
        <pc:spChg chg="del">
          <ac:chgData name="pratibha.s" userId="S::pratibha.s@krmangalam.edu.in::c81b94cf-77d6-4481-93e7-f045f6238cd8" providerId="AD" clId="Web-{80BC3665-9B23-260F-5625-3760E4FF505B}" dt="2025-08-26T07:30:18.309" v="166"/>
          <ac:spMkLst>
            <pc:docMk/>
            <pc:sldMk cId="3739038792" sldId="610"/>
            <ac:spMk id="3" creationId="{12305E31-F0D2-F1B0-E747-5EAA95190148}"/>
          </ac:spMkLst>
        </pc:spChg>
        <pc:picChg chg="add mod ord">
          <ac:chgData name="pratibha.s" userId="S::pratibha.s@krmangalam.edu.in::c81b94cf-77d6-4481-93e7-f045f6238cd8" providerId="AD" clId="Web-{80BC3665-9B23-260F-5625-3760E4FF505B}" dt="2025-08-26T07:30:37.716" v="168" actId="1076"/>
          <ac:picMkLst>
            <pc:docMk/>
            <pc:sldMk cId="3739038792" sldId="610"/>
            <ac:picMk id="4" creationId="{9D7D3F09-4B5C-F020-CEAA-B969803F74EE}"/>
          </ac:picMkLst>
        </pc:picChg>
        <pc:picChg chg="add mod">
          <ac:chgData name="pratibha.s" userId="S::pratibha.s@krmangalam.edu.in::c81b94cf-77d6-4481-93e7-f045f6238cd8" providerId="AD" clId="Web-{80BC3665-9B23-260F-5625-3760E4FF505B}" dt="2025-08-26T07:30:50.702" v="171" actId="14100"/>
          <ac:picMkLst>
            <pc:docMk/>
            <pc:sldMk cId="3739038792" sldId="610"/>
            <ac:picMk id="5" creationId="{73828B2C-BC8B-DD2D-4778-F4CEB717CDFD}"/>
          </ac:picMkLst>
        </pc:picChg>
      </pc:sldChg>
      <pc:sldChg chg="addSp delSp modSp new">
        <pc:chgData name="pratibha.s" userId="S::pratibha.s@krmangalam.edu.in::c81b94cf-77d6-4481-93e7-f045f6238cd8" providerId="AD" clId="Web-{80BC3665-9B23-260F-5625-3760E4FF505B}" dt="2025-08-26T08:19:46.552" v="174"/>
        <pc:sldMkLst>
          <pc:docMk/>
          <pc:sldMk cId="1503833284" sldId="611"/>
        </pc:sldMkLst>
        <pc:spChg chg="del">
          <ac:chgData name="pratibha.s" userId="S::pratibha.s@krmangalam.edu.in::c81b94cf-77d6-4481-93e7-f045f6238cd8" providerId="AD" clId="Web-{80BC3665-9B23-260F-5625-3760E4FF505B}" dt="2025-08-26T08:19:46.552" v="174"/>
          <ac:spMkLst>
            <pc:docMk/>
            <pc:sldMk cId="1503833284" sldId="611"/>
            <ac:spMk id="2" creationId="{A38791E7-8FBD-EB25-DFC0-4F172F4526C7}"/>
          </ac:spMkLst>
        </pc:spChg>
        <pc:spChg chg="del">
          <ac:chgData name="pratibha.s" userId="S::pratibha.s@krmangalam.edu.in::c81b94cf-77d6-4481-93e7-f045f6238cd8" providerId="AD" clId="Web-{80BC3665-9B23-260F-5625-3760E4FF505B}" dt="2025-08-26T08:19:42.020" v="173"/>
          <ac:spMkLst>
            <pc:docMk/>
            <pc:sldMk cId="1503833284" sldId="611"/>
            <ac:spMk id="3" creationId="{E94C4293-9E63-F648-9ABA-5CF1080D410D}"/>
          </ac:spMkLst>
        </pc:spChg>
        <pc:picChg chg="add mod ord">
          <ac:chgData name="pratibha.s" userId="S::pratibha.s@krmangalam.edu.in::c81b94cf-77d6-4481-93e7-f045f6238cd8" providerId="AD" clId="Web-{80BC3665-9B23-260F-5625-3760E4FF505B}" dt="2025-08-26T08:19:46.552" v="174"/>
          <ac:picMkLst>
            <pc:docMk/>
            <pc:sldMk cId="1503833284" sldId="611"/>
            <ac:picMk id="4" creationId="{610B1F7B-96F9-77F9-8C10-17A877A5CCAE}"/>
          </ac:picMkLst>
        </pc:picChg>
      </pc:sldChg>
      <pc:sldChg chg="modSp new del">
        <pc:chgData name="pratibha.s" userId="S::pratibha.s@krmangalam.edu.in::c81b94cf-77d6-4481-93e7-f045f6238cd8" providerId="AD" clId="Web-{80BC3665-9B23-260F-5625-3760E4FF505B}" dt="2025-08-26T07:28:10.618" v="163"/>
        <pc:sldMkLst>
          <pc:docMk/>
          <pc:sldMk cId="3594384292" sldId="611"/>
        </pc:sldMkLst>
        <pc:spChg chg="mod">
          <ac:chgData name="pratibha.s" userId="S::pratibha.s@krmangalam.edu.in::c81b94cf-77d6-4481-93e7-f045f6238cd8" providerId="AD" clId="Web-{80BC3665-9B23-260F-5625-3760E4FF505B}" dt="2025-08-26T07:23:46.125" v="92" actId="20577"/>
          <ac:spMkLst>
            <pc:docMk/>
            <pc:sldMk cId="3594384292" sldId="611"/>
            <ac:spMk id="2" creationId="{552F6A3C-A7EE-0234-EC3D-E90F1A56EA1A}"/>
          </ac:spMkLst>
        </pc:spChg>
        <pc:spChg chg="mod">
          <ac:chgData name="pratibha.s" userId="S::pratibha.s@krmangalam.edu.in::c81b94cf-77d6-4481-93e7-f045f6238cd8" providerId="AD" clId="Web-{80BC3665-9B23-260F-5625-3760E4FF505B}" dt="2025-08-26T07:24:01.219" v="96" actId="20577"/>
          <ac:spMkLst>
            <pc:docMk/>
            <pc:sldMk cId="3594384292" sldId="611"/>
            <ac:spMk id="3" creationId="{CA4575DC-2900-D809-89B6-FCB87E8F1D04}"/>
          </ac:spMkLst>
        </pc:spChg>
      </pc:sldChg>
      <pc:sldChg chg="addSp delSp modSp new">
        <pc:chgData name="pratibha.s" userId="S::pratibha.s@krmangalam.edu.in::c81b94cf-77d6-4481-93e7-f045f6238cd8" providerId="AD" clId="Web-{80BC3665-9B23-260F-5625-3760E4FF505B}" dt="2025-08-26T08:20:49.929" v="178"/>
        <pc:sldMkLst>
          <pc:docMk/>
          <pc:sldMk cId="389785255" sldId="612"/>
        </pc:sldMkLst>
        <pc:spChg chg="del">
          <ac:chgData name="pratibha.s" userId="S::pratibha.s@krmangalam.edu.in::c81b94cf-77d6-4481-93e7-f045f6238cd8" providerId="AD" clId="Web-{80BC3665-9B23-260F-5625-3760E4FF505B}" dt="2025-08-26T08:20:49.929" v="178"/>
          <ac:spMkLst>
            <pc:docMk/>
            <pc:sldMk cId="389785255" sldId="612"/>
            <ac:spMk id="2" creationId="{56BBDE81-1B49-D9D3-DB13-2E650AB6CC9E}"/>
          </ac:spMkLst>
        </pc:spChg>
        <pc:spChg chg="del">
          <ac:chgData name="pratibha.s" userId="S::pratibha.s@krmangalam.edu.in::c81b94cf-77d6-4481-93e7-f045f6238cd8" providerId="AD" clId="Web-{80BC3665-9B23-260F-5625-3760E4FF505B}" dt="2025-08-26T08:20:46.194" v="177"/>
          <ac:spMkLst>
            <pc:docMk/>
            <pc:sldMk cId="389785255" sldId="612"/>
            <ac:spMk id="3" creationId="{B7E03707-BFF6-C7F3-9031-47EF4CFD8408}"/>
          </ac:spMkLst>
        </pc:spChg>
        <pc:picChg chg="add mod ord">
          <ac:chgData name="pratibha.s" userId="S::pratibha.s@krmangalam.edu.in::c81b94cf-77d6-4481-93e7-f045f6238cd8" providerId="AD" clId="Web-{80BC3665-9B23-260F-5625-3760E4FF505B}" dt="2025-08-26T08:20:49.929" v="178"/>
          <ac:picMkLst>
            <pc:docMk/>
            <pc:sldMk cId="389785255" sldId="612"/>
            <ac:picMk id="4" creationId="{94A1F8AD-6C01-5BFE-6185-447A66BE6F83}"/>
          </ac:picMkLst>
        </pc:picChg>
      </pc:sldChg>
      <pc:sldChg chg="new del">
        <pc:chgData name="pratibha.s" userId="S::pratibha.s@krmangalam.edu.in::c81b94cf-77d6-4481-93e7-f045f6238cd8" providerId="AD" clId="Web-{80BC3665-9B23-260F-5625-3760E4FF505B}" dt="2025-08-26T07:28:12.524" v="164"/>
        <pc:sldMkLst>
          <pc:docMk/>
          <pc:sldMk cId="3891669915" sldId="612"/>
        </pc:sldMkLst>
      </pc:sldChg>
    </pc:docChg>
  </pc:docChgLst>
  <pc:docChgLst>
    <pc:chgData name="pratibha.s" userId="S::pratibha.s@krmangalam.edu.in::c81b94cf-77d6-4481-93e7-f045f6238cd8" providerId="AD" clId="Web-{C216BD33-0853-9E6E-1DCD-D8752C3D2466}"/>
    <pc:docChg chg="addSld delSld modSld">
      <pc:chgData name="pratibha.s" userId="S::pratibha.s@krmangalam.edu.in::c81b94cf-77d6-4481-93e7-f045f6238cd8" providerId="AD" clId="Web-{C216BD33-0853-9E6E-1DCD-D8752C3D2466}" dt="2025-04-07T08:41:45.946" v="10" actId="20577"/>
      <pc:docMkLst>
        <pc:docMk/>
      </pc:docMkLst>
      <pc:sldChg chg="del">
        <pc:chgData name="pratibha.s" userId="S::pratibha.s@krmangalam.edu.in::c81b94cf-77d6-4481-93e7-f045f6238cd8" providerId="AD" clId="Web-{C216BD33-0853-9E6E-1DCD-D8752C3D2466}" dt="2025-04-07T08:41:09.523" v="6"/>
        <pc:sldMkLst>
          <pc:docMk/>
          <pc:sldMk cId="1551643713" sldId="395"/>
        </pc:sldMkLst>
      </pc:sldChg>
      <pc:sldChg chg="add">
        <pc:chgData name="pratibha.s" userId="S::pratibha.s@krmangalam.edu.in::c81b94cf-77d6-4481-93e7-f045f6238cd8" providerId="AD" clId="Web-{C216BD33-0853-9E6E-1DCD-D8752C3D2466}" dt="2025-04-07T08:27:52.264" v="0"/>
        <pc:sldMkLst>
          <pc:docMk/>
          <pc:sldMk cId="1137161756" sldId="549"/>
        </pc:sldMkLst>
      </pc:sldChg>
      <pc:sldChg chg="add del">
        <pc:chgData name="pratibha.s" userId="S::pratibha.s@krmangalam.edu.in::c81b94cf-77d6-4481-93e7-f045f6238cd8" providerId="AD" clId="Web-{C216BD33-0853-9E6E-1DCD-D8752C3D2466}" dt="2025-04-07T08:29:40.721" v="4"/>
        <pc:sldMkLst>
          <pc:docMk/>
          <pc:sldMk cId="2742220809" sldId="560"/>
        </pc:sldMkLst>
      </pc:sldChg>
      <pc:sldChg chg="modSp add">
        <pc:chgData name="pratibha.s" userId="S::pratibha.s@krmangalam.edu.in::c81b94cf-77d6-4481-93e7-f045f6238cd8" providerId="AD" clId="Web-{C216BD33-0853-9E6E-1DCD-D8752C3D2466}" dt="2025-04-07T08:41:37.148" v="8" actId="20577"/>
        <pc:sldMkLst>
          <pc:docMk/>
          <pc:sldMk cId="2992620617" sldId="572"/>
        </pc:sldMkLst>
      </pc:sldChg>
      <pc:sldChg chg="modSp add">
        <pc:chgData name="pratibha.s" userId="S::pratibha.s@krmangalam.edu.in::c81b94cf-77d6-4481-93e7-f045f6238cd8" providerId="AD" clId="Web-{C216BD33-0853-9E6E-1DCD-D8752C3D2466}" dt="2025-04-07T08:41:45.946" v="10" actId="20577"/>
        <pc:sldMkLst>
          <pc:docMk/>
          <pc:sldMk cId="2430529132" sldId="573"/>
        </pc:sldMkLst>
      </pc:sld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8197D1C-C8C7-4B7D-A14A-F8DDC3A6DCEA}"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1E7A032A-16F1-46AF-8B22-86037CEB9DA0}">
      <dgm:prSet/>
      <dgm:spPr/>
      <dgm:t>
        <a:bodyPr/>
        <a:lstStyle/>
        <a:p>
          <a:pPr>
            <a:lnSpc>
              <a:spcPct val="100000"/>
            </a:lnSpc>
          </a:pPr>
          <a:r>
            <a:rPr lang="en-IN" b="1" dirty="0"/>
            <a:t>CO1: </a:t>
          </a:r>
          <a:r>
            <a:rPr lang="en-US" b="1" dirty="0"/>
            <a:t>Understand</a:t>
          </a:r>
          <a:r>
            <a:rPr lang="en-US" dirty="0"/>
            <a:t> the methods for water hardness and the basics of boiler water treatment and analyze fuel calorific values and battery.</a:t>
          </a:r>
        </a:p>
      </dgm:t>
    </dgm:pt>
    <dgm:pt modelId="{F86E09F7-486D-4BEF-A923-F14FEC225C64}" type="parTrans" cxnId="{3320C3F2-A6CD-41CE-AF17-60423ED069A6}">
      <dgm:prSet/>
      <dgm:spPr/>
      <dgm:t>
        <a:bodyPr/>
        <a:lstStyle/>
        <a:p>
          <a:endParaRPr lang="en-US"/>
        </a:p>
      </dgm:t>
    </dgm:pt>
    <dgm:pt modelId="{3FC4EF5E-B808-440A-9E2C-4F7831C8CE8C}" type="sibTrans" cxnId="{3320C3F2-A6CD-41CE-AF17-60423ED069A6}">
      <dgm:prSet/>
      <dgm:spPr/>
      <dgm:t>
        <a:bodyPr/>
        <a:lstStyle/>
        <a:p>
          <a:endParaRPr lang="en-US"/>
        </a:p>
      </dgm:t>
    </dgm:pt>
    <dgm:pt modelId="{0B198A1D-F0DF-4034-A8BC-B066E7FF3EDB}">
      <dgm:prSet/>
      <dgm:spPr/>
      <dgm:t>
        <a:bodyPr/>
        <a:lstStyle/>
        <a:p>
          <a:pPr>
            <a:lnSpc>
              <a:spcPct val="100000"/>
            </a:lnSpc>
          </a:pPr>
          <a:r>
            <a:rPr lang="en-IN" b="1" dirty="0"/>
            <a:t>CO2: </a:t>
          </a:r>
          <a:r>
            <a:rPr lang="en-US" b="1" dirty="0"/>
            <a:t>Explain</a:t>
          </a:r>
          <a:r>
            <a:rPr lang="en-US" dirty="0"/>
            <a:t> the characteristics and working principles of different battery types and types of fuels. </a:t>
          </a:r>
          <a:endParaRPr lang="en-IN" dirty="0"/>
        </a:p>
      </dgm:t>
    </dgm:pt>
    <dgm:pt modelId="{134E97FE-7EA1-4ADC-83A6-E3D5A6596EBE}" type="parTrans" cxnId="{3D6D94CC-9AFE-4BCD-A5DC-7F3DCEE6B33F}">
      <dgm:prSet/>
      <dgm:spPr/>
      <dgm:t>
        <a:bodyPr/>
        <a:lstStyle/>
        <a:p>
          <a:endParaRPr lang="en-IN"/>
        </a:p>
      </dgm:t>
    </dgm:pt>
    <dgm:pt modelId="{04E66C80-9E50-4D38-B67A-F4FA2D865CE3}" type="sibTrans" cxnId="{3D6D94CC-9AFE-4BCD-A5DC-7F3DCEE6B33F}">
      <dgm:prSet/>
      <dgm:spPr/>
      <dgm:t>
        <a:bodyPr/>
        <a:lstStyle/>
        <a:p>
          <a:endParaRPr lang="en-IN"/>
        </a:p>
      </dgm:t>
    </dgm:pt>
    <dgm:pt modelId="{EEB38B72-A912-468A-BFC3-8EE4A0CB542B}">
      <dgm:prSet/>
      <dgm:spPr/>
      <dgm:t>
        <a:bodyPr/>
        <a:lstStyle/>
        <a:p>
          <a:pPr>
            <a:lnSpc>
              <a:spcPct val="100000"/>
            </a:lnSpc>
          </a:pPr>
          <a:r>
            <a:rPr lang="en-IN" b="1" dirty="0"/>
            <a:t>CO3: </a:t>
          </a:r>
          <a:r>
            <a:rPr lang="en-US" b="1" dirty="0"/>
            <a:t>Determine</a:t>
          </a:r>
          <a:r>
            <a:rPr lang="en-US" dirty="0"/>
            <a:t> the differences between batteries and fuel cells and classify fuel cell types based on their components.</a:t>
          </a:r>
          <a:r>
            <a:rPr lang="en-IN" dirty="0"/>
            <a:t>. </a:t>
          </a:r>
        </a:p>
      </dgm:t>
    </dgm:pt>
    <dgm:pt modelId="{740ADBB8-CDAC-40D3-99FE-E2752AA6F6F5}" type="parTrans" cxnId="{5AC764CA-156A-405F-A245-8AE6D91B80B0}">
      <dgm:prSet/>
      <dgm:spPr/>
      <dgm:t>
        <a:bodyPr/>
        <a:lstStyle/>
        <a:p>
          <a:endParaRPr lang="en-IN"/>
        </a:p>
      </dgm:t>
    </dgm:pt>
    <dgm:pt modelId="{B2634535-4686-436F-A9EC-5C2A6D4668CD}" type="sibTrans" cxnId="{5AC764CA-156A-405F-A245-8AE6D91B80B0}">
      <dgm:prSet/>
      <dgm:spPr/>
      <dgm:t>
        <a:bodyPr/>
        <a:lstStyle/>
        <a:p>
          <a:endParaRPr lang="en-IN"/>
        </a:p>
      </dgm:t>
    </dgm:pt>
    <dgm:pt modelId="{862F3A91-D739-459C-AA59-ACC91F401002}">
      <dgm:prSet/>
      <dgm:spPr/>
      <dgm:t>
        <a:bodyPr/>
        <a:lstStyle/>
        <a:p>
          <a:pPr>
            <a:lnSpc>
              <a:spcPct val="100000"/>
            </a:lnSpc>
          </a:pPr>
          <a:r>
            <a:rPr lang="en-IN" b="1" dirty="0"/>
            <a:t>CO4: </a:t>
          </a:r>
          <a:r>
            <a:rPr lang="en-US" b="1" dirty="0"/>
            <a:t>Identify</a:t>
          </a:r>
          <a:r>
            <a:rPr lang="en-US" dirty="0"/>
            <a:t> between hard and soft water, solve the related numerical problems on water purification and emf and its significance in industry and daily life.</a:t>
          </a:r>
          <a:endParaRPr lang="en-IN" dirty="0"/>
        </a:p>
      </dgm:t>
    </dgm:pt>
    <dgm:pt modelId="{921011F5-0208-4207-BF03-301150786E64}" type="parTrans" cxnId="{3D8F8866-8328-49C1-81AE-8F591F259B99}">
      <dgm:prSet/>
      <dgm:spPr/>
      <dgm:t>
        <a:bodyPr/>
        <a:lstStyle/>
        <a:p>
          <a:endParaRPr lang="en-IN"/>
        </a:p>
      </dgm:t>
    </dgm:pt>
    <dgm:pt modelId="{831DC015-3E12-4E16-A5EC-98A7F0C54591}" type="sibTrans" cxnId="{3D8F8866-8328-49C1-81AE-8F591F259B99}">
      <dgm:prSet/>
      <dgm:spPr/>
      <dgm:t>
        <a:bodyPr/>
        <a:lstStyle/>
        <a:p>
          <a:endParaRPr lang="en-IN"/>
        </a:p>
      </dgm:t>
    </dgm:pt>
    <dgm:pt modelId="{2536D237-47EA-4B37-A454-BB90BD199B6A}" type="pres">
      <dgm:prSet presAssocID="{98197D1C-C8C7-4B7D-A14A-F8DDC3A6DCEA}" presName="root" presStyleCnt="0">
        <dgm:presLayoutVars>
          <dgm:dir/>
          <dgm:resizeHandles val="exact"/>
        </dgm:presLayoutVars>
      </dgm:prSet>
      <dgm:spPr/>
    </dgm:pt>
    <dgm:pt modelId="{379558B8-FE68-46C2-8D91-F37CFA5AF511}" type="pres">
      <dgm:prSet presAssocID="{1E7A032A-16F1-46AF-8B22-86037CEB9DA0}" presName="compNode" presStyleCnt="0"/>
      <dgm:spPr/>
    </dgm:pt>
    <dgm:pt modelId="{F41D418F-7B3C-47CC-81B2-AE3147FC537D}" type="pres">
      <dgm:prSet presAssocID="{1E7A032A-16F1-46AF-8B22-86037CEB9DA0}" presName="bgRect" presStyleLbl="bgShp" presStyleIdx="0" presStyleCnt="4"/>
      <dgm:spPr/>
    </dgm:pt>
    <dgm:pt modelId="{8CBEF6DD-AA1D-47DF-9638-57CD9E704645}" type="pres">
      <dgm:prSet presAssocID="{1E7A032A-16F1-46AF-8B22-86037CEB9DA0}"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icroscope"/>
        </a:ext>
      </dgm:extLst>
    </dgm:pt>
    <dgm:pt modelId="{D399F639-EE39-4BCB-8E7E-86EA8EBD54FF}" type="pres">
      <dgm:prSet presAssocID="{1E7A032A-16F1-46AF-8B22-86037CEB9DA0}" presName="spaceRect" presStyleCnt="0"/>
      <dgm:spPr/>
    </dgm:pt>
    <dgm:pt modelId="{C859899F-9E11-47BC-ABD7-B1ADA39E6E4E}" type="pres">
      <dgm:prSet presAssocID="{1E7A032A-16F1-46AF-8B22-86037CEB9DA0}" presName="parTx" presStyleLbl="revTx" presStyleIdx="0" presStyleCnt="4">
        <dgm:presLayoutVars>
          <dgm:chMax val="0"/>
          <dgm:chPref val="0"/>
        </dgm:presLayoutVars>
      </dgm:prSet>
      <dgm:spPr/>
    </dgm:pt>
    <dgm:pt modelId="{90216848-D318-4661-B39E-EF10D6A71FA1}" type="pres">
      <dgm:prSet presAssocID="{3FC4EF5E-B808-440A-9E2C-4F7831C8CE8C}" presName="sibTrans" presStyleCnt="0"/>
      <dgm:spPr/>
    </dgm:pt>
    <dgm:pt modelId="{F95D8AB0-6A9B-485A-BDE4-E4A68A9A505E}" type="pres">
      <dgm:prSet presAssocID="{0B198A1D-F0DF-4034-A8BC-B066E7FF3EDB}" presName="compNode" presStyleCnt="0"/>
      <dgm:spPr/>
    </dgm:pt>
    <dgm:pt modelId="{C012FC80-3824-4EFE-9F5A-114D1483AA54}" type="pres">
      <dgm:prSet presAssocID="{0B198A1D-F0DF-4034-A8BC-B066E7FF3EDB}" presName="bgRect" presStyleLbl="bgShp" presStyleIdx="1" presStyleCnt="4"/>
      <dgm:spPr/>
    </dgm:pt>
    <dgm:pt modelId="{B4D3A1C4-4BA4-4014-841A-6B71C45548B0}" type="pres">
      <dgm:prSet presAssocID="{0B198A1D-F0DF-4034-A8BC-B066E7FF3EDB}"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cientist"/>
        </a:ext>
      </dgm:extLst>
    </dgm:pt>
    <dgm:pt modelId="{7EBC6868-9C28-4991-8CF1-9D70A6D813FC}" type="pres">
      <dgm:prSet presAssocID="{0B198A1D-F0DF-4034-A8BC-B066E7FF3EDB}" presName="spaceRect" presStyleCnt="0"/>
      <dgm:spPr/>
    </dgm:pt>
    <dgm:pt modelId="{D44C2E2F-D83F-4A52-A6C0-E2CA822CE068}" type="pres">
      <dgm:prSet presAssocID="{0B198A1D-F0DF-4034-A8BC-B066E7FF3EDB}" presName="parTx" presStyleLbl="revTx" presStyleIdx="1" presStyleCnt="4">
        <dgm:presLayoutVars>
          <dgm:chMax val="0"/>
          <dgm:chPref val="0"/>
        </dgm:presLayoutVars>
      </dgm:prSet>
      <dgm:spPr/>
    </dgm:pt>
    <dgm:pt modelId="{B24887C3-295A-4F94-953B-202027765959}" type="pres">
      <dgm:prSet presAssocID="{04E66C80-9E50-4D38-B67A-F4FA2D865CE3}" presName="sibTrans" presStyleCnt="0"/>
      <dgm:spPr/>
    </dgm:pt>
    <dgm:pt modelId="{9E014CA1-8CB7-4B47-837C-FDA9CD13B899}" type="pres">
      <dgm:prSet presAssocID="{EEB38B72-A912-468A-BFC3-8EE4A0CB542B}" presName="compNode" presStyleCnt="0"/>
      <dgm:spPr/>
    </dgm:pt>
    <dgm:pt modelId="{1AE007B7-B3F8-4079-A7C6-8FECDDD7FCAC}" type="pres">
      <dgm:prSet presAssocID="{EEB38B72-A912-468A-BFC3-8EE4A0CB542B}" presName="bgRect" presStyleLbl="bgShp" presStyleIdx="2" presStyleCnt="4"/>
      <dgm:spPr/>
    </dgm:pt>
    <dgm:pt modelId="{78CE3D94-A17F-4373-8F94-FFA0F916D308}" type="pres">
      <dgm:prSet presAssocID="{EEB38B72-A912-468A-BFC3-8EE4A0CB542B}"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Atom"/>
        </a:ext>
      </dgm:extLst>
    </dgm:pt>
    <dgm:pt modelId="{2320A3BD-2636-4C64-8E3B-441C52220EBB}" type="pres">
      <dgm:prSet presAssocID="{EEB38B72-A912-468A-BFC3-8EE4A0CB542B}" presName="spaceRect" presStyleCnt="0"/>
      <dgm:spPr/>
    </dgm:pt>
    <dgm:pt modelId="{CDF8F216-6DF1-4747-B11D-32515D5ADACC}" type="pres">
      <dgm:prSet presAssocID="{EEB38B72-A912-468A-BFC3-8EE4A0CB542B}" presName="parTx" presStyleLbl="revTx" presStyleIdx="2" presStyleCnt="4">
        <dgm:presLayoutVars>
          <dgm:chMax val="0"/>
          <dgm:chPref val="0"/>
        </dgm:presLayoutVars>
      </dgm:prSet>
      <dgm:spPr/>
    </dgm:pt>
    <dgm:pt modelId="{CD869F62-C8BC-47A1-9B89-E65DF783C3B1}" type="pres">
      <dgm:prSet presAssocID="{B2634535-4686-436F-A9EC-5C2A6D4668CD}" presName="sibTrans" presStyleCnt="0"/>
      <dgm:spPr/>
    </dgm:pt>
    <dgm:pt modelId="{F41339C3-1E4E-4314-A8CA-390171776897}" type="pres">
      <dgm:prSet presAssocID="{862F3A91-D739-459C-AA59-ACC91F401002}" presName="compNode" presStyleCnt="0"/>
      <dgm:spPr/>
    </dgm:pt>
    <dgm:pt modelId="{9CC8D97A-242E-4192-9D22-094C754722C1}" type="pres">
      <dgm:prSet presAssocID="{862F3A91-D739-459C-AA59-ACC91F401002}" presName="bgRect" presStyleLbl="bgShp" presStyleIdx="3" presStyleCnt="4"/>
      <dgm:spPr/>
    </dgm:pt>
    <dgm:pt modelId="{E3801F28-382D-48CB-999F-D64AC321BFEA}" type="pres">
      <dgm:prSet presAssocID="{862F3A91-D739-459C-AA59-ACC91F401002}"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DNA"/>
        </a:ext>
      </dgm:extLst>
    </dgm:pt>
    <dgm:pt modelId="{0EA0F913-274C-4385-B0AF-55AA690A1A7F}" type="pres">
      <dgm:prSet presAssocID="{862F3A91-D739-459C-AA59-ACC91F401002}" presName="spaceRect" presStyleCnt="0"/>
      <dgm:spPr/>
    </dgm:pt>
    <dgm:pt modelId="{C5518254-9836-41F1-BF89-7570967DD110}" type="pres">
      <dgm:prSet presAssocID="{862F3A91-D739-459C-AA59-ACC91F401002}" presName="parTx" presStyleLbl="revTx" presStyleIdx="3" presStyleCnt="4">
        <dgm:presLayoutVars>
          <dgm:chMax val="0"/>
          <dgm:chPref val="0"/>
        </dgm:presLayoutVars>
      </dgm:prSet>
      <dgm:spPr/>
    </dgm:pt>
  </dgm:ptLst>
  <dgm:cxnLst>
    <dgm:cxn modelId="{3D8F8866-8328-49C1-81AE-8F591F259B99}" srcId="{98197D1C-C8C7-4B7D-A14A-F8DDC3A6DCEA}" destId="{862F3A91-D739-459C-AA59-ACC91F401002}" srcOrd="3" destOrd="0" parTransId="{921011F5-0208-4207-BF03-301150786E64}" sibTransId="{831DC015-3E12-4E16-A5EC-98A7F0C54591}"/>
    <dgm:cxn modelId="{7FF79680-C74E-4147-8765-BB0459743B26}" type="presOf" srcId="{0B198A1D-F0DF-4034-A8BC-B066E7FF3EDB}" destId="{D44C2E2F-D83F-4A52-A6C0-E2CA822CE068}" srcOrd="0" destOrd="0" presId="urn:microsoft.com/office/officeart/2018/2/layout/IconVerticalSolidList"/>
    <dgm:cxn modelId="{F2724193-C788-48B3-869C-44D64BE70F35}" type="presOf" srcId="{98197D1C-C8C7-4B7D-A14A-F8DDC3A6DCEA}" destId="{2536D237-47EA-4B37-A454-BB90BD199B6A}" srcOrd="0" destOrd="0" presId="urn:microsoft.com/office/officeart/2018/2/layout/IconVerticalSolidList"/>
    <dgm:cxn modelId="{4D6F67AE-90DC-485B-BE19-E2CDF252AE39}" type="presOf" srcId="{1E7A032A-16F1-46AF-8B22-86037CEB9DA0}" destId="{C859899F-9E11-47BC-ABD7-B1ADA39E6E4E}" srcOrd="0" destOrd="0" presId="urn:microsoft.com/office/officeart/2018/2/layout/IconVerticalSolidList"/>
    <dgm:cxn modelId="{5AC764CA-156A-405F-A245-8AE6D91B80B0}" srcId="{98197D1C-C8C7-4B7D-A14A-F8DDC3A6DCEA}" destId="{EEB38B72-A912-468A-BFC3-8EE4A0CB542B}" srcOrd="2" destOrd="0" parTransId="{740ADBB8-CDAC-40D3-99FE-E2752AA6F6F5}" sibTransId="{B2634535-4686-436F-A9EC-5C2A6D4668CD}"/>
    <dgm:cxn modelId="{3D6D94CC-9AFE-4BCD-A5DC-7F3DCEE6B33F}" srcId="{98197D1C-C8C7-4B7D-A14A-F8DDC3A6DCEA}" destId="{0B198A1D-F0DF-4034-A8BC-B066E7FF3EDB}" srcOrd="1" destOrd="0" parTransId="{134E97FE-7EA1-4ADC-83A6-E3D5A6596EBE}" sibTransId="{04E66C80-9E50-4D38-B67A-F4FA2D865CE3}"/>
    <dgm:cxn modelId="{90315EDD-841C-4C65-B532-5FDF41F45327}" type="presOf" srcId="{862F3A91-D739-459C-AA59-ACC91F401002}" destId="{C5518254-9836-41F1-BF89-7570967DD110}" srcOrd="0" destOrd="0" presId="urn:microsoft.com/office/officeart/2018/2/layout/IconVerticalSolidList"/>
    <dgm:cxn modelId="{0B1CC3F2-2869-45FB-B2DC-E7696F446ED2}" type="presOf" srcId="{EEB38B72-A912-468A-BFC3-8EE4A0CB542B}" destId="{CDF8F216-6DF1-4747-B11D-32515D5ADACC}" srcOrd="0" destOrd="0" presId="urn:microsoft.com/office/officeart/2018/2/layout/IconVerticalSolidList"/>
    <dgm:cxn modelId="{3320C3F2-A6CD-41CE-AF17-60423ED069A6}" srcId="{98197D1C-C8C7-4B7D-A14A-F8DDC3A6DCEA}" destId="{1E7A032A-16F1-46AF-8B22-86037CEB9DA0}" srcOrd="0" destOrd="0" parTransId="{F86E09F7-486D-4BEF-A923-F14FEC225C64}" sibTransId="{3FC4EF5E-B808-440A-9E2C-4F7831C8CE8C}"/>
    <dgm:cxn modelId="{A7E58C7C-9633-4835-8FF9-137585CDD281}" type="presParOf" srcId="{2536D237-47EA-4B37-A454-BB90BD199B6A}" destId="{379558B8-FE68-46C2-8D91-F37CFA5AF511}" srcOrd="0" destOrd="0" presId="urn:microsoft.com/office/officeart/2018/2/layout/IconVerticalSolidList"/>
    <dgm:cxn modelId="{D6839034-7F36-4C87-877D-BCEA1DF0AAE2}" type="presParOf" srcId="{379558B8-FE68-46C2-8D91-F37CFA5AF511}" destId="{F41D418F-7B3C-47CC-81B2-AE3147FC537D}" srcOrd="0" destOrd="0" presId="urn:microsoft.com/office/officeart/2018/2/layout/IconVerticalSolidList"/>
    <dgm:cxn modelId="{C772F475-AEC7-4165-8E78-CA78B73AC580}" type="presParOf" srcId="{379558B8-FE68-46C2-8D91-F37CFA5AF511}" destId="{8CBEF6DD-AA1D-47DF-9638-57CD9E704645}" srcOrd="1" destOrd="0" presId="urn:microsoft.com/office/officeart/2018/2/layout/IconVerticalSolidList"/>
    <dgm:cxn modelId="{B9C7E122-50C4-492F-BACB-FBF01BE7CFB4}" type="presParOf" srcId="{379558B8-FE68-46C2-8D91-F37CFA5AF511}" destId="{D399F639-EE39-4BCB-8E7E-86EA8EBD54FF}" srcOrd="2" destOrd="0" presId="urn:microsoft.com/office/officeart/2018/2/layout/IconVerticalSolidList"/>
    <dgm:cxn modelId="{F950B035-4802-415D-9C4D-9A0A42946510}" type="presParOf" srcId="{379558B8-FE68-46C2-8D91-F37CFA5AF511}" destId="{C859899F-9E11-47BC-ABD7-B1ADA39E6E4E}" srcOrd="3" destOrd="0" presId="urn:microsoft.com/office/officeart/2018/2/layout/IconVerticalSolidList"/>
    <dgm:cxn modelId="{A58F67E3-027C-4BB9-9E5D-14FE5448C7E7}" type="presParOf" srcId="{2536D237-47EA-4B37-A454-BB90BD199B6A}" destId="{90216848-D318-4661-B39E-EF10D6A71FA1}" srcOrd="1" destOrd="0" presId="urn:microsoft.com/office/officeart/2018/2/layout/IconVerticalSolidList"/>
    <dgm:cxn modelId="{AFF4472D-11E2-44EF-AEE9-BC46928775DB}" type="presParOf" srcId="{2536D237-47EA-4B37-A454-BB90BD199B6A}" destId="{F95D8AB0-6A9B-485A-BDE4-E4A68A9A505E}" srcOrd="2" destOrd="0" presId="urn:microsoft.com/office/officeart/2018/2/layout/IconVerticalSolidList"/>
    <dgm:cxn modelId="{16EBCC3C-736D-4D2A-8013-62BA698A83A1}" type="presParOf" srcId="{F95D8AB0-6A9B-485A-BDE4-E4A68A9A505E}" destId="{C012FC80-3824-4EFE-9F5A-114D1483AA54}" srcOrd="0" destOrd="0" presId="urn:microsoft.com/office/officeart/2018/2/layout/IconVerticalSolidList"/>
    <dgm:cxn modelId="{1C3F6AF7-4688-4FE7-BBAF-6D6D009A92C1}" type="presParOf" srcId="{F95D8AB0-6A9B-485A-BDE4-E4A68A9A505E}" destId="{B4D3A1C4-4BA4-4014-841A-6B71C45548B0}" srcOrd="1" destOrd="0" presId="urn:microsoft.com/office/officeart/2018/2/layout/IconVerticalSolidList"/>
    <dgm:cxn modelId="{741DDDD6-1A7A-49A0-A205-695A360CD3D5}" type="presParOf" srcId="{F95D8AB0-6A9B-485A-BDE4-E4A68A9A505E}" destId="{7EBC6868-9C28-4991-8CF1-9D70A6D813FC}" srcOrd="2" destOrd="0" presId="urn:microsoft.com/office/officeart/2018/2/layout/IconVerticalSolidList"/>
    <dgm:cxn modelId="{473E02D5-9413-4752-9FD7-748EB0176B1B}" type="presParOf" srcId="{F95D8AB0-6A9B-485A-BDE4-E4A68A9A505E}" destId="{D44C2E2F-D83F-4A52-A6C0-E2CA822CE068}" srcOrd="3" destOrd="0" presId="urn:microsoft.com/office/officeart/2018/2/layout/IconVerticalSolidList"/>
    <dgm:cxn modelId="{2D14FF92-2CE5-48DF-BA8A-3D26E76DB63F}" type="presParOf" srcId="{2536D237-47EA-4B37-A454-BB90BD199B6A}" destId="{B24887C3-295A-4F94-953B-202027765959}" srcOrd="3" destOrd="0" presId="urn:microsoft.com/office/officeart/2018/2/layout/IconVerticalSolidList"/>
    <dgm:cxn modelId="{C6437333-FA7E-49ED-B122-6D318377C414}" type="presParOf" srcId="{2536D237-47EA-4B37-A454-BB90BD199B6A}" destId="{9E014CA1-8CB7-4B47-837C-FDA9CD13B899}" srcOrd="4" destOrd="0" presId="urn:microsoft.com/office/officeart/2018/2/layout/IconVerticalSolidList"/>
    <dgm:cxn modelId="{EC635338-9943-4F64-9AD4-47109EE7231A}" type="presParOf" srcId="{9E014CA1-8CB7-4B47-837C-FDA9CD13B899}" destId="{1AE007B7-B3F8-4079-A7C6-8FECDDD7FCAC}" srcOrd="0" destOrd="0" presId="urn:microsoft.com/office/officeart/2018/2/layout/IconVerticalSolidList"/>
    <dgm:cxn modelId="{5B4BE7A5-A3D9-4F81-A48A-C883D324BD01}" type="presParOf" srcId="{9E014CA1-8CB7-4B47-837C-FDA9CD13B899}" destId="{78CE3D94-A17F-4373-8F94-FFA0F916D308}" srcOrd="1" destOrd="0" presId="urn:microsoft.com/office/officeart/2018/2/layout/IconVerticalSolidList"/>
    <dgm:cxn modelId="{6AFFA396-8C5F-4D9A-91DA-B320C31EEB85}" type="presParOf" srcId="{9E014CA1-8CB7-4B47-837C-FDA9CD13B899}" destId="{2320A3BD-2636-4C64-8E3B-441C52220EBB}" srcOrd="2" destOrd="0" presId="urn:microsoft.com/office/officeart/2018/2/layout/IconVerticalSolidList"/>
    <dgm:cxn modelId="{B68984CC-3A55-4DD2-9B98-E4509ED4CE58}" type="presParOf" srcId="{9E014CA1-8CB7-4B47-837C-FDA9CD13B899}" destId="{CDF8F216-6DF1-4747-B11D-32515D5ADACC}" srcOrd="3" destOrd="0" presId="urn:microsoft.com/office/officeart/2018/2/layout/IconVerticalSolidList"/>
    <dgm:cxn modelId="{92C9A28A-550C-473E-9379-C3ECA8579662}" type="presParOf" srcId="{2536D237-47EA-4B37-A454-BB90BD199B6A}" destId="{CD869F62-C8BC-47A1-9B89-E65DF783C3B1}" srcOrd="5" destOrd="0" presId="urn:microsoft.com/office/officeart/2018/2/layout/IconVerticalSolidList"/>
    <dgm:cxn modelId="{01CA2A13-DD93-4DA8-AA24-124810860048}" type="presParOf" srcId="{2536D237-47EA-4B37-A454-BB90BD199B6A}" destId="{F41339C3-1E4E-4314-A8CA-390171776897}" srcOrd="6" destOrd="0" presId="urn:microsoft.com/office/officeart/2018/2/layout/IconVerticalSolidList"/>
    <dgm:cxn modelId="{7D57C925-29C7-474F-BF3E-5E31B5E7207F}" type="presParOf" srcId="{F41339C3-1E4E-4314-A8CA-390171776897}" destId="{9CC8D97A-242E-4192-9D22-094C754722C1}" srcOrd="0" destOrd="0" presId="urn:microsoft.com/office/officeart/2018/2/layout/IconVerticalSolidList"/>
    <dgm:cxn modelId="{E9CDB2B8-0FDC-4228-85DE-7DD2C23DD343}" type="presParOf" srcId="{F41339C3-1E4E-4314-A8CA-390171776897}" destId="{E3801F28-382D-48CB-999F-D64AC321BFEA}" srcOrd="1" destOrd="0" presId="urn:microsoft.com/office/officeart/2018/2/layout/IconVerticalSolidList"/>
    <dgm:cxn modelId="{72612AEB-4519-4A62-9E83-A46F32ED653C}" type="presParOf" srcId="{F41339C3-1E4E-4314-A8CA-390171776897}" destId="{0EA0F913-274C-4385-B0AF-55AA690A1A7F}" srcOrd="2" destOrd="0" presId="urn:microsoft.com/office/officeart/2018/2/layout/IconVerticalSolidList"/>
    <dgm:cxn modelId="{814CA231-7D7A-489D-861E-E27CB4DE072E}" type="presParOf" srcId="{F41339C3-1E4E-4314-A8CA-390171776897}" destId="{C5518254-9836-41F1-BF89-7570967DD110}"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41D418F-7B3C-47CC-81B2-AE3147FC537D}">
      <dsp:nvSpPr>
        <dsp:cNvPr id="0" name=""/>
        <dsp:cNvSpPr/>
      </dsp:nvSpPr>
      <dsp:spPr>
        <a:xfrm>
          <a:off x="0" y="3314"/>
          <a:ext cx="4381571" cy="114642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CBEF6DD-AA1D-47DF-9638-57CD9E704645}">
      <dsp:nvSpPr>
        <dsp:cNvPr id="0" name=""/>
        <dsp:cNvSpPr/>
      </dsp:nvSpPr>
      <dsp:spPr>
        <a:xfrm>
          <a:off x="346792" y="261259"/>
          <a:ext cx="631148" cy="63053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859899F-9E11-47BC-ABD7-B1ADA39E6E4E}">
      <dsp:nvSpPr>
        <dsp:cNvPr id="0" name=""/>
        <dsp:cNvSpPr/>
      </dsp:nvSpPr>
      <dsp:spPr>
        <a:xfrm>
          <a:off x="1324733" y="3314"/>
          <a:ext cx="2762446" cy="11475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448" tIns="121448" rIns="121448" bIns="121448" numCol="1" spcCol="1270" anchor="ctr" anchorCtr="0">
          <a:noAutofit/>
        </a:bodyPr>
        <a:lstStyle/>
        <a:p>
          <a:pPr marL="0" lvl="0" indent="0" algn="l" defTabSz="622300">
            <a:lnSpc>
              <a:spcPct val="100000"/>
            </a:lnSpc>
            <a:spcBef>
              <a:spcPct val="0"/>
            </a:spcBef>
            <a:spcAft>
              <a:spcPct val="35000"/>
            </a:spcAft>
            <a:buNone/>
          </a:pPr>
          <a:r>
            <a:rPr lang="en-IN" sz="1400" b="1" kern="1200" dirty="0"/>
            <a:t>CO1: </a:t>
          </a:r>
          <a:r>
            <a:rPr lang="en-US" sz="1400" b="1" kern="1200" dirty="0"/>
            <a:t>Understand</a:t>
          </a:r>
          <a:r>
            <a:rPr lang="en-US" sz="1400" kern="1200" dirty="0"/>
            <a:t> the methods for water hardness and the basics of boiler water treatment and analyze fuel calorific values and battery.</a:t>
          </a:r>
        </a:p>
      </dsp:txBody>
      <dsp:txXfrm>
        <a:off x="1324733" y="3314"/>
        <a:ext cx="2762446" cy="1147542"/>
      </dsp:txXfrm>
    </dsp:sp>
    <dsp:sp modelId="{C012FC80-3824-4EFE-9F5A-114D1483AA54}">
      <dsp:nvSpPr>
        <dsp:cNvPr id="0" name=""/>
        <dsp:cNvSpPr/>
      </dsp:nvSpPr>
      <dsp:spPr>
        <a:xfrm>
          <a:off x="0" y="1429049"/>
          <a:ext cx="4381571" cy="114642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4D3A1C4-4BA4-4014-841A-6B71C45548B0}">
      <dsp:nvSpPr>
        <dsp:cNvPr id="0" name=""/>
        <dsp:cNvSpPr/>
      </dsp:nvSpPr>
      <dsp:spPr>
        <a:xfrm>
          <a:off x="346792" y="1686994"/>
          <a:ext cx="631148" cy="63053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44C2E2F-D83F-4A52-A6C0-E2CA822CE068}">
      <dsp:nvSpPr>
        <dsp:cNvPr id="0" name=""/>
        <dsp:cNvSpPr/>
      </dsp:nvSpPr>
      <dsp:spPr>
        <a:xfrm>
          <a:off x="1324733" y="1429049"/>
          <a:ext cx="2762446" cy="11475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448" tIns="121448" rIns="121448" bIns="121448" numCol="1" spcCol="1270" anchor="ctr" anchorCtr="0">
          <a:noAutofit/>
        </a:bodyPr>
        <a:lstStyle/>
        <a:p>
          <a:pPr marL="0" lvl="0" indent="0" algn="l" defTabSz="622300">
            <a:lnSpc>
              <a:spcPct val="100000"/>
            </a:lnSpc>
            <a:spcBef>
              <a:spcPct val="0"/>
            </a:spcBef>
            <a:spcAft>
              <a:spcPct val="35000"/>
            </a:spcAft>
            <a:buNone/>
          </a:pPr>
          <a:r>
            <a:rPr lang="en-IN" sz="1400" b="1" kern="1200" dirty="0"/>
            <a:t>CO2: </a:t>
          </a:r>
          <a:r>
            <a:rPr lang="en-US" sz="1400" b="1" kern="1200" dirty="0"/>
            <a:t>Explain</a:t>
          </a:r>
          <a:r>
            <a:rPr lang="en-US" sz="1400" kern="1200" dirty="0"/>
            <a:t> the characteristics and working principles of different battery types and types of fuels. </a:t>
          </a:r>
          <a:endParaRPr lang="en-IN" sz="1400" kern="1200" dirty="0"/>
        </a:p>
      </dsp:txBody>
      <dsp:txXfrm>
        <a:off x="1324733" y="1429049"/>
        <a:ext cx="2762446" cy="1147542"/>
      </dsp:txXfrm>
    </dsp:sp>
    <dsp:sp modelId="{1AE007B7-B3F8-4079-A7C6-8FECDDD7FCAC}">
      <dsp:nvSpPr>
        <dsp:cNvPr id="0" name=""/>
        <dsp:cNvSpPr/>
      </dsp:nvSpPr>
      <dsp:spPr>
        <a:xfrm>
          <a:off x="0" y="2854784"/>
          <a:ext cx="4381571" cy="114642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8CE3D94-A17F-4373-8F94-FFA0F916D308}">
      <dsp:nvSpPr>
        <dsp:cNvPr id="0" name=""/>
        <dsp:cNvSpPr/>
      </dsp:nvSpPr>
      <dsp:spPr>
        <a:xfrm>
          <a:off x="346792" y="3112729"/>
          <a:ext cx="631148" cy="63053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DF8F216-6DF1-4747-B11D-32515D5ADACC}">
      <dsp:nvSpPr>
        <dsp:cNvPr id="0" name=""/>
        <dsp:cNvSpPr/>
      </dsp:nvSpPr>
      <dsp:spPr>
        <a:xfrm>
          <a:off x="1324733" y="2854784"/>
          <a:ext cx="2762446" cy="11475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448" tIns="121448" rIns="121448" bIns="121448" numCol="1" spcCol="1270" anchor="ctr" anchorCtr="0">
          <a:noAutofit/>
        </a:bodyPr>
        <a:lstStyle/>
        <a:p>
          <a:pPr marL="0" lvl="0" indent="0" algn="l" defTabSz="622300">
            <a:lnSpc>
              <a:spcPct val="100000"/>
            </a:lnSpc>
            <a:spcBef>
              <a:spcPct val="0"/>
            </a:spcBef>
            <a:spcAft>
              <a:spcPct val="35000"/>
            </a:spcAft>
            <a:buNone/>
          </a:pPr>
          <a:r>
            <a:rPr lang="en-IN" sz="1400" b="1" kern="1200" dirty="0"/>
            <a:t>CO3: </a:t>
          </a:r>
          <a:r>
            <a:rPr lang="en-US" sz="1400" b="1" kern="1200" dirty="0"/>
            <a:t>Determine</a:t>
          </a:r>
          <a:r>
            <a:rPr lang="en-US" sz="1400" kern="1200" dirty="0"/>
            <a:t> the differences between batteries and fuel cells and classify fuel cell types based on their components.</a:t>
          </a:r>
          <a:r>
            <a:rPr lang="en-IN" sz="1400" kern="1200" dirty="0"/>
            <a:t>. </a:t>
          </a:r>
        </a:p>
      </dsp:txBody>
      <dsp:txXfrm>
        <a:off x="1324733" y="2854784"/>
        <a:ext cx="2762446" cy="1147542"/>
      </dsp:txXfrm>
    </dsp:sp>
    <dsp:sp modelId="{9CC8D97A-242E-4192-9D22-094C754722C1}">
      <dsp:nvSpPr>
        <dsp:cNvPr id="0" name=""/>
        <dsp:cNvSpPr/>
      </dsp:nvSpPr>
      <dsp:spPr>
        <a:xfrm>
          <a:off x="0" y="4280518"/>
          <a:ext cx="4381571" cy="114642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3801F28-382D-48CB-999F-D64AC321BFEA}">
      <dsp:nvSpPr>
        <dsp:cNvPr id="0" name=""/>
        <dsp:cNvSpPr/>
      </dsp:nvSpPr>
      <dsp:spPr>
        <a:xfrm>
          <a:off x="346792" y="4538463"/>
          <a:ext cx="631148" cy="63053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5518254-9836-41F1-BF89-7570967DD110}">
      <dsp:nvSpPr>
        <dsp:cNvPr id="0" name=""/>
        <dsp:cNvSpPr/>
      </dsp:nvSpPr>
      <dsp:spPr>
        <a:xfrm>
          <a:off x="1324733" y="4280518"/>
          <a:ext cx="2762446" cy="11475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448" tIns="121448" rIns="121448" bIns="121448" numCol="1" spcCol="1270" anchor="ctr" anchorCtr="0">
          <a:noAutofit/>
        </a:bodyPr>
        <a:lstStyle/>
        <a:p>
          <a:pPr marL="0" lvl="0" indent="0" algn="l" defTabSz="622300">
            <a:lnSpc>
              <a:spcPct val="100000"/>
            </a:lnSpc>
            <a:spcBef>
              <a:spcPct val="0"/>
            </a:spcBef>
            <a:spcAft>
              <a:spcPct val="35000"/>
            </a:spcAft>
            <a:buNone/>
          </a:pPr>
          <a:r>
            <a:rPr lang="en-IN" sz="1400" b="1" kern="1200" dirty="0"/>
            <a:t>CO4: </a:t>
          </a:r>
          <a:r>
            <a:rPr lang="en-US" sz="1400" b="1" kern="1200" dirty="0"/>
            <a:t>Identify</a:t>
          </a:r>
          <a:r>
            <a:rPr lang="en-US" sz="1400" kern="1200" dirty="0"/>
            <a:t> between hard and soft water, solve the related numerical problems on water purification and emf and its significance in industry and daily life.</a:t>
          </a:r>
          <a:endParaRPr lang="en-IN" sz="1400" kern="1200" dirty="0"/>
        </a:p>
      </dsp:txBody>
      <dsp:txXfrm>
        <a:off x="1324733" y="4280518"/>
        <a:ext cx="2762446" cy="1147542"/>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207F7F2-8066-4F2A-AE3A-77AF146FA82B}" type="datetimeFigureOut">
              <a:t>8/26/2025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E620E8-3042-4665-AFE6-0D4EFF4817F0}" type="slidenum">
              <a:t>‹#›</a:t>
            </a:fld>
            <a:endParaRPr lang="en-US"/>
          </a:p>
        </p:txBody>
      </p:sp>
    </p:spTree>
    <p:extLst>
      <p:ext uri="{BB962C8B-B14F-4D97-AF65-F5344CB8AC3E}">
        <p14:creationId xmlns:p14="http://schemas.microsoft.com/office/powerpoint/2010/main" val="18812647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9F4C811-DA96-46FA-BC8F-4500A40C51F1}" type="slidenum">
              <a:rPr lang="en-IN" smtClean="0"/>
              <a:t>1</a:t>
            </a:fld>
            <a:endParaRPr lang="en-IN"/>
          </a:p>
        </p:txBody>
      </p:sp>
    </p:spTree>
    <p:extLst>
      <p:ext uri="{BB962C8B-B14F-4D97-AF65-F5344CB8AC3E}">
        <p14:creationId xmlns:p14="http://schemas.microsoft.com/office/powerpoint/2010/main" val="32422342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E8427CE-9252-4017-A2F1-7A5BA7469A5F}" type="datetimeFigureOut">
              <a:rPr lang="en-IN" smtClean="0"/>
              <a:t>26-08-2025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301C172-055D-4287-BA88-A2CF0CF0D7D8}" type="slidenum">
              <a:rPr lang="en-IN" smtClean="0"/>
              <a:t>‹#›</a:t>
            </a:fld>
            <a:endParaRPr lang="en-IN"/>
          </a:p>
        </p:txBody>
      </p:sp>
    </p:spTree>
    <p:extLst>
      <p:ext uri="{BB962C8B-B14F-4D97-AF65-F5344CB8AC3E}">
        <p14:creationId xmlns:p14="http://schemas.microsoft.com/office/powerpoint/2010/main" val="27525740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E8427CE-9252-4017-A2F1-7A5BA7469A5F}" type="datetimeFigureOut">
              <a:rPr lang="en-IN" smtClean="0"/>
              <a:t>26-08-2025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301C172-055D-4287-BA88-A2CF0CF0D7D8}" type="slidenum">
              <a:rPr lang="en-IN" smtClean="0"/>
              <a:t>‹#›</a:t>
            </a:fld>
            <a:endParaRPr lang="en-IN"/>
          </a:p>
        </p:txBody>
      </p:sp>
    </p:spTree>
    <p:extLst>
      <p:ext uri="{BB962C8B-B14F-4D97-AF65-F5344CB8AC3E}">
        <p14:creationId xmlns:p14="http://schemas.microsoft.com/office/powerpoint/2010/main" val="22262214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E8427CE-9252-4017-A2F1-7A5BA7469A5F}" type="datetimeFigureOut">
              <a:rPr lang="en-IN" smtClean="0"/>
              <a:t>26-08-2025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301C172-055D-4287-BA88-A2CF0CF0D7D8}" type="slidenum">
              <a:rPr lang="en-IN" smtClean="0"/>
              <a:t>‹#›</a:t>
            </a:fld>
            <a:endParaRPr lang="en-IN"/>
          </a:p>
        </p:txBody>
      </p:sp>
    </p:spTree>
    <p:extLst>
      <p:ext uri="{BB962C8B-B14F-4D97-AF65-F5344CB8AC3E}">
        <p14:creationId xmlns:p14="http://schemas.microsoft.com/office/powerpoint/2010/main" val="40738962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E8427CE-9252-4017-A2F1-7A5BA7469A5F}" type="datetimeFigureOut">
              <a:rPr lang="en-IN" smtClean="0"/>
              <a:t>26-08-2025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301C172-055D-4287-BA88-A2CF0CF0D7D8}" type="slidenum">
              <a:rPr lang="en-IN" smtClean="0"/>
              <a:t>‹#›</a:t>
            </a:fld>
            <a:endParaRPr lang="en-IN"/>
          </a:p>
        </p:txBody>
      </p:sp>
    </p:spTree>
    <p:extLst>
      <p:ext uri="{BB962C8B-B14F-4D97-AF65-F5344CB8AC3E}">
        <p14:creationId xmlns:p14="http://schemas.microsoft.com/office/powerpoint/2010/main" val="13622090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E8427CE-9252-4017-A2F1-7A5BA7469A5F}" type="datetimeFigureOut">
              <a:rPr lang="en-IN" smtClean="0"/>
              <a:t>26-08-2025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301C172-055D-4287-BA88-A2CF0CF0D7D8}" type="slidenum">
              <a:rPr lang="en-IN" smtClean="0"/>
              <a:t>‹#›</a:t>
            </a:fld>
            <a:endParaRPr lang="en-IN"/>
          </a:p>
        </p:txBody>
      </p:sp>
      <p:grpSp>
        <p:nvGrpSpPr>
          <p:cNvPr id="10" name="Group 9">
            <a:extLst>
              <a:ext uri="{FF2B5EF4-FFF2-40B4-BE49-F238E27FC236}">
                <a16:creationId xmlns:a16="http://schemas.microsoft.com/office/drawing/2014/main" id="{DC6ED315-77F4-C669-298E-231DEF66A9C9}"/>
              </a:ext>
            </a:extLst>
          </p:cNvPr>
          <p:cNvGrpSpPr/>
          <p:nvPr userDrawn="1"/>
        </p:nvGrpSpPr>
        <p:grpSpPr>
          <a:xfrm>
            <a:off x="-15214" y="0"/>
            <a:ext cx="9159213" cy="304800"/>
            <a:chOff x="1143000" y="857250"/>
            <a:chExt cx="6858000" cy="162000"/>
          </a:xfrm>
        </p:grpSpPr>
        <p:sp>
          <p:nvSpPr>
            <p:cNvPr id="11" name="Rectangle 10">
              <a:extLst>
                <a:ext uri="{FF2B5EF4-FFF2-40B4-BE49-F238E27FC236}">
                  <a16:creationId xmlns:a16="http://schemas.microsoft.com/office/drawing/2014/main" id="{339EFDD7-7865-2C8A-1FE8-FCC0B6653658}"/>
                </a:ext>
              </a:extLst>
            </p:cNvPr>
            <p:cNvSpPr/>
            <p:nvPr/>
          </p:nvSpPr>
          <p:spPr>
            <a:xfrm>
              <a:off x="4572000" y="857250"/>
              <a:ext cx="3429000" cy="162000"/>
            </a:xfrm>
            <a:prstGeom prst="rect">
              <a:avLst/>
            </a:prstGeom>
            <a:solidFill>
              <a:srgbClr val="341B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defRPr/>
              </a:pPr>
              <a:endParaRPr lang="en-IN" sz="1350">
                <a:solidFill>
                  <a:prstClr val="white"/>
                </a:solidFill>
                <a:latin typeface="Aptos" panose="02110004020202020204"/>
              </a:endParaRPr>
            </a:p>
          </p:txBody>
        </p:sp>
        <p:sp>
          <p:nvSpPr>
            <p:cNvPr id="12" name="Rectangle 11">
              <a:extLst>
                <a:ext uri="{FF2B5EF4-FFF2-40B4-BE49-F238E27FC236}">
                  <a16:creationId xmlns:a16="http://schemas.microsoft.com/office/drawing/2014/main" id="{3ABDBCB0-8A8F-7DA1-1B86-3776AA10B2A0}"/>
                </a:ext>
              </a:extLst>
            </p:cNvPr>
            <p:cNvSpPr/>
            <p:nvPr/>
          </p:nvSpPr>
          <p:spPr>
            <a:xfrm>
              <a:off x="1143000" y="857250"/>
              <a:ext cx="3429000" cy="162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defRPr/>
              </a:pPr>
              <a:endParaRPr lang="en-IN" sz="1350">
                <a:solidFill>
                  <a:prstClr val="white"/>
                </a:solidFill>
                <a:latin typeface="Aptos" panose="02110004020202020204"/>
              </a:endParaRPr>
            </a:p>
          </p:txBody>
        </p:sp>
      </p:grpSp>
      <p:grpSp>
        <p:nvGrpSpPr>
          <p:cNvPr id="13" name="Group 12">
            <a:extLst>
              <a:ext uri="{FF2B5EF4-FFF2-40B4-BE49-F238E27FC236}">
                <a16:creationId xmlns:a16="http://schemas.microsoft.com/office/drawing/2014/main" id="{587ED083-19F2-6E8B-9B04-FF6C4C4DF034}"/>
              </a:ext>
            </a:extLst>
          </p:cNvPr>
          <p:cNvGrpSpPr/>
          <p:nvPr userDrawn="1"/>
        </p:nvGrpSpPr>
        <p:grpSpPr>
          <a:xfrm>
            <a:off x="0" y="6549143"/>
            <a:ext cx="9159213" cy="304800"/>
            <a:chOff x="1143000" y="857250"/>
            <a:chExt cx="6858000" cy="162000"/>
          </a:xfrm>
        </p:grpSpPr>
        <p:sp>
          <p:nvSpPr>
            <p:cNvPr id="14" name="Rectangle 13">
              <a:extLst>
                <a:ext uri="{FF2B5EF4-FFF2-40B4-BE49-F238E27FC236}">
                  <a16:creationId xmlns:a16="http://schemas.microsoft.com/office/drawing/2014/main" id="{6C27BB24-8BAB-5DEA-9FC1-0C6A43D5BEE0}"/>
                </a:ext>
              </a:extLst>
            </p:cNvPr>
            <p:cNvSpPr/>
            <p:nvPr/>
          </p:nvSpPr>
          <p:spPr>
            <a:xfrm>
              <a:off x="4572000" y="857250"/>
              <a:ext cx="3429000" cy="162000"/>
            </a:xfrm>
            <a:prstGeom prst="rect">
              <a:avLst/>
            </a:prstGeom>
            <a:solidFill>
              <a:srgbClr val="341B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defRPr/>
              </a:pPr>
              <a:endParaRPr lang="en-IN" sz="1350">
                <a:solidFill>
                  <a:prstClr val="white"/>
                </a:solidFill>
                <a:latin typeface="Aptos" panose="02110004020202020204"/>
              </a:endParaRPr>
            </a:p>
          </p:txBody>
        </p:sp>
        <p:sp>
          <p:nvSpPr>
            <p:cNvPr id="15" name="Rectangle 14">
              <a:extLst>
                <a:ext uri="{FF2B5EF4-FFF2-40B4-BE49-F238E27FC236}">
                  <a16:creationId xmlns:a16="http://schemas.microsoft.com/office/drawing/2014/main" id="{D8F729C2-F173-0381-4353-1218FA78BDCC}"/>
                </a:ext>
              </a:extLst>
            </p:cNvPr>
            <p:cNvSpPr/>
            <p:nvPr/>
          </p:nvSpPr>
          <p:spPr>
            <a:xfrm>
              <a:off x="1143000" y="857250"/>
              <a:ext cx="3429000" cy="162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defRPr/>
              </a:pPr>
              <a:endParaRPr lang="en-IN" sz="1350">
                <a:solidFill>
                  <a:prstClr val="white"/>
                </a:solidFill>
                <a:latin typeface="Aptos" panose="02110004020202020204"/>
              </a:endParaRPr>
            </a:p>
          </p:txBody>
        </p:sp>
      </p:grpSp>
    </p:spTree>
    <p:extLst>
      <p:ext uri="{BB962C8B-B14F-4D97-AF65-F5344CB8AC3E}">
        <p14:creationId xmlns:p14="http://schemas.microsoft.com/office/powerpoint/2010/main" val="32865607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E8427CE-9252-4017-A2F1-7A5BA7469A5F}" type="datetimeFigureOut">
              <a:rPr lang="en-IN" smtClean="0"/>
              <a:t>26-08-2025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301C172-055D-4287-BA88-A2CF0CF0D7D8}" type="slidenum">
              <a:rPr lang="en-IN" smtClean="0"/>
              <a:t>‹#›</a:t>
            </a:fld>
            <a:endParaRPr lang="en-IN"/>
          </a:p>
        </p:txBody>
      </p:sp>
    </p:spTree>
    <p:extLst>
      <p:ext uri="{BB962C8B-B14F-4D97-AF65-F5344CB8AC3E}">
        <p14:creationId xmlns:p14="http://schemas.microsoft.com/office/powerpoint/2010/main" val="14897239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E8427CE-9252-4017-A2F1-7A5BA7469A5F}" type="datetimeFigureOut">
              <a:rPr lang="en-IN" smtClean="0"/>
              <a:t>26-08-2025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301C172-055D-4287-BA88-A2CF0CF0D7D8}" type="slidenum">
              <a:rPr lang="en-IN" smtClean="0"/>
              <a:t>‹#›</a:t>
            </a:fld>
            <a:endParaRPr lang="en-IN"/>
          </a:p>
        </p:txBody>
      </p:sp>
    </p:spTree>
    <p:extLst>
      <p:ext uri="{BB962C8B-B14F-4D97-AF65-F5344CB8AC3E}">
        <p14:creationId xmlns:p14="http://schemas.microsoft.com/office/powerpoint/2010/main" val="40516474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E8427CE-9252-4017-A2F1-7A5BA7469A5F}" type="datetimeFigureOut">
              <a:rPr lang="en-IN" smtClean="0"/>
              <a:t>26-08-2025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301C172-055D-4287-BA88-A2CF0CF0D7D8}" type="slidenum">
              <a:rPr lang="en-IN" smtClean="0"/>
              <a:t>‹#›</a:t>
            </a:fld>
            <a:endParaRPr lang="en-IN"/>
          </a:p>
        </p:txBody>
      </p:sp>
    </p:spTree>
    <p:extLst>
      <p:ext uri="{BB962C8B-B14F-4D97-AF65-F5344CB8AC3E}">
        <p14:creationId xmlns:p14="http://schemas.microsoft.com/office/powerpoint/2010/main" val="21219922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E8427CE-9252-4017-A2F1-7A5BA7469A5F}" type="datetimeFigureOut">
              <a:rPr lang="en-IN" smtClean="0"/>
              <a:t>26-08-2025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301C172-055D-4287-BA88-A2CF0CF0D7D8}" type="slidenum">
              <a:rPr lang="en-IN" smtClean="0"/>
              <a:t>‹#›</a:t>
            </a:fld>
            <a:endParaRPr lang="en-IN"/>
          </a:p>
        </p:txBody>
      </p:sp>
    </p:spTree>
    <p:extLst>
      <p:ext uri="{BB962C8B-B14F-4D97-AF65-F5344CB8AC3E}">
        <p14:creationId xmlns:p14="http://schemas.microsoft.com/office/powerpoint/2010/main" val="17263536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E8427CE-9252-4017-A2F1-7A5BA7469A5F}" type="datetimeFigureOut">
              <a:rPr lang="en-IN" smtClean="0"/>
              <a:t>26-08-2025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301C172-055D-4287-BA88-A2CF0CF0D7D8}" type="slidenum">
              <a:rPr lang="en-IN" smtClean="0"/>
              <a:t>‹#›</a:t>
            </a:fld>
            <a:endParaRPr lang="en-IN"/>
          </a:p>
        </p:txBody>
      </p:sp>
    </p:spTree>
    <p:extLst>
      <p:ext uri="{BB962C8B-B14F-4D97-AF65-F5344CB8AC3E}">
        <p14:creationId xmlns:p14="http://schemas.microsoft.com/office/powerpoint/2010/main" val="22360246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E8427CE-9252-4017-A2F1-7A5BA7469A5F}" type="datetimeFigureOut">
              <a:rPr lang="en-IN" smtClean="0"/>
              <a:t>26-08-2025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301C172-055D-4287-BA88-A2CF0CF0D7D8}" type="slidenum">
              <a:rPr lang="en-IN" smtClean="0"/>
              <a:t>‹#›</a:t>
            </a:fld>
            <a:endParaRPr lang="en-IN"/>
          </a:p>
        </p:txBody>
      </p:sp>
    </p:spTree>
    <p:extLst>
      <p:ext uri="{BB962C8B-B14F-4D97-AF65-F5344CB8AC3E}">
        <p14:creationId xmlns:p14="http://schemas.microsoft.com/office/powerpoint/2010/main" val="2816628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ECECF3"/>
          </a:solidFill>
          <a:ln/>
        </p:spPr>
      </p:sp>
      <p:sp>
        <p:nvSpPr>
          <p:cNvPr id="3" name="Shape 1"/>
          <p:cNvSpPr/>
          <p:nvPr/>
        </p:nvSpPr>
        <p:spPr>
          <a:xfrm>
            <a:off x="0" y="0"/>
            <a:ext cx="9144000" cy="6858000"/>
          </a:xfrm>
          <a:prstGeom prst="rect">
            <a:avLst/>
          </a:prstGeom>
          <a:solidFill>
            <a:srgbClr val="FFFFFF">
              <a:alpha val="95000"/>
            </a:srgbClr>
          </a:solidFill>
          <a:ln/>
        </p:spPr>
      </p:sp>
      <p:pic>
        <p:nvPicPr>
          <p:cNvPr id="4" name="Image 0" descr="preencoded.png">
            <a:hlinkClick r:id="rId2"/>
          </p:cNvPr>
          <p:cNvPicPr>
            <a:picLocks noChangeAspect="1"/>
          </p:cNvPicPr>
          <p:nvPr/>
        </p:nvPicPr>
        <p:blipFill>
          <a:blip r:embed="rId3"/>
          <a:stretch>
            <a:fillRect/>
          </a:stretch>
        </p:blipFill>
        <p:spPr>
          <a:xfrm>
            <a:off x="8024510" y="6457950"/>
            <a:ext cx="1076628" cy="342900"/>
          </a:xfrm>
          <a:prstGeom prst="rect">
            <a:avLst/>
          </a:prstGeom>
        </p:spPr>
      </p:pic>
    </p:spTree>
    <p:extLst>
      <p:ext uri="{BB962C8B-B14F-4D97-AF65-F5344CB8AC3E}">
        <p14:creationId xmlns:p14="http://schemas.microsoft.com/office/powerpoint/2010/main" val="4386902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lide 1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ECECF3"/>
          </a:solidFill>
          <a:ln/>
        </p:spPr>
      </p:sp>
      <p:sp>
        <p:nvSpPr>
          <p:cNvPr id="3" name="Shape 1"/>
          <p:cNvSpPr/>
          <p:nvPr/>
        </p:nvSpPr>
        <p:spPr>
          <a:xfrm>
            <a:off x="0" y="0"/>
            <a:ext cx="9144000" cy="6858000"/>
          </a:xfrm>
          <a:prstGeom prst="rect">
            <a:avLst/>
          </a:prstGeom>
          <a:solidFill>
            <a:srgbClr val="FFFFFF">
              <a:alpha val="95000"/>
            </a:srgbClr>
          </a:solidFill>
          <a:ln/>
        </p:spPr>
      </p:sp>
      <p:pic>
        <p:nvPicPr>
          <p:cNvPr id="4" name="Image 0" descr="preencoded.png">
            <a:hlinkClick r:id="rId2"/>
          </p:cNvPr>
          <p:cNvPicPr>
            <a:picLocks noChangeAspect="1"/>
          </p:cNvPicPr>
          <p:nvPr/>
        </p:nvPicPr>
        <p:blipFill>
          <a:blip r:embed="rId3"/>
          <a:stretch>
            <a:fillRect/>
          </a:stretch>
        </p:blipFill>
        <p:spPr>
          <a:xfrm>
            <a:off x="8024510" y="6457950"/>
            <a:ext cx="1076628" cy="342900"/>
          </a:xfrm>
          <a:prstGeom prst="rect">
            <a:avLst/>
          </a:prstGeom>
        </p:spPr>
      </p:pic>
    </p:spTree>
    <p:extLst>
      <p:ext uri="{BB962C8B-B14F-4D97-AF65-F5344CB8AC3E}">
        <p14:creationId xmlns:p14="http://schemas.microsoft.com/office/powerpoint/2010/main" val="348124216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ECECF3"/>
          </a:solidFill>
          <a:ln/>
        </p:spPr>
      </p:sp>
      <p:sp>
        <p:nvSpPr>
          <p:cNvPr id="3" name="Shape 1"/>
          <p:cNvSpPr/>
          <p:nvPr/>
        </p:nvSpPr>
        <p:spPr>
          <a:xfrm>
            <a:off x="0" y="0"/>
            <a:ext cx="9144000" cy="6858000"/>
          </a:xfrm>
          <a:prstGeom prst="rect">
            <a:avLst/>
          </a:prstGeom>
          <a:solidFill>
            <a:srgbClr val="FFFFFF">
              <a:alpha val="95000"/>
            </a:srgbClr>
          </a:solidFill>
          <a:ln/>
        </p:spPr>
      </p:sp>
      <p:pic>
        <p:nvPicPr>
          <p:cNvPr id="4" name="Image 0" descr="preencoded.png">
            <a:hlinkClick r:id="rId2"/>
          </p:cNvPr>
          <p:cNvPicPr>
            <a:picLocks noChangeAspect="1"/>
          </p:cNvPicPr>
          <p:nvPr/>
        </p:nvPicPr>
        <p:blipFill>
          <a:blip r:embed="rId3"/>
          <a:stretch>
            <a:fillRect/>
          </a:stretch>
        </p:blipFill>
        <p:spPr>
          <a:xfrm>
            <a:off x="8024510" y="6457950"/>
            <a:ext cx="1076628" cy="342900"/>
          </a:xfrm>
          <a:prstGeom prst="rect">
            <a:avLst/>
          </a:prstGeom>
        </p:spPr>
      </p:pic>
    </p:spTree>
    <p:extLst>
      <p:ext uri="{BB962C8B-B14F-4D97-AF65-F5344CB8AC3E}">
        <p14:creationId xmlns:p14="http://schemas.microsoft.com/office/powerpoint/2010/main" val="12484517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ECECF3"/>
          </a:solidFill>
          <a:ln/>
        </p:spPr>
      </p:sp>
      <p:sp>
        <p:nvSpPr>
          <p:cNvPr id="3" name="Shape 1"/>
          <p:cNvSpPr/>
          <p:nvPr/>
        </p:nvSpPr>
        <p:spPr>
          <a:xfrm>
            <a:off x="0" y="0"/>
            <a:ext cx="9144000" cy="6858000"/>
          </a:xfrm>
          <a:prstGeom prst="rect">
            <a:avLst/>
          </a:prstGeom>
          <a:solidFill>
            <a:srgbClr val="FFFFFF">
              <a:alpha val="95000"/>
            </a:srgbClr>
          </a:solidFill>
          <a:ln/>
        </p:spPr>
      </p:sp>
      <p:pic>
        <p:nvPicPr>
          <p:cNvPr id="4" name="Image 0" descr="preencoded.png">
            <a:hlinkClick r:id="rId2"/>
          </p:cNvPr>
          <p:cNvPicPr>
            <a:picLocks noChangeAspect="1"/>
          </p:cNvPicPr>
          <p:nvPr/>
        </p:nvPicPr>
        <p:blipFill>
          <a:blip r:embed="rId3"/>
          <a:stretch>
            <a:fillRect/>
          </a:stretch>
        </p:blipFill>
        <p:spPr>
          <a:xfrm>
            <a:off x="8024510" y="6457950"/>
            <a:ext cx="1076628" cy="342900"/>
          </a:xfrm>
          <a:prstGeom prst="rect">
            <a:avLst/>
          </a:prstGeom>
        </p:spPr>
      </p:pic>
    </p:spTree>
    <p:extLst>
      <p:ext uri="{BB962C8B-B14F-4D97-AF65-F5344CB8AC3E}">
        <p14:creationId xmlns:p14="http://schemas.microsoft.com/office/powerpoint/2010/main" val="186306044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ECECF3"/>
          </a:solidFill>
          <a:ln/>
        </p:spPr>
      </p:sp>
      <p:sp>
        <p:nvSpPr>
          <p:cNvPr id="3" name="Shape 1"/>
          <p:cNvSpPr/>
          <p:nvPr/>
        </p:nvSpPr>
        <p:spPr>
          <a:xfrm>
            <a:off x="0" y="0"/>
            <a:ext cx="9144000" cy="6858000"/>
          </a:xfrm>
          <a:prstGeom prst="rect">
            <a:avLst/>
          </a:prstGeom>
          <a:solidFill>
            <a:srgbClr val="FFFFFF">
              <a:alpha val="95000"/>
            </a:srgbClr>
          </a:solidFill>
          <a:ln/>
        </p:spPr>
      </p:sp>
      <p:pic>
        <p:nvPicPr>
          <p:cNvPr id="4" name="Image 0" descr="preencoded.png">
            <a:hlinkClick r:id="rId2"/>
          </p:cNvPr>
          <p:cNvPicPr>
            <a:picLocks noChangeAspect="1"/>
          </p:cNvPicPr>
          <p:nvPr/>
        </p:nvPicPr>
        <p:blipFill>
          <a:blip r:embed="rId3"/>
          <a:stretch>
            <a:fillRect/>
          </a:stretch>
        </p:blipFill>
        <p:spPr>
          <a:xfrm>
            <a:off x="8024510" y="6457950"/>
            <a:ext cx="1076628" cy="342900"/>
          </a:xfrm>
          <a:prstGeom prst="rect">
            <a:avLst/>
          </a:prstGeom>
        </p:spPr>
      </p:pic>
    </p:spTree>
    <p:extLst>
      <p:ext uri="{BB962C8B-B14F-4D97-AF65-F5344CB8AC3E}">
        <p14:creationId xmlns:p14="http://schemas.microsoft.com/office/powerpoint/2010/main" val="258034939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ECECF3"/>
          </a:solidFill>
          <a:ln/>
        </p:spPr>
      </p:sp>
      <p:sp>
        <p:nvSpPr>
          <p:cNvPr id="3" name="Shape 1"/>
          <p:cNvSpPr/>
          <p:nvPr/>
        </p:nvSpPr>
        <p:spPr>
          <a:xfrm>
            <a:off x="0" y="0"/>
            <a:ext cx="9144000" cy="6858000"/>
          </a:xfrm>
          <a:prstGeom prst="rect">
            <a:avLst/>
          </a:prstGeom>
          <a:solidFill>
            <a:srgbClr val="FFFFFF">
              <a:alpha val="95000"/>
            </a:srgbClr>
          </a:solidFill>
          <a:ln/>
        </p:spPr>
      </p:sp>
      <p:pic>
        <p:nvPicPr>
          <p:cNvPr id="4" name="Image 0" descr="preencoded.png">
            <a:hlinkClick r:id="rId2"/>
          </p:cNvPr>
          <p:cNvPicPr>
            <a:picLocks noChangeAspect="1"/>
          </p:cNvPicPr>
          <p:nvPr/>
        </p:nvPicPr>
        <p:blipFill>
          <a:blip r:embed="rId3"/>
          <a:stretch>
            <a:fillRect/>
          </a:stretch>
        </p:blipFill>
        <p:spPr>
          <a:xfrm>
            <a:off x="8024510" y="6457950"/>
            <a:ext cx="1076628" cy="342900"/>
          </a:xfrm>
          <a:prstGeom prst="rect">
            <a:avLst/>
          </a:prstGeom>
        </p:spPr>
      </p:pic>
    </p:spTree>
    <p:extLst>
      <p:ext uri="{BB962C8B-B14F-4D97-AF65-F5344CB8AC3E}">
        <p14:creationId xmlns:p14="http://schemas.microsoft.com/office/powerpoint/2010/main" val="253225967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ECECF3"/>
          </a:solidFill>
          <a:ln/>
        </p:spPr>
      </p:sp>
      <p:sp>
        <p:nvSpPr>
          <p:cNvPr id="3" name="Shape 1"/>
          <p:cNvSpPr/>
          <p:nvPr/>
        </p:nvSpPr>
        <p:spPr>
          <a:xfrm>
            <a:off x="0" y="0"/>
            <a:ext cx="9144000" cy="6858000"/>
          </a:xfrm>
          <a:prstGeom prst="rect">
            <a:avLst/>
          </a:prstGeom>
          <a:solidFill>
            <a:srgbClr val="FFFFFF">
              <a:alpha val="95000"/>
            </a:srgbClr>
          </a:solidFill>
          <a:ln/>
        </p:spPr>
      </p:sp>
      <p:pic>
        <p:nvPicPr>
          <p:cNvPr id="4" name="Image 0" descr="preencoded.png">
            <a:hlinkClick r:id="rId2"/>
          </p:cNvPr>
          <p:cNvPicPr>
            <a:picLocks noChangeAspect="1"/>
          </p:cNvPicPr>
          <p:nvPr/>
        </p:nvPicPr>
        <p:blipFill>
          <a:blip r:embed="rId3"/>
          <a:stretch>
            <a:fillRect/>
          </a:stretch>
        </p:blipFill>
        <p:spPr>
          <a:xfrm>
            <a:off x="8024510" y="6457950"/>
            <a:ext cx="1076628" cy="342900"/>
          </a:xfrm>
          <a:prstGeom prst="rect">
            <a:avLst/>
          </a:prstGeom>
        </p:spPr>
      </p:pic>
    </p:spTree>
    <p:extLst>
      <p:ext uri="{BB962C8B-B14F-4D97-AF65-F5344CB8AC3E}">
        <p14:creationId xmlns:p14="http://schemas.microsoft.com/office/powerpoint/2010/main" val="6475949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ECECF3"/>
          </a:solidFill>
          <a:ln/>
        </p:spPr>
      </p:sp>
      <p:sp>
        <p:nvSpPr>
          <p:cNvPr id="3" name="Shape 1"/>
          <p:cNvSpPr/>
          <p:nvPr/>
        </p:nvSpPr>
        <p:spPr>
          <a:xfrm>
            <a:off x="0" y="0"/>
            <a:ext cx="9144000" cy="6858000"/>
          </a:xfrm>
          <a:prstGeom prst="rect">
            <a:avLst/>
          </a:prstGeom>
          <a:solidFill>
            <a:srgbClr val="FFFFFF">
              <a:alpha val="95000"/>
            </a:srgbClr>
          </a:solidFill>
          <a:ln/>
        </p:spPr>
      </p:sp>
      <p:pic>
        <p:nvPicPr>
          <p:cNvPr id="4" name="Image 0" descr="preencoded.png">
            <a:hlinkClick r:id="rId2"/>
          </p:cNvPr>
          <p:cNvPicPr>
            <a:picLocks noChangeAspect="1"/>
          </p:cNvPicPr>
          <p:nvPr/>
        </p:nvPicPr>
        <p:blipFill>
          <a:blip r:embed="rId3"/>
          <a:stretch>
            <a:fillRect/>
          </a:stretch>
        </p:blipFill>
        <p:spPr>
          <a:xfrm>
            <a:off x="8024510" y="6457950"/>
            <a:ext cx="1076628" cy="342900"/>
          </a:xfrm>
          <a:prstGeom prst="rect">
            <a:avLst/>
          </a:prstGeom>
        </p:spPr>
      </p:pic>
    </p:spTree>
    <p:extLst>
      <p:ext uri="{BB962C8B-B14F-4D97-AF65-F5344CB8AC3E}">
        <p14:creationId xmlns:p14="http://schemas.microsoft.com/office/powerpoint/2010/main" val="244812062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ECECF3"/>
          </a:solidFill>
          <a:ln/>
        </p:spPr>
      </p:sp>
      <p:sp>
        <p:nvSpPr>
          <p:cNvPr id="3" name="Shape 1"/>
          <p:cNvSpPr/>
          <p:nvPr/>
        </p:nvSpPr>
        <p:spPr>
          <a:xfrm>
            <a:off x="0" y="0"/>
            <a:ext cx="9144000" cy="6858000"/>
          </a:xfrm>
          <a:prstGeom prst="rect">
            <a:avLst/>
          </a:prstGeom>
          <a:solidFill>
            <a:srgbClr val="FFFFFF">
              <a:alpha val="95000"/>
            </a:srgbClr>
          </a:solidFill>
          <a:ln/>
        </p:spPr>
      </p:sp>
      <p:pic>
        <p:nvPicPr>
          <p:cNvPr id="4" name="Image 0" descr="preencoded.png">
            <a:hlinkClick r:id="rId2"/>
          </p:cNvPr>
          <p:cNvPicPr>
            <a:picLocks noChangeAspect="1"/>
          </p:cNvPicPr>
          <p:nvPr/>
        </p:nvPicPr>
        <p:blipFill>
          <a:blip r:embed="rId3"/>
          <a:stretch>
            <a:fillRect/>
          </a:stretch>
        </p:blipFill>
        <p:spPr>
          <a:xfrm>
            <a:off x="8024510" y="6457950"/>
            <a:ext cx="1076628" cy="342900"/>
          </a:xfrm>
          <a:prstGeom prst="rect">
            <a:avLst/>
          </a:prstGeom>
        </p:spPr>
      </p:pic>
    </p:spTree>
    <p:extLst>
      <p:ext uri="{BB962C8B-B14F-4D97-AF65-F5344CB8AC3E}">
        <p14:creationId xmlns:p14="http://schemas.microsoft.com/office/powerpoint/2010/main" val="33396644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E8427CE-9252-4017-A2F1-7A5BA7469A5F}" type="datetimeFigureOut">
              <a:rPr lang="en-IN" smtClean="0"/>
              <a:t>26-08-2025</a:t>
            </a:fld>
            <a:endParaRPr lang="en-IN"/>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301C172-055D-4287-BA88-A2CF0CF0D7D8}" type="slidenum">
              <a:rPr lang="en-IN" smtClean="0"/>
              <a:t>‹#›</a:t>
            </a:fld>
            <a:endParaRPr lang="en-IN"/>
          </a:p>
        </p:txBody>
      </p:sp>
      <p:grpSp>
        <p:nvGrpSpPr>
          <p:cNvPr id="7" name="Group 6">
            <a:extLst>
              <a:ext uri="{FF2B5EF4-FFF2-40B4-BE49-F238E27FC236}">
                <a16:creationId xmlns:a16="http://schemas.microsoft.com/office/drawing/2014/main" id="{497DFB79-A579-B480-4552-AC3CA7847CE2}"/>
              </a:ext>
            </a:extLst>
          </p:cNvPr>
          <p:cNvGrpSpPr/>
          <p:nvPr userDrawn="1"/>
        </p:nvGrpSpPr>
        <p:grpSpPr>
          <a:xfrm>
            <a:off x="-15214" y="0"/>
            <a:ext cx="9159213" cy="304800"/>
            <a:chOff x="1143000" y="857250"/>
            <a:chExt cx="6858000" cy="162000"/>
          </a:xfrm>
        </p:grpSpPr>
        <p:sp>
          <p:nvSpPr>
            <p:cNvPr id="8" name="Rectangle 7">
              <a:extLst>
                <a:ext uri="{FF2B5EF4-FFF2-40B4-BE49-F238E27FC236}">
                  <a16:creationId xmlns:a16="http://schemas.microsoft.com/office/drawing/2014/main" id="{F1CCACE8-7A58-B659-67BE-FE0736BC68EF}"/>
                </a:ext>
              </a:extLst>
            </p:cNvPr>
            <p:cNvSpPr/>
            <p:nvPr/>
          </p:nvSpPr>
          <p:spPr>
            <a:xfrm>
              <a:off x="4572000" y="857250"/>
              <a:ext cx="3429000" cy="162000"/>
            </a:xfrm>
            <a:prstGeom prst="rect">
              <a:avLst/>
            </a:prstGeom>
            <a:solidFill>
              <a:srgbClr val="341B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defRPr/>
              </a:pPr>
              <a:endParaRPr lang="en-IN" sz="1350">
                <a:solidFill>
                  <a:prstClr val="white"/>
                </a:solidFill>
                <a:latin typeface="Aptos" panose="02110004020202020204"/>
              </a:endParaRPr>
            </a:p>
          </p:txBody>
        </p:sp>
        <p:sp>
          <p:nvSpPr>
            <p:cNvPr id="9" name="Rectangle 8">
              <a:extLst>
                <a:ext uri="{FF2B5EF4-FFF2-40B4-BE49-F238E27FC236}">
                  <a16:creationId xmlns:a16="http://schemas.microsoft.com/office/drawing/2014/main" id="{3B00BDB1-4E66-6E67-EC10-D694C3B17A0D}"/>
                </a:ext>
              </a:extLst>
            </p:cNvPr>
            <p:cNvSpPr/>
            <p:nvPr/>
          </p:nvSpPr>
          <p:spPr>
            <a:xfrm>
              <a:off x="1143000" y="857250"/>
              <a:ext cx="3429000" cy="162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defRPr/>
              </a:pPr>
              <a:endParaRPr lang="en-IN" sz="1350">
                <a:solidFill>
                  <a:prstClr val="white"/>
                </a:solidFill>
                <a:latin typeface="Aptos" panose="02110004020202020204"/>
              </a:endParaRPr>
            </a:p>
          </p:txBody>
        </p:sp>
      </p:grpSp>
      <p:grpSp>
        <p:nvGrpSpPr>
          <p:cNvPr id="10" name="Group 9">
            <a:extLst>
              <a:ext uri="{FF2B5EF4-FFF2-40B4-BE49-F238E27FC236}">
                <a16:creationId xmlns:a16="http://schemas.microsoft.com/office/drawing/2014/main" id="{42C95144-A583-0E01-9071-3FC5145F3933}"/>
              </a:ext>
            </a:extLst>
          </p:cNvPr>
          <p:cNvGrpSpPr/>
          <p:nvPr userDrawn="1"/>
        </p:nvGrpSpPr>
        <p:grpSpPr>
          <a:xfrm>
            <a:off x="0" y="6549143"/>
            <a:ext cx="9159213" cy="304800"/>
            <a:chOff x="1143000" y="857250"/>
            <a:chExt cx="6858000" cy="162000"/>
          </a:xfrm>
        </p:grpSpPr>
        <p:sp>
          <p:nvSpPr>
            <p:cNvPr id="11" name="Rectangle 10">
              <a:extLst>
                <a:ext uri="{FF2B5EF4-FFF2-40B4-BE49-F238E27FC236}">
                  <a16:creationId xmlns:a16="http://schemas.microsoft.com/office/drawing/2014/main" id="{4D909CB5-39DD-3CBA-AE03-2431CF8C1266}"/>
                </a:ext>
              </a:extLst>
            </p:cNvPr>
            <p:cNvSpPr/>
            <p:nvPr/>
          </p:nvSpPr>
          <p:spPr>
            <a:xfrm>
              <a:off x="4572000" y="857250"/>
              <a:ext cx="3429000" cy="162000"/>
            </a:xfrm>
            <a:prstGeom prst="rect">
              <a:avLst/>
            </a:prstGeom>
            <a:solidFill>
              <a:srgbClr val="341B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defRPr/>
              </a:pPr>
              <a:endParaRPr lang="en-IN" sz="1350">
                <a:solidFill>
                  <a:prstClr val="white"/>
                </a:solidFill>
                <a:latin typeface="Aptos" panose="02110004020202020204"/>
              </a:endParaRPr>
            </a:p>
          </p:txBody>
        </p:sp>
        <p:sp>
          <p:nvSpPr>
            <p:cNvPr id="12" name="Rectangle 11">
              <a:extLst>
                <a:ext uri="{FF2B5EF4-FFF2-40B4-BE49-F238E27FC236}">
                  <a16:creationId xmlns:a16="http://schemas.microsoft.com/office/drawing/2014/main" id="{DE079DD2-F864-963B-624A-5F2175D62382}"/>
                </a:ext>
              </a:extLst>
            </p:cNvPr>
            <p:cNvSpPr/>
            <p:nvPr/>
          </p:nvSpPr>
          <p:spPr>
            <a:xfrm>
              <a:off x="1143000" y="857250"/>
              <a:ext cx="3429000" cy="162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defRPr/>
              </a:pPr>
              <a:endParaRPr lang="en-IN" sz="1350">
                <a:solidFill>
                  <a:prstClr val="white"/>
                </a:solidFill>
                <a:latin typeface="Aptos" panose="02110004020202020204"/>
              </a:endParaRPr>
            </a:p>
          </p:txBody>
        </p:sp>
      </p:grpSp>
    </p:spTree>
    <p:extLst>
      <p:ext uri="{BB962C8B-B14F-4D97-AF65-F5344CB8AC3E}">
        <p14:creationId xmlns:p14="http://schemas.microsoft.com/office/powerpoint/2010/main" val="337294445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hyperlink" Target="https://www.slideshare.net/slideshow/internal-methods-of-water-treatment/250347794"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CEB6A25-0621-10C8-9539-F4E23EC1891E}"/>
              </a:ext>
            </a:extLst>
          </p:cNvPr>
          <p:cNvSpPr/>
          <p:nvPr/>
        </p:nvSpPr>
        <p:spPr>
          <a:xfrm>
            <a:off x="-15214" y="1251437"/>
            <a:ext cx="9159214" cy="5297705"/>
          </a:xfrm>
          <a:prstGeom prst="rect">
            <a:avLst/>
          </a:prstGeom>
          <a:blipFill dpi="0" rotWithShape="1">
            <a:blip r:embed="rId3">
              <a:alphaModFix amt="50000"/>
            </a:blip>
            <a:srcRect/>
            <a:stretch>
              <a:fillRect t="-38621"/>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defRPr/>
            </a:pPr>
            <a:endParaRPr lang="en-IN" sz="1350" dirty="0">
              <a:solidFill>
                <a:prstClr val="white"/>
              </a:solidFill>
              <a:latin typeface="Aptos" panose="02110004020202020204"/>
            </a:endParaRPr>
          </a:p>
        </p:txBody>
      </p:sp>
      <p:grpSp>
        <p:nvGrpSpPr>
          <p:cNvPr id="2" name="Group 1">
            <a:extLst>
              <a:ext uri="{FF2B5EF4-FFF2-40B4-BE49-F238E27FC236}">
                <a16:creationId xmlns:a16="http://schemas.microsoft.com/office/drawing/2014/main" id="{7910B384-7E13-233A-9F37-02109640C973}"/>
              </a:ext>
            </a:extLst>
          </p:cNvPr>
          <p:cNvGrpSpPr/>
          <p:nvPr/>
        </p:nvGrpSpPr>
        <p:grpSpPr>
          <a:xfrm>
            <a:off x="-15214" y="0"/>
            <a:ext cx="9159213" cy="304800"/>
            <a:chOff x="1143000" y="857250"/>
            <a:chExt cx="6858000" cy="162000"/>
          </a:xfrm>
        </p:grpSpPr>
        <p:sp>
          <p:nvSpPr>
            <p:cNvPr id="5" name="Rectangle 4">
              <a:extLst>
                <a:ext uri="{FF2B5EF4-FFF2-40B4-BE49-F238E27FC236}">
                  <a16:creationId xmlns:a16="http://schemas.microsoft.com/office/drawing/2014/main" id="{DA3C5C49-EEE1-635D-59E5-7808D54395A4}"/>
                </a:ext>
              </a:extLst>
            </p:cNvPr>
            <p:cNvSpPr/>
            <p:nvPr/>
          </p:nvSpPr>
          <p:spPr>
            <a:xfrm>
              <a:off x="4572000" y="857250"/>
              <a:ext cx="3429000" cy="162000"/>
            </a:xfrm>
            <a:prstGeom prst="rect">
              <a:avLst/>
            </a:prstGeom>
            <a:solidFill>
              <a:srgbClr val="341B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defRPr/>
              </a:pPr>
              <a:endParaRPr lang="en-IN" sz="1350">
                <a:solidFill>
                  <a:prstClr val="white"/>
                </a:solidFill>
                <a:latin typeface="Aptos" panose="02110004020202020204"/>
              </a:endParaRPr>
            </a:p>
          </p:txBody>
        </p:sp>
        <p:sp>
          <p:nvSpPr>
            <p:cNvPr id="7" name="Rectangle 6">
              <a:extLst>
                <a:ext uri="{FF2B5EF4-FFF2-40B4-BE49-F238E27FC236}">
                  <a16:creationId xmlns:a16="http://schemas.microsoft.com/office/drawing/2014/main" id="{526EC0BF-23F7-8D74-28AC-EB3330F5685B}"/>
                </a:ext>
              </a:extLst>
            </p:cNvPr>
            <p:cNvSpPr/>
            <p:nvPr/>
          </p:nvSpPr>
          <p:spPr>
            <a:xfrm>
              <a:off x="1143000" y="857250"/>
              <a:ext cx="3429000" cy="162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defRPr/>
              </a:pPr>
              <a:endParaRPr lang="en-IN" sz="1350">
                <a:solidFill>
                  <a:prstClr val="white"/>
                </a:solidFill>
                <a:latin typeface="Aptos" panose="02110004020202020204"/>
              </a:endParaRPr>
            </a:p>
          </p:txBody>
        </p:sp>
      </p:grpSp>
      <p:sp>
        <p:nvSpPr>
          <p:cNvPr id="10" name="TextBox 9">
            <a:extLst>
              <a:ext uri="{FF2B5EF4-FFF2-40B4-BE49-F238E27FC236}">
                <a16:creationId xmlns:a16="http://schemas.microsoft.com/office/drawing/2014/main" id="{54417709-EA2B-EEB2-0124-DBC679B75F59}"/>
              </a:ext>
            </a:extLst>
          </p:cNvPr>
          <p:cNvSpPr txBox="1"/>
          <p:nvPr/>
        </p:nvSpPr>
        <p:spPr>
          <a:xfrm>
            <a:off x="1756081" y="4894133"/>
            <a:ext cx="5616624" cy="1446550"/>
          </a:xfrm>
          <a:prstGeom prst="rect">
            <a:avLst/>
          </a:prstGeom>
          <a:noFill/>
        </p:spPr>
        <p:txBody>
          <a:bodyPr wrap="square">
            <a:spAutoFit/>
          </a:bodyPr>
          <a:lstStyle/>
          <a:p>
            <a:pPr algn="ctr">
              <a:defRPr/>
            </a:pPr>
            <a:r>
              <a:rPr lang="en-GB" sz="2000" b="1" dirty="0">
                <a:solidFill>
                  <a:srgbClr val="7030A0"/>
                </a:solidFill>
                <a:latin typeface="Times New Roman" panose="02020603050405020304" pitchFamily="18" charset="0"/>
                <a:cs typeface="Times New Roman" panose="02020603050405020304" pitchFamily="18" charset="0"/>
              </a:rPr>
              <a:t>Dr Pratibha Sharma</a:t>
            </a:r>
          </a:p>
          <a:p>
            <a:pPr algn="ctr">
              <a:defRPr/>
            </a:pPr>
            <a:r>
              <a:rPr lang="en-GB" sz="2000" b="1" dirty="0">
                <a:solidFill>
                  <a:srgbClr val="7030A0"/>
                </a:solidFill>
                <a:latin typeface="Times New Roman" panose="02020603050405020304" pitchFamily="18" charset="0"/>
                <a:cs typeface="Times New Roman" panose="02020603050405020304" pitchFamily="18" charset="0"/>
              </a:rPr>
              <a:t>Assistant Professor, </a:t>
            </a:r>
            <a:r>
              <a:rPr lang="en-US" sz="1600" b="1" dirty="0">
                <a:solidFill>
                  <a:srgbClr val="7030A0"/>
                </a:solidFill>
                <a:latin typeface="Times New Roman" panose="02020603050405020304" pitchFamily="18" charset="0"/>
                <a:cs typeface="Times New Roman" panose="02020603050405020304" pitchFamily="18" charset="0"/>
              </a:rPr>
              <a:t>Department of Chemistry </a:t>
            </a:r>
          </a:p>
          <a:p>
            <a:pPr algn="ctr">
              <a:defRPr/>
            </a:pPr>
            <a:r>
              <a:rPr lang="en-US" sz="1600" b="1" dirty="0">
                <a:solidFill>
                  <a:srgbClr val="7030A0"/>
                </a:solidFill>
                <a:latin typeface="Times New Roman" panose="02020603050405020304" pitchFamily="18" charset="0"/>
                <a:cs typeface="Times New Roman" panose="02020603050405020304" pitchFamily="18" charset="0"/>
              </a:rPr>
              <a:t> School of Basic and Applied Sciences</a:t>
            </a:r>
          </a:p>
          <a:p>
            <a:pPr algn="ctr" defTabSz="342900">
              <a:defRPr/>
            </a:pPr>
            <a:r>
              <a:rPr lang="en-US" sz="1600" b="1" dirty="0">
                <a:solidFill>
                  <a:srgbClr val="7030A0"/>
                </a:solidFill>
                <a:latin typeface="Times New Roman" panose="02020603050405020304" pitchFamily="18" charset="0"/>
                <a:cs typeface="Times New Roman" panose="02020603050405020304" pitchFamily="18" charset="0"/>
              </a:rPr>
              <a:t>K.R. Mangalam University</a:t>
            </a:r>
          </a:p>
          <a:p>
            <a:pPr algn="ctr" defTabSz="342900">
              <a:defRPr/>
            </a:pPr>
            <a:r>
              <a:rPr lang="en-US" sz="1600" b="1" dirty="0">
                <a:solidFill>
                  <a:srgbClr val="7030A0"/>
                </a:solidFill>
                <a:latin typeface="Times New Roman" panose="02020603050405020304" pitchFamily="18" charset="0"/>
                <a:cs typeface="Times New Roman" panose="02020603050405020304" pitchFamily="18" charset="0"/>
              </a:rPr>
              <a:t>Sohna Road, Gurugram</a:t>
            </a:r>
            <a:endParaRPr lang="en-IN" sz="1600" b="1" dirty="0">
              <a:solidFill>
                <a:srgbClr val="7030A0"/>
              </a:solidFill>
              <a:latin typeface="Times New Roman" panose="02020603050405020304" pitchFamily="18" charset="0"/>
              <a:cs typeface="Times New Roman" panose="02020603050405020304" pitchFamily="18" charset="0"/>
            </a:endParaRPr>
          </a:p>
        </p:txBody>
      </p:sp>
      <p:pic>
        <p:nvPicPr>
          <p:cNvPr id="15" name="Picture 14">
            <a:extLst>
              <a:ext uri="{FF2B5EF4-FFF2-40B4-BE49-F238E27FC236}">
                <a16:creationId xmlns:a16="http://schemas.microsoft.com/office/drawing/2014/main" id="{21708C23-8D0C-B7D6-5018-8B0190278737}"/>
              </a:ext>
            </a:extLst>
          </p:cNvPr>
          <p:cNvPicPr>
            <a:picLocks noChangeAspect="1"/>
          </p:cNvPicPr>
          <p:nvPr/>
        </p:nvPicPr>
        <p:blipFill>
          <a:blip r:embed="rId4"/>
          <a:stretch>
            <a:fillRect/>
          </a:stretch>
        </p:blipFill>
        <p:spPr>
          <a:xfrm>
            <a:off x="295274" y="308857"/>
            <a:ext cx="8572501" cy="927678"/>
          </a:xfrm>
          <a:prstGeom prst="rect">
            <a:avLst/>
          </a:prstGeom>
        </p:spPr>
      </p:pic>
      <p:sp>
        <p:nvSpPr>
          <p:cNvPr id="4" name="TextBox 3">
            <a:extLst>
              <a:ext uri="{FF2B5EF4-FFF2-40B4-BE49-F238E27FC236}">
                <a16:creationId xmlns:a16="http://schemas.microsoft.com/office/drawing/2014/main" id="{B644A3F9-E1EE-5DBD-6D95-67CF95DACB77}"/>
              </a:ext>
            </a:extLst>
          </p:cNvPr>
          <p:cNvSpPr txBox="1"/>
          <p:nvPr/>
        </p:nvSpPr>
        <p:spPr>
          <a:xfrm>
            <a:off x="0" y="1960483"/>
            <a:ext cx="9159214" cy="2918748"/>
          </a:xfrm>
          <a:prstGeom prst="rect">
            <a:avLst/>
          </a:prstGeom>
          <a:noFill/>
        </p:spPr>
        <p:txBody>
          <a:bodyPr wrap="square">
            <a:spAutoFit/>
          </a:bodyPr>
          <a:lstStyle/>
          <a:p>
            <a:pPr marR="27623" algn="ctr">
              <a:spcBef>
                <a:spcPts val="75"/>
              </a:spcBef>
            </a:pPr>
            <a:r>
              <a:rPr lang="en-US" sz="3200" b="1" dirty="0">
                <a:solidFill>
                  <a:schemeClr val="accent5">
                    <a:lumMod val="75000"/>
                  </a:schemeClr>
                </a:solidFill>
              </a:rPr>
              <a:t>Introduction to Water Chemistry &amp; Hardness </a:t>
            </a:r>
          </a:p>
          <a:p>
            <a:pPr marR="27623" algn="ctr">
              <a:spcBef>
                <a:spcPts val="75"/>
              </a:spcBef>
            </a:pPr>
            <a:r>
              <a:rPr lang="en-US" sz="3000" b="1" dirty="0">
                <a:latin typeface="Times New Roman"/>
                <a:cs typeface="Times New Roman"/>
              </a:rPr>
              <a:t>Course</a:t>
            </a:r>
            <a:r>
              <a:rPr lang="en-US" sz="3000" b="1" spc="-38" dirty="0">
                <a:latin typeface="Times New Roman"/>
                <a:cs typeface="Times New Roman"/>
              </a:rPr>
              <a:t> </a:t>
            </a:r>
            <a:r>
              <a:rPr lang="en-US" sz="3000" b="1" dirty="0">
                <a:latin typeface="Times New Roman"/>
                <a:cs typeface="Times New Roman"/>
              </a:rPr>
              <a:t>Code:</a:t>
            </a:r>
            <a:r>
              <a:rPr lang="en-US" sz="3000" b="1" spc="-38" dirty="0">
                <a:latin typeface="Times New Roman"/>
                <a:cs typeface="Times New Roman"/>
              </a:rPr>
              <a:t> </a:t>
            </a:r>
            <a:r>
              <a:rPr lang="en-US" sz="3000" spc="-8" dirty="0">
                <a:latin typeface="Times New Roman" panose="02020603050405020304" pitchFamily="18" charset="0"/>
                <a:ea typeface="Times New Roman" panose="02020603050405020304" pitchFamily="18" charset="0"/>
              </a:rPr>
              <a:t>ETMLCH104</a:t>
            </a:r>
          </a:p>
          <a:p>
            <a:pPr marR="27623" algn="ctr">
              <a:spcBef>
                <a:spcPts val="75"/>
              </a:spcBef>
            </a:pPr>
            <a:r>
              <a:rPr lang="en-US" sz="3000" b="1" dirty="0">
                <a:latin typeface="Times New Roman"/>
                <a:cs typeface="Times New Roman"/>
              </a:rPr>
              <a:t>Course</a:t>
            </a:r>
            <a:r>
              <a:rPr lang="en-US" sz="3000" b="1" spc="-4" dirty="0">
                <a:latin typeface="Times New Roman"/>
                <a:cs typeface="Times New Roman"/>
              </a:rPr>
              <a:t> </a:t>
            </a:r>
            <a:r>
              <a:rPr lang="en-US" sz="3000" b="1" dirty="0">
                <a:latin typeface="Times New Roman"/>
                <a:cs typeface="Times New Roman"/>
              </a:rPr>
              <a:t>Name: </a:t>
            </a:r>
            <a:r>
              <a:rPr lang="en-GB" sz="3000" spc="-8" dirty="0">
                <a:latin typeface="Times New Roman" panose="02020603050405020304" pitchFamily="18" charset="0"/>
                <a:ea typeface="Times New Roman" panose="02020603050405020304" pitchFamily="18" charset="0"/>
              </a:rPr>
              <a:t>Engineering Chemistry</a:t>
            </a:r>
            <a:endParaRPr lang="en-US" sz="3000" dirty="0">
              <a:latin typeface="Times New Roman"/>
              <a:cs typeface="Times New Roman"/>
            </a:endParaRPr>
          </a:p>
          <a:p>
            <a:pPr marR="27623" algn="ctr"/>
            <a:r>
              <a:rPr lang="en-US" sz="3000" b="1" dirty="0">
                <a:latin typeface="Times New Roman"/>
                <a:cs typeface="Times New Roman"/>
              </a:rPr>
              <a:t>Program:</a:t>
            </a:r>
            <a:r>
              <a:rPr lang="en-US" sz="3000" b="1" spc="-34" dirty="0">
                <a:latin typeface="Times New Roman"/>
                <a:cs typeface="Times New Roman"/>
              </a:rPr>
              <a:t> </a:t>
            </a:r>
            <a:r>
              <a:rPr lang="en-US" sz="3000" dirty="0">
                <a:latin typeface="Times New Roman"/>
                <a:cs typeface="Times New Roman"/>
              </a:rPr>
              <a:t>B.Tech. (AI/ML)</a:t>
            </a:r>
            <a:endParaRPr lang="en-US" sz="3000" b="1" dirty="0">
              <a:latin typeface="Times New Roman"/>
              <a:cs typeface="Times New Roman"/>
            </a:endParaRPr>
          </a:p>
          <a:p>
            <a:pPr algn="ctr"/>
            <a:r>
              <a:rPr lang="en-GB" sz="3000" b="1" dirty="0">
                <a:latin typeface="Times New Roman" panose="02020603050405020304" pitchFamily="18" charset="0"/>
                <a:cs typeface="Times New Roman" panose="02020603050405020304" pitchFamily="18" charset="0"/>
              </a:rPr>
              <a:t>Unit1:</a:t>
            </a:r>
            <a:r>
              <a:rPr lang="en-GB" sz="3000" dirty="0">
                <a:latin typeface="Times New Roman" panose="02020603050405020304" pitchFamily="18" charset="0"/>
                <a:cs typeface="Times New Roman" panose="02020603050405020304" pitchFamily="18" charset="0"/>
              </a:rPr>
              <a:t>Water technology &amp; Chemical Fuels</a:t>
            </a:r>
          </a:p>
          <a:p>
            <a:pPr algn="ctr"/>
            <a:endParaRPr lang="en-GB" sz="3000" b="1" dirty="0">
              <a:solidFill>
                <a:srgbClr val="7030A0"/>
              </a:solidFill>
              <a:latin typeface="Times New Roman" panose="02020603050405020304" pitchFamily="18" charset="0"/>
              <a:cs typeface="Times New Roman" panose="02020603050405020304" pitchFamily="18" charset="0"/>
            </a:endParaRPr>
          </a:p>
        </p:txBody>
      </p:sp>
      <p:grpSp>
        <p:nvGrpSpPr>
          <p:cNvPr id="3" name="Group 2">
            <a:extLst>
              <a:ext uri="{FF2B5EF4-FFF2-40B4-BE49-F238E27FC236}">
                <a16:creationId xmlns:a16="http://schemas.microsoft.com/office/drawing/2014/main" id="{36AFDA2C-02FC-7805-B01D-415947BDEB3A}"/>
              </a:ext>
            </a:extLst>
          </p:cNvPr>
          <p:cNvGrpSpPr/>
          <p:nvPr/>
        </p:nvGrpSpPr>
        <p:grpSpPr>
          <a:xfrm>
            <a:off x="0" y="6549143"/>
            <a:ext cx="9159213" cy="304800"/>
            <a:chOff x="1143000" y="857250"/>
            <a:chExt cx="6858000" cy="162000"/>
          </a:xfrm>
        </p:grpSpPr>
        <p:sp>
          <p:nvSpPr>
            <p:cNvPr id="11" name="Rectangle 10">
              <a:extLst>
                <a:ext uri="{FF2B5EF4-FFF2-40B4-BE49-F238E27FC236}">
                  <a16:creationId xmlns:a16="http://schemas.microsoft.com/office/drawing/2014/main" id="{973F716C-7323-768B-D8E3-06127E29334B}"/>
                </a:ext>
              </a:extLst>
            </p:cNvPr>
            <p:cNvSpPr/>
            <p:nvPr/>
          </p:nvSpPr>
          <p:spPr>
            <a:xfrm>
              <a:off x="4572000" y="857250"/>
              <a:ext cx="3429000" cy="162000"/>
            </a:xfrm>
            <a:prstGeom prst="rect">
              <a:avLst/>
            </a:prstGeom>
            <a:solidFill>
              <a:srgbClr val="341B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defRPr/>
              </a:pPr>
              <a:endParaRPr lang="en-IN" sz="1350">
                <a:solidFill>
                  <a:prstClr val="white"/>
                </a:solidFill>
                <a:latin typeface="Aptos" panose="02110004020202020204"/>
              </a:endParaRPr>
            </a:p>
          </p:txBody>
        </p:sp>
        <p:sp>
          <p:nvSpPr>
            <p:cNvPr id="12" name="Rectangle 11">
              <a:extLst>
                <a:ext uri="{FF2B5EF4-FFF2-40B4-BE49-F238E27FC236}">
                  <a16:creationId xmlns:a16="http://schemas.microsoft.com/office/drawing/2014/main" id="{4426B9DC-430E-BCAA-1219-94197EAAEDFD}"/>
                </a:ext>
              </a:extLst>
            </p:cNvPr>
            <p:cNvSpPr/>
            <p:nvPr/>
          </p:nvSpPr>
          <p:spPr>
            <a:xfrm>
              <a:off x="1143000" y="857250"/>
              <a:ext cx="3429000" cy="162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defRPr/>
              </a:pPr>
              <a:endParaRPr lang="en-IN" sz="1350">
                <a:solidFill>
                  <a:prstClr val="white"/>
                </a:solidFill>
                <a:latin typeface="Aptos" panose="02110004020202020204"/>
              </a:endParaRPr>
            </a:p>
          </p:txBody>
        </p:sp>
      </p:grpSp>
    </p:spTree>
    <p:extLst>
      <p:ext uri="{BB962C8B-B14F-4D97-AF65-F5344CB8AC3E}">
        <p14:creationId xmlns:p14="http://schemas.microsoft.com/office/powerpoint/2010/main" val="12238245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D4566-EF07-295A-8614-F69B473B0E35}"/>
              </a:ext>
            </a:extLst>
          </p:cNvPr>
          <p:cNvSpPr>
            <a:spLocks noGrp="1"/>
          </p:cNvSpPr>
          <p:nvPr>
            <p:ph type="title"/>
          </p:nvPr>
        </p:nvSpPr>
        <p:spPr>
          <a:xfrm>
            <a:off x="840699" y="413160"/>
            <a:ext cx="5605629" cy="994172"/>
          </a:xfrm>
        </p:spPr>
        <p:txBody>
          <a:bodyPr>
            <a:normAutofit/>
          </a:bodyPr>
          <a:lstStyle/>
          <a:p>
            <a:r>
              <a:rPr lang="en-GB" sz="3850" b="1" dirty="0"/>
              <a:t>Course Overview</a:t>
            </a:r>
            <a:endParaRPr lang="en-IN" sz="3850" b="1" dirty="0"/>
          </a:p>
        </p:txBody>
      </p:sp>
      <p:pic>
        <p:nvPicPr>
          <p:cNvPr id="16" name="Graphic 15" descr="Light Bulb and Gear">
            <a:extLst>
              <a:ext uri="{FF2B5EF4-FFF2-40B4-BE49-F238E27FC236}">
                <a16:creationId xmlns:a16="http://schemas.microsoft.com/office/drawing/2014/main" id="{FCFFB6F3-DA0B-3412-C8A2-1BE79E71200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943622" y="409573"/>
            <a:ext cx="1143455" cy="1143455"/>
          </a:xfrm>
          <a:prstGeom prst="rect">
            <a:avLst/>
          </a:prstGeom>
        </p:spPr>
      </p:pic>
      <p:grpSp>
        <p:nvGrpSpPr>
          <p:cNvPr id="6" name="Group 5">
            <a:extLst>
              <a:ext uri="{FF2B5EF4-FFF2-40B4-BE49-F238E27FC236}">
                <a16:creationId xmlns:a16="http://schemas.microsoft.com/office/drawing/2014/main" id="{40C2CCBA-4E1D-3A3B-542F-B4ACC7D7DBAD}"/>
              </a:ext>
            </a:extLst>
          </p:cNvPr>
          <p:cNvGrpSpPr/>
          <p:nvPr/>
        </p:nvGrpSpPr>
        <p:grpSpPr>
          <a:xfrm>
            <a:off x="-15214" y="0"/>
            <a:ext cx="9159213" cy="304800"/>
            <a:chOff x="1143000" y="857250"/>
            <a:chExt cx="6858000" cy="162000"/>
          </a:xfrm>
        </p:grpSpPr>
        <p:sp>
          <p:nvSpPr>
            <p:cNvPr id="7" name="Rectangle 6">
              <a:extLst>
                <a:ext uri="{FF2B5EF4-FFF2-40B4-BE49-F238E27FC236}">
                  <a16:creationId xmlns:a16="http://schemas.microsoft.com/office/drawing/2014/main" id="{A1815C64-3024-75F8-6AC5-869F89444FDE}"/>
                </a:ext>
              </a:extLst>
            </p:cNvPr>
            <p:cNvSpPr/>
            <p:nvPr/>
          </p:nvSpPr>
          <p:spPr>
            <a:xfrm>
              <a:off x="4572000" y="857250"/>
              <a:ext cx="3429000" cy="162000"/>
            </a:xfrm>
            <a:prstGeom prst="rect">
              <a:avLst/>
            </a:prstGeom>
            <a:solidFill>
              <a:srgbClr val="341B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defRPr/>
              </a:pPr>
              <a:endParaRPr lang="en-IN" sz="1350">
                <a:solidFill>
                  <a:prstClr val="white"/>
                </a:solidFill>
                <a:latin typeface="Aptos" panose="02110004020202020204"/>
              </a:endParaRPr>
            </a:p>
          </p:txBody>
        </p:sp>
        <p:sp>
          <p:nvSpPr>
            <p:cNvPr id="8" name="Rectangle 7">
              <a:extLst>
                <a:ext uri="{FF2B5EF4-FFF2-40B4-BE49-F238E27FC236}">
                  <a16:creationId xmlns:a16="http://schemas.microsoft.com/office/drawing/2014/main" id="{44ADBD06-79D6-2925-3AF8-7D0CF6747C7B}"/>
                </a:ext>
              </a:extLst>
            </p:cNvPr>
            <p:cNvSpPr/>
            <p:nvPr/>
          </p:nvSpPr>
          <p:spPr>
            <a:xfrm>
              <a:off x="1143000" y="857250"/>
              <a:ext cx="3429000" cy="162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defRPr/>
              </a:pPr>
              <a:endParaRPr lang="en-IN" sz="1350">
                <a:solidFill>
                  <a:prstClr val="white"/>
                </a:solidFill>
                <a:latin typeface="Aptos" panose="02110004020202020204"/>
              </a:endParaRPr>
            </a:p>
          </p:txBody>
        </p:sp>
      </p:grpSp>
      <p:grpSp>
        <p:nvGrpSpPr>
          <p:cNvPr id="9" name="Group 8">
            <a:extLst>
              <a:ext uri="{FF2B5EF4-FFF2-40B4-BE49-F238E27FC236}">
                <a16:creationId xmlns:a16="http://schemas.microsoft.com/office/drawing/2014/main" id="{106CFBC4-5F21-F275-9EBD-9D9241AC9F11}"/>
              </a:ext>
            </a:extLst>
          </p:cNvPr>
          <p:cNvGrpSpPr/>
          <p:nvPr/>
        </p:nvGrpSpPr>
        <p:grpSpPr>
          <a:xfrm>
            <a:off x="-17499" y="6556237"/>
            <a:ext cx="9159213" cy="304800"/>
            <a:chOff x="1143000" y="857250"/>
            <a:chExt cx="6858000" cy="162000"/>
          </a:xfrm>
        </p:grpSpPr>
        <p:sp>
          <p:nvSpPr>
            <p:cNvPr id="10" name="Rectangle 9">
              <a:extLst>
                <a:ext uri="{FF2B5EF4-FFF2-40B4-BE49-F238E27FC236}">
                  <a16:creationId xmlns:a16="http://schemas.microsoft.com/office/drawing/2014/main" id="{B2948CE7-0FC8-1E4D-141E-056A81D5DA70}"/>
                </a:ext>
              </a:extLst>
            </p:cNvPr>
            <p:cNvSpPr/>
            <p:nvPr/>
          </p:nvSpPr>
          <p:spPr>
            <a:xfrm>
              <a:off x="4572000" y="857250"/>
              <a:ext cx="3429000" cy="162000"/>
            </a:xfrm>
            <a:prstGeom prst="rect">
              <a:avLst/>
            </a:prstGeom>
            <a:solidFill>
              <a:srgbClr val="341B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defRPr/>
              </a:pPr>
              <a:endParaRPr lang="en-IN" sz="1350">
                <a:solidFill>
                  <a:prstClr val="white"/>
                </a:solidFill>
                <a:latin typeface="Aptos" panose="02110004020202020204"/>
              </a:endParaRPr>
            </a:p>
          </p:txBody>
        </p:sp>
        <p:sp>
          <p:nvSpPr>
            <p:cNvPr id="11" name="Rectangle 10">
              <a:extLst>
                <a:ext uri="{FF2B5EF4-FFF2-40B4-BE49-F238E27FC236}">
                  <a16:creationId xmlns:a16="http://schemas.microsoft.com/office/drawing/2014/main" id="{F0C2A5FB-F07D-39FF-D06E-537DECD7D789}"/>
                </a:ext>
              </a:extLst>
            </p:cNvPr>
            <p:cNvSpPr/>
            <p:nvPr/>
          </p:nvSpPr>
          <p:spPr>
            <a:xfrm>
              <a:off x="1143000" y="857250"/>
              <a:ext cx="3429000" cy="162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defRPr/>
              </a:pPr>
              <a:endParaRPr lang="en-IN" sz="1350">
                <a:solidFill>
                  <a:prstClr val="white"/>
                </a:solidFill>
                <a:latin typeface="Aptos" panose="02110004020202020204"/>
              </a:endParaRPr>
            </a:p>
          </p:txBody>
        </p:sp>
      </p:grpSp>
      <p:graphicFrame>
        <p:nvGraphicFramePr>
          <p:cNvPr id="3" name="Table 2">
            <a:extLst>
              <a:ext uri="{FF2B5EF4-FFF2-40B4-BE49-F238E27FC236}">
                <a16:creationId xmlns:a16="http://schemas.microsoft.com/office/drawing/2014/main" id="{DEA4CFC1-957A-3CCC-66AE-1F6BE8D1AA24}"/>
              </a:ext>
            </a:extLst>
          </p:cNvPr>
          <p:cNvGraphicFramePr>
            <a:graphicFrameLocks noGrp="1"/>
          </p:cNvGraphicFramePr>
          <p:nvPr>
            <p:extLst>
              <p:ext uri="{D42A27DB-BD31-4B8C-83A1-F6EECF244321}">
                <p14:modId xmlns:p14="http://schemas.microsoft.com/office/powerpoint/2010/main" val="2997251358"/>
              </p:ext>
            </p:extLst>
          </p:nvPr>
        </p:nvGraphicFramePr>
        <p:xfrm>
          <a:off x="457200" y="1407332"/>
          <a:ext cx="7886700" cy="4859430"/>
        </p:xfrm>
        <a:graphic>
          <a:graphicData uri="http://schemas.openxmlformats.org/drawingml/2006/table">
            <a:tbl>
              <a:tblPr firstRow="1" bandRow="1">
                <a:tableStyleId>{1E171933-4619-4E11-9A3F-F7608DF75F80}</a:tableStyleId>
              </a:tblPr>
              <a:tblGrid>
                <a:gridCol w="1465349">
                  <a:extLst>
                    <a:ext uri="{9D8B030D-6E8A-4147-A177-3AD203B41FA5}">
                      <a16:colId xmlns:a16="http://schemas.microsoft.com/office/drawing/2014/main" val="100830567"/>
                    </a:ext>
                  </a:extLst>
                </a:gridCol>
                <a:gridCol w="4410243">
                  <a:extLst>
                    <a:ext uri="{9D8B030D-6E8A-4147-A177-3AD203B41FA5}">
                      <a16:colId xmlns:a16="http://schemas.microsoft.com/office/drawing/2014/main" val="3169249643"/>
                    </a:ext>
                  </a:extLst>
                </a:gridCol>
                <a:gridCol w="2011108">
                  <a:extLst>
                    <a:ext uri="{9D8B030D-6E8A-4147-A177-3AD203B41FA5}">
                      <a16:colId xmlns:a16="http://schemas.microsoft.com/office/drawing/2014/main" val="3901358825"/>
                    </a:ext>
                  </a:extLst>
                </a:gridCol>
              </a:tblGrid>
              <a:tr h="348333">
                <a:tc>
                  <a:txBody>
                    <a:bodyPr/>
                    <a:lstStyle/>
                    <a:p>
                      <a:pPr algn="ctr">
                        <a:buNone/>
                      </a:pPr>
                      <a:r>
                        <a:rPr lang="en-US" sz="1200" dirty="0">
                          <a:effectLst/>
                        </a:rPr>
                        <a:t>Unit Number: 1</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2345" marR="62345" marT="0" marB="0" anchor="ctr"/>
                </a:tc>
                <a:tc>
                  <a:txBody>
                    <a:bodyPr/>
                    <a:lstStyle/>
                    <a:p>
                      <a:pPr>
                        <a:buNone/>
                      </a:pPr>
                      <a:r>
                        <a:rPr lang="en-US" sz="1200" dirty="0">
                          <a:effectLst/>
                        </a:rPr>
                        <a:t>Title:   Water technology</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2345" marR="62345" marT="0" marB="0" anchor="ctr"/>
                </a:tc>
                <a:tc>
                  <a:txBody>
                    <a:bodyPr/>
                    <a:lstStyle/>
                    <a:p>
                      <a:pPr>
                        <a:buNone/>
                      </a:pPr>
                      <a:r>
                        <a:rPr lang="en-US" sz="1200" dirty="0">
                          <a:effectLst/>
                        </a:rPr>
                        <a:t>No. of hours:  6  </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2345" marR="62345" marT="0" marB="0" anchor="ctr"/>
                </a:tc>
                <a:extLst>
                  <a:ext uri="{0D108BD9-81ED-4DB2-BD59-A6C34878D82A}">
                    <a16:rowId xmlns:a16="http://schemas.microsoft.com/office/drawing/2014/main" val="3816674816"/>
                  </a:ext>
                </a:extLst>
              </a:tr>
              <a:tr h="660393">
                <a:tc gridSpan="3">
                  <a:txBody>
                    <a:bodyPr/>
                    <a:lstStyle/>
                    <a:p>
                      <a:pPr algn="just">
                        <a:buNone/>
                      </a:pPr>
                      <a:r>
                        <a:rPr lang="en-US" sz="1200" dirty="0">
                          <a:effectLst/>
                        </a:rPr>
                        <a:t>Introduction, water analysis: Hardness-determination by EDTA method, Treatment of boiler feed water: Internal treatment (Phosphate, Colloidal and Calgon conditioning). External treatments: Ion exchange and lime-soda process, Zeolite processes. Boiler scales formation and ill effects, methods of prevention of scales. Numerical problems</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2345" marR="62345" marT="0" marB="0" anchor="ct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3903782252"/>
                  </a:ext>
                </a:extLst>
              </a:tr>
              <a:tr h="348333">
                <a:tc>
                  <a:txBody>
                    <a:bodyPr/>
                    <a:lstStyle/>
                    <a:p>
                      <a:pPr marL="0" algn="l" defTabSz="914400" rtl="0" eaLnBrk="1" latinLnBrk="0" hangingPunct="1">
                        <a:buNone/>
                      </a:pPr>
                      <a:r>
                        <a:rPr lang="en-US" sz="1200" b="1" kern="1200" dirty="0">
                          <a:solidFill>
                            <a:schemeClr val="lt1"/>
                          </a:solidFill>
                          <a:effectLst/>
                        </a:rPr>
                        <a:t>Unit Number: 2</a:t>
                      </a:r>
                      <a:endParaRPr lang="en-IN" sz="1200" b="1" kern="1200" dirty="0">
                        <a:solidFill>
                          <a:schemeClr val="lt1"/>
                        </a:solidFill>
                        <a:effectLst/>
                        <a:latin typeface="+mn-lt"/>
                        <a:ea typeface="+mn-ea"/>
                        <a:cs typeface="+mn-cs"/>
                      </a:endParaRPr>
                    </a:p>
                  </a:txBody>
                  <a:tcPr marL="62345" marR="62345" marT="0" marB="0" anchor="ctr">
                    <a:solidFill>
                      <a:srgbClr val="0F9ED5"/>
                    </a:solidFill>
                  </a:tcPr>
                </a:tc>
                <a:tc>
                  <a:txBody>
                    <a:bodyPr/>
                    <a:lstStyle/>
                    <a:p>
                      <a:pPr marL="0" algn="l" defTabSz="914400" rtl="0" eaLnBrk="1" latinLnBrk="0" hangingPunct="1">
                        <a:buNone/>
                      </a:pPr>
                      <a:r>
                        <a:rPr lang="en-US" sz="1200" b="1" kern="1200" dirty="0">
                          <a:solidFill>
                            <a:schemeClr val="lt1"/>
                          </a:solidFill>
                          <a:effectLst/>
                        </a:rPr>
                        <a:t>Title:   Chemical Fuels</a:t>
                      </a:r>
                      <a:endParaRPr lang="en-IN" sz="1200" b="1" kern="1200" dirty="0">
                        <a:solidFill>
                          <a:schemeClr val="lt1"/>
                        </a:solidFill>
                        <a:effectLst/>
                        <a:latin typeface="+mn-lt"/>
                        <a:ea typeface="+mn-ea"/>
                        <a:cs typeface="+mn-cs"/>
                      </a:endParaRPr>
                    </a:p>
                  </a:txBody>
                  <a:tcPr marL="62345" marR="62345" marT="0" marB="0" anchor="ctr">
                    <a:solidFill>
                      <a:srgbClr val="0F9ED5"/>
                    </a:solidFill>
                  </a:tcPr>
                </a:tc>
                <a:tc>
                  <a:txBody>
                    <a:bodyPr/>
                    <a:lstStyle/>
                    <a:p>
                      <a:pPr marL="0" algn="l" defTabSz="914400" rtl="0" eaLnBrk="1" latinLnBrk="0" hangingPunct="1">
                        <a:buNone/>
                      </a:pPr>
                      <a:r>
                        <a:rPr lang="en-US" sz="1200" b="1" kern="1200" dirty="0">
                          <a:solidFill>
                            <a:schemeClr val="lt1"/>
                          </a:solidFill>
                          <a:effectLst/>
                        </a:rPr>
                        <a:t>No. of hours:  9</a:t>
                      </a:r>
                      <a:endParaRPr lang="en-IN" sz="1200" b="1" kern="1200" dirty="0">
                        <a:solidFill>
                          <a:schemeClr val="lt1"/>
                        </a:solidFill>
                        <a:effectLst/>
                        <a:latin typeface="+mn-lt"/>
                        <a:ea typeface="+mn-ea"/>
                        <a:cs typeface="+mn-cs"/>
                      </a:endParaRPr>
                    </a:p>
                  </a:txBody>
                  <a:tcPr marL="62345" marR="62345" marT="0" marB="0" anchor="ctr">
                    <a:solidFill>
                      <a:srgbClr val="0F9ED5"/>
                    </a:solidFill>
                  </a:tcPr>
                </a:tc>
                <a:extLst>
                  <a:ext uri="{0D108BD9-81ED-4DB2-BD59-A6C34878D82A}">
                    <a16:rowId xmlns:a16="http://schemas.microsoft.com/office/drawing/2014/main" val="1647453086"/>
                  </a:ext>
                </a:extLst>
              </a:tr>
              <a:tr h="990590">
                <a:tc gridSpan="3">
                  <a:txBody>
                    <a:bodyPr/>
                    <a:lstStyle/>
                    <a:p>
                      <a:pPr algn="just">
                        <a:buNone/>
                      </a:pPr>
                      <a:r>
                        <a:rPr lang="en-US" sz="1200" dirty="0">
                          <a:effectLst/>
                        </a:rPr>
                        <a:t>Fuels: Introduction, classification, calorific value (HCV &amp; LCV), Determination of calorific value of fuel using Bomb calorimeter. </a:t>
                      </a:r>
                      <a:endParaRPr lang="en-IN" sz="1200" dirty="0">
                        <a:effectLst/>
                      </a:endParaRPr>
                    </a:p>
                    <a:p>
                      <a:pPr algn="just">
                        <a:buNone/>
                      </a:pPr>
                      <a:r>
                        <a:rPr lang="en-US" sz="1200" dirty="0">
                          <a:effectLst/>
                        </a:rPr>
                        <a:t>Solid fuel: Coal- its analysis by proximate and ultimate analysis, Numerical problems.</a:t>
                      </a:r>
                      <a:endParaRPr lang="en-IN" sz="1200" dirty="0">
                        <a:effectLst/>
                      </a:endParaRPr>
                    </a:p>
                    <a:p>
                      <a:pPr algn="just">
                        <a:buNone/>
                      </a:pPr>
                      <a:r>
                        <a:rPr lang="en-US" sz="1200" dirty="0">
                          <a:effectLst/>
                        </a:rPr>
                        <a:t>Liquid fuels: Refining of petroleum, Petroleum cracking, Knocking in IC engine, its ill effects and prevention of knocking. Anti-knocking agent: Leaded and unleaded petrol. </a:t>
                      </a:r>
                      <a:endParaRPr lang="en-IN" sz="1200" dirty="0">
                        <a:effectLst/>
                      </a:endParaRPr>
                    </a:p>
                    <a:p>
                      <a:pPr algn="just">
                        <a:buNone/>
                      </a:pPr>
                      <a:r>
                        <a:rPr lang="en-US" sz="1200" dirty="0">
                          <a:effectLst/>
                        </a:rPr>
                        <a:t>Gaseous fuels: LPG, CNG and their applications.</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2345" marR="62345" marT="0" marB="0" anchor="ct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4162838703"/>
                  </a:ext>
                </a:extLst>
              </a:tr>
              <a:tr h="348333">
                <a:tc>
                  <a:txBody>
                    <a:bodyPr/>
                    <a:lstStyle/>
                    <a:p>
                      <a:pPr marL="0" algn="l" defTabSz="914400" rtl="0" eaLnBrk="1" latinLnBrk="0" hangingPunct="1">
                        <a:buNone/>
                      </a:pPr>
                      <a:r>
                        <a:rPr lang="en-US" sz="1200" b="1" kern="1200" dirty="0">
                          <a:solidFill>
                            <a:schemeClr val="lt1"/>
                          </a:solidFill>
                          <a:effectLst/>
                        </a:rPr>
                        <a:t>Unit Number: 3</a:t>
                      </a:r>
                      <a:endParaRPr lang="en-IN" sz="1200" b="1" kern="1200" dirty="0">
                        <a:solidFill>
                          <a:schemeClr val="lt1"/>
                        </a:solidFill>
                        <a:effectLst/>
                        <a:latin typeface="+mn-lt"/>
                        <a:ea typeface="+mn-ea"/>
                        <a:cs typeface="+mn-cs"/>
                      </a:endParaRPr>
                    </a:p>
                  </a:txBody>
                  <a:tcPr marL="62345" marR="62345" marT="0" marB="0" anchor="ctr">
                    <a:solidFill>
                      <a:srgbClr val="0F9ED5"/>
                    </a:solidFill>
                  </a:tcPr>
                </a:tc>
                <a:tc>
                  <a:txBody>
                    <a:bodyPr/>
                    <a:lstStyle/>
                    <a:p>
                      <a:pPr marL="0" algn="l" defTabSz="914400" rtl="0" eaLnBrk="1" latinLnBrk="0" hangingPunct="1">
                        <a:buNone/>
                      </a:pPr>
                      <a:r>
                        <a:rPr lang="en-US" sz="1200" b="1" kern="1200" dirty="0">
                          <a:solidFill>
                            <a:schemeClr val="lt1"/>
                          </a:solidFill>
                          <a:effectLst/>
                        </a:rPr>
                        <a:t>Title:   Battery Technology</a:t>
                      </a:r>
                      <a:endParaRPr lang="en-IN" sz="1200" b="1" kern="1200" dirty="0">
                        <a:solidFill>
                          <a:schemeClr val="lt1"/>
                        </a:solidFill>
                        <a:effectLst/>
                        <a:latin typeface="+mn-lt"/>
                        <a:ea typeface="+mn-ea"/>
                        <a:cs typeface="+mn-cs"/>
                      </a:endParaRPr>
                    </a:p>
                  </a:txBody>
                  <a:tcPr marL="62345" marR="62345" marT="0" marB="0" anchor="ctr">
                    <a:solidFill>
                      <a:srgbClr val="0F9ED5"/>
                    </a:solidFill>
                  </a:tcPr>
                </a:tc>
                <a:tc>
                  <a:txBody>
                    <a:bodyPr/>
                    <a:lstStyle/>
                    <a:p>
                      <a:pPr marL="0" algn="l" defTabSz="914400" rtl="0" eaLnBrk="1" latinLnBrk="0" hangingPunct="1">
                        <a:buNone/>
                      </a:pPr>
                      <a:r>
                        <a:rPr lang="en-US" sz="1200" b="1" kern="1200" dirty="0">
                          <a:solidFill>
                            <a:schemeClr val="lt1"/>
                          </a:solidFill>
                          <a:effectLst/>
                        </a:rPr>
                        <a:t>No. of hours:  10</a:t>
                      </a:r>
                      <a:endParaRPr lang="en-IN" sz="1200" b="1" kern="1200" dirty="0">
                        <a:solidFill>
                          <a:schemeClr val="lt1"/>
                        </a:solidFill>
                        <a:effectLst/>
                        <a:latin typeface="+mn-lt"/>
                        <a:ea typeface="+mn-ea"/>
                        <a:cs typeface="+mn-cs"/>
                      </a:endParaRPr>
                    </a:p>
                  </a:txBody>
                  <a:tcPr marL="62345" marR="62345" marT="0" marB="0" anchor="ctr">
                    <a:solidFill>
                      <a:srgbClr val="0F9ED5"/>
                    </a:solidFill>
                  </a:tcPr>
                </a:tc>
                <a:extLst>
                  <a:ext uri="{0D108BD9-81ED-4DB2-BD59-A6C34878D82A}">
                    <a16:rowId xmlns:a16="http://schemas.microsoft.com/office/drawing/2014/main" val="346484328"/>
                  </a:ext>
                </a:extLst>
              </a:tr>
              <a:tr h="825492">
                <a:tc gridSpan="3">
                  <a:txBody>
                    <a:bodyPr/>
                    <a:lstStyle/>
                    <a:p>
                      <a:pPr algn="just">
                        <a:buNone/>
                      </a:pPr>
                      <a:r>
                        <a:rPr lang="en-US" sz="1200" dirty="0">
                          <a:effectLst/>
                        </a:rPr>
                        <a:t>Introduction - Galvanic cell, electrode potential, EMF of the cell and cell representation. Batteries and their importance, Classification of batteries- primary, secondary and reserve batteries with examples. Battery characteristics - voltage, capacity, energy density, power density, energy efficiency, cycle life and shelf life.</a:t>
                      </a:r>
                      <a:endParaRPr lang="en-IN" sz="1200" dirty="0">
                        <a:effectLst/>
                      </a:endParaRPr>
                    </a:p>
                    <a:p>
                      <a:pPr algn="just">
                        <a:buNone/>
                      </a:pPr>
                      <a:r>
                        <a:rPr lang="en-US" sz="1200" dirty="0">
                          <a:effectLst/>
                        </a:rPr>
                        <a:t>Construction, working and applications of: Ni-Cd, and Lithium-ion battery. Working principle of an electric vehicle.</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2345" marR="62345" marT="0" marB="0" anchor="ct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584673137"/>
                  </a:ext>
                </a:extLst>
              </a:tr>
              <a:tr h="348333">
                <a:tc>
                  <a:txBody>
                    <a:bodyPr/>
                    <a:lstStyle/>
                    <a:p>
                      <a:pPr marL="0" algn="l" defTabSz="914400" rtl="0" eaLnBrk="1" latinLnBrk="0" hangingPunct="1">
                        <a:buNone/>
                      </a:pPr>
                      <a:r>
                        <a:rPr lang="en-US" sz="1200" b="1" kern="1200" dirty="0">
                          <a:solidFill>
                            <a:schemeClr val="lt1"/>
                          </a:solidFill>
                          <a:effectLst/>
                        </a:rPr>
                        <a:t>Unit Number: 4</a:t>
                      </a:r>
                      <a:endParaRPr lang="en-IN" sz="1200" b="1" kern="1200" dirty="0">
                        <a:solidFill>
                          <a:schemeClr val="lt1"/>
                        </a:solidFill>
                        <a:effectLst/>
                        <a:latin typeface="+mn-lt"/>
                        <a:ea typeface="+mn-ea"/>
                        <a:cs typeface="+mn-cs"/>
                      </a:endParaRPr>
                    </a:p>
                  </a:txBody>
                  <a:tcPr marL="62345" marR="62345" marT="0" marB="0" anchor="ctr">
                    <a:solidFill>
                      <a:srgbClr val="0F9ED5"/>
                    </a:solidFill>
                  </a:tcPr>
                </a:tc>
                <a:tc>
                  <a:txBody>
                    <a:bodyPr/>
                    <a:lstStyle/>
                    <a:p>
                      <a:pPr marL="0" algn="l" defTabSz="914400" rtl="0" eaLnBrk="1" latinLnBrk="0" hangingPunct="1">
                        <a:buNone/>
                      </a:pPr>
                      <a:r>
                        <a:rPr lang="en-US" sz="1200" b="1" kern="1200" dirty="0">
                          <a:solidFill>
                            <a:schemeClr val="lt1"/>
                          </a:solidFill>
                          <a:effectLst/>
                        </a:rPr>
                        <a:t>Title:   Polymer</a:t>
                      </a:r>
                      <a:endParaRPr lang="en-IN" sz="1200" b="1" kern="1200" dirty="0">
                        <a:solidFill>
                          <a:schemeClr val="lt1"/>
                        </a:solidFill>
                        <a:effectLst/>
                        <a:latin typeface="+mn-lt"/>
                        <a:ea typeface="+mn-ea"/>
                        <a:cs typeface="+mn-cs"/>
                      </a:endParaRPr>
                    </a:p>
                  </a:txBody>
                  <a:tcPr marL="62345" marR="62345" marT="0" marB="0" anchor="ctr">
                    <a:solidFill>
                      <a:srgbClr val="0F9ED5"/>
                    </a:solidFill>
                  </a:tcPr>
                </a:tc>
                <a:tc>
                  <a:txBody>
                    <a:bodyPr/>
                    <a:lstStyle/>
                    <a:p>
                      <a:pPr marL="0" algn="l" defTabSz="914400" rtl="0" eaLnBrk="1" latinLnBrk="0" hangingPunct="1">
                        <a:buNone/>
                      </a:pPr>
                      <a:r>
                        <a:rPr lang="en-US" sz="1200" b="1" kern="1200" dirty="0">
                          <a:solidFill>
                            <a:schemeClr val="lt1"/>
                          </a:solidFill>
                          <a:effectLst/>
                        </a:rPr>
                        <a:t>No. of hours:  5</a:t>
                      </a:r>
                      <a:endParaRPr lang="en-IN" sz="1200" b="1" kern="1200" dirty="0">
                        <a:solidFill>
                          <a:schemeClr val="lt1"/>
                        </a:solidFill>
                        <a:effectLst/>
                        <a:latin typeface="+mn-lt"/>
                        <a:ea typeface="+mn-ea"/>
                        <a:cs typeface="+mn-cs"/>
                      </a:endParaRPr>
                    </a:p>
                  </a:txBody>
                  <a:tcPr marL="62345" marR="62345" marT="0" marB="0" anchor="ctr">
                    <a:solidFill>
                      <a:srgbClr val="0F9ED5"/>
                    </a:solidFill>
                  </a:tcPr>
                </a:tc>
                <a:extLst>
                  <a:ext uri="{0D108BD9-81ED-4DB2-BD59-A6C34878D82A}">
                    <a16:rowId xmlns:a16="http://schemas.microsoft.com/office/drawing/2014/main" val="3100407036"/>
                  </a:ext>
                </a:extLst>
              </a:tr>
              <a:tr h="882933">
                <a:tc gridSpan="3">
                  <a:txBody>
                    <a:bodyPr/>
                    <a:lstStyle/>
                    <a:p>
                      <a:pPr algn="just">
                        <a:lnSpc>
                          <a:spcPct val="150000"/>
                        </a:lnSpc>
                        <a:buNone/>
                      </a:pPr>
                      <a:r>
                        <a:rPr lang="en-US" sz="1200" dirty="0">
                          <a:effectLst/>
                        </a:rPr>
                        <a:t>Basic concepts of polymer, Types of polymers, Thermoplastic &amp; thermosetting plastics, Preparation and application of some industrially important polymers (Natural rubber, Buna S, Buna-N, Neoprene, Isoprene, Nylon-6, nylon-6,6 , </a:t>
                      </a:r>
                      <a:r>
                        <a:rPr lang="en-US" sz="1200" dirty="0" err="1">
                          <a:effectLst/>
                        </a:rPr>
                        <a:t>Decron</a:t>
                      </a:r>
                      <a:r>
                        <a:rPr lang="en-US" sz="1200" dirty="0">
                          <a:effectLst/>
                        </a:rPr>
                        <a:t> and Terylene). Conducting and biodegradable polymers.</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2345" marR="62345" marT="0" marB="0" anchor="ct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1511632039"/>
                  </a:ext>
                </a:extLst>
              </a:tr>
            </a:tbl>
          </a:graphicData>
        </a:graphic>
      </p:graphicFrame>
    </p:spTree>
    <p:extLst>
      <p:ext uri="{BB962C8B-B14F-4D97-AF65-F5344CB8AC3E}">
        <p14:creationId xmlns:p14="http://schemas.microsoft.com/office/powerpoint/2010/main" val="10073669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0F95288-229F-A949-3EFC-A483F9FC7EE6}"/>
              </a:ext>
            </a:extLst>
          </p:cNvPr>
          <p:cNvSpPr txBox="1"/>
          <p:nvPr/>
        </p:nvSpPr>
        <p:spPr>
          <a:xfrm>
            <a:off x="628649" y="713312"/>
            <a:ext cx="3101521" cy="5431376"/>
          </a:xfrm>
          <a:prstGeom prst="rect">
            <a:avLst/>
          </a:prstGeom>
        </p:spPr>
        <p:txBody>
          <a:bodyPr vert="horz" lIns="91440" tIns="45720" rIns="91440" bIns="45720" rtlCol="0" anchor="ctr">
            <a:normAutofit/>
          </a:bodyPr>
          <a:lstStyle/>
          <a:p>
            <a:pPr defTabSz="914400">
              <a:lnSpc>
                <a:spcPct val="90000"/>
              </a:lnSpc>
              <a:spcBef>
                <a:spcPct val="0"/>
              </a:spcBef>
              <a:spcAft>
                <a:spcPts val="600"/>
              </a:spcAft>
              <a:defRPr/>
            </a:pPr>
            <a:r>
              <a:rPr lang="en-US" sz="4400" b="1" kern="1200" dirty="0">
                <a:solidFill>
                  <a:schemeClr val="tx1"/>
                </a:solidFill>
                <a:latin typeface="+mj-lt"/>
                <a:ea typeface="+mj-ea"/>
                <a:cs typeface="+mj-cs"/>
              </a:rPr>
              <a:t>COURSE OUTCOMES</a:t>
            </a:r>
          </a:p>
        </p:txBody>
      </p:sp>
      <p:graphicFrame>
        <p:nvGraphicFramePr>
          <p:cNvPr id="6" name="TextBox 3">
            <a:extLst>
              <a:ext uri="{FF2B5EF4-FFF2-40B4-BE49-F238E27FC236}">
                <a16:creationId xmlns:a16="http://schemas.microsoft.com/office/drawing/2014/main" id="{590F0FE0-AFB9-64D4-CDDB-4AB43EF06A63}"/>
              </a:ext>
            </a:extLst>
          </p:cNvPr>
          <p:cNvGraphicFramePr/>
          <p:nvPr>
            <p:extLst>
              <p:ext uri="{D42A27DB-BD31-4B8C-83A1-F6EECF244321}">
                <p14:modId xmlns:p14="http://schemas.microsoft.com/office/powerpoint/2010/main" val="221059196"/>
              </p:ext>
            </p:extLst>
          </p:nvPr>
        </p:nvGraphicFramePr>
        <p:xfrm>
          <a:off x="4133778" y="713313"/>
          <a:ext cx="4381571" cy="54313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2" name="Group 1">
            <a:extLst>
              <a:ext uri="{FF2B5EF4-FFF2-40B4-BE49-F238E27FC236}">
                <a16:creationId xmlns:a16="http://schemas.microsoft.com/office/drawing/2014/main" id="{F2BEED39-1873-8320-3237-352C01D0983E}"/>
              </a:ext>
            </a:extLst>
          </p:cNvPr>
          <p:cNvGrpSpPr/>
          <p:nvPr/>
        </p:nvGrpSpPr>
        <p:grpSpPr>
          <a:xfrm>
            <a:off x="-15214" y="0"/>
            <a:ext cx="9159213" cy="304800"/>
            <a:chOff x="1143000" y="857250"/>
            <a:chExt cx="6858000" cy="162000"/>
          </a:xfrm>
        </p:grpSpPr>
        <p:sp>
          <p:nvSpPr>
            <p:cNvPr id="4" name="Rectangle 3">
              <a:extLst>
                <a:ext uri="{FF2B5EF4-FFF2-40B4-BE49-F238E27FC236}">
                  <a16:creationId xmlns:a16="http://schemas.microsoft.com/office/drawing/2014/main" id="{31B28577-A4D6-304B-CF13-E7CCEB82CEE0}"/>
                </a:ext>
              </a:extLst>
            </p:cNvPr>
            <p:cNvSpPr/>
            <p:nvPr/>
          </p:nvSpPr>
          <p:spPr>
            <a:xfrm>
              <a:off x="4572000" y="857250"/>
              <a:ext cx="3429000" cy="162000"/>
            </a:xfrm>
            <a:prstGeom prst="rect">
              <a:avLst/>
            </a:prstGeom>
            <a:solidFill>
              <a:srgbClr val="341B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defRPr/>
              </a:pPr>
              <a:endParaRPr lang="en-IN" sz="1350">
                <a:solidFill>
                  <a:prstClr val="white"/>
                </a:solidFill>
                <a:latin typeface="Aptos" panose="02110004020202020204"/>
              </a:endParaRPr>
            </a:p>
          </p:txBody>
        </p:sp>
        <p:sp>
          <p:nvSpPr>
            <p:cNvPr id="5" name="Rectangle 4">
              <a:extLst>
                <a:ext uri="{FF2B5EF4-FFF2-40B4-BE49-F238E27FC236}">
                  <a16:creationId xmlns:a16="http://schemas.microsoft.com/office/drawing/2014/main" id="{C48CD291-A2CA-817A-0BDA-D3418F495547}"/>
                </a:ext>
              </a:extLst>
            </p:cNvPr>
            <p:cNvSpPr/>
            <p:nvPr/>
          </p:nvSpPr>
          <p:spPr>
            <a:xfrm>
              <a:off x="1143000" y="857250"/>
              <a:ext cx="3429000" cy="162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defRPr/>
              </a:pPr>
              <a:endParaRPr lang="en-IN" sz="1350">
                <a:solidFill>
                  <a:prstClr val="white"/>
                </a:solidFill>
                <a:latin typeface="Aptos" panose="02110004020202020204"/>
              </a:endParaRPr>
            </a:p>
          </p:txBody>
        </p:sp>
      </p:grpSp>
      <p:grpSp>
        <p:nvGrpSpPr>
          <p:cNvPr id="7" name="Group 6">
            <a:extLst>
              <a:ext uri="{FF2B5EF4-FFF2-40B4-BE49-F238E27FC236}">
                <a16:creationId xmlns:a16="http://schemas.microsoft.com/office/drawing/2014/main" id="{19CD19E6-5178-14BF-548C-E2A51E27DDD5}"/>
              </a:ext>
            </a:extLst>
          </p:cNvPr>
          <p:cNvGrpSpPr/>
          <p:nvPr/>
        </p:nvGrpSpPr>
        <p:grpSpPr>
          <a:xfrm>
            <a:off x="-8750" y="6553200"/>
            <a:ext cx="9159213" cy="304800"/>
            <a:chOff x="1143000" y="857250"/>
            <a:chExt cx="6858000" cy="162000"/>
          </a:xfrm>
        </p:grpSpPr>
        <p:sp>
          <p:nvSpPr>
            <p:cNvPr id="8" name="Rectangle 7">
              <a:extLst>
                <a:ext uri="{FF2B5EF4-FFF2-40B4-BE49-F238E27FC236}">
                  <a16:creationId xmlns:a16="http://schemas.microsoft.com/office/drawing/2014/main" id="{ED6B6FFC-0D2C-1B24-61CC-DC64D7CC7F2D}"/>
                </a:ext>
              </a:extLst>
            </p:cNvPr>
            <p:cNvSpPr/>
            <p:nvPr/>
          </p:nvSpPr>
          <p:spPr>
            <a:xfrm>
              <a:off x="4572000" y="857250"/>
              <a:ext cx="3429000" cy="162000"/>
            </a:xfrm>
            <a:prstGeom prst="rect">
              <a:avLst/>
            </a:prstGeom>
            <a:solidFill>
              <a:srgbClr val="341B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defRPr/>
              </a:pPr>
              <a:endParaRPr lang="en-IN" sz="1350">
                <a:solidFill>
                  <a:prstClr val="white"/>
                </a:solidFill>
                <a:latin typeface="Aptos" panose="02110004020202020204"/>
              </a:endParaRPr>
            </a:p>
          </p:txBody>
        </p:sp>
        <p:sp>
          <p:nvSpPr>
            <p:cNvPr id="9" name="Rectangle 8">
              <a:extLst>
                <a:ext uri="{FF2B5EF4-FFF2-40B4-BE49-F238E27FC236}">
                  <a16:creationId xmlns:a16="http://schemas.microsoft.com/office/drawing/2014/main" id="{A23BDCF2-3060-4C52-0D5D-49737F871AF5}"/>
                </a:ext>
              </a:extLst>
            </p:cNvPr>
            <p:cNvSpPr/>
            <p:nvPr/>
          </p:nvSpPr>
          <p:spPr>
            <a:xfrm>
              <a:off x="1143000" y="857250"/>
              <a:ext cx="3429000" cy="162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defRPr/>
              </a:pPr>
              <a:endParaRPr lang="en-IN" sz="1350">
                <a:solidFill>
                  <a:prstClr val="white"/>
                </a:solidFill>
                <a:latin typeface="Aptos" panose="02110004020202020204"/>
              </a:endParaRPr>
            </a:p>
          </p:txBody>
        </p:sp>
      </p:grpSp>
    </p:spTree>
    <p:extLst>
      <p:ext uri="{BB962C8B-B14F-4D97-AF65-F5344CB8AC3E}">
        <p14:creationId xmlns:p14="http://schemas.microsoft.com/office/powerpoint/2010/main" val="9251438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FF8B148-E72E-BC6D-8192-CDC0FC349EF8}"/>
              </a:ext>
            </a:extLst>
          </p:cNvPr>
          <p:cNvPicPr>
            <a:picLocks noChangeAspect="1"/>
          </p:cNvPicPr>
          <p:nvPr/>
        </p:nvPicPr>
        <p:blipFill>
          <a:blip r:embed="rId2"/>
          <a:stretch>
            <a:fillRect/>
          </a:stretch>
        </p:blipFill>
        <p:spPr>
          <a:xfrm>
            <a:off x="509587" y="1119187"/>
            <a:ext cx="8124825" cy="4619625"/>
          </a:xfrm>
          <a:prstGeom prst="rect">
            <a:avLst/>
          </a:prstGeom>
        </p:spPr>
      </p:pic>
      <p:pic>
        <p:nvPicPr>
          <p:cNvPr id="5" name="Picture 4" descr="A white rectangular frame with blue text&#10;&#10;AI-generated content may be incorrect.">
            <a:extLst>
              <a:ext uri="{FF2B5EF4-FFF2-40B4-BE49-F238E27FC236}">
                <a16:creationId xmlns:a16="http://schemas.microsoft.com/office/drawing/2014/main" id="{D9AB7702-D10D-5CC6-CF36-032E33047C86}"/>
              </a:ext>
            </a:extLst>
          </p:cNvPr>
          <p:cNvPicPr>
            <a:picLocks noChangeAspect="1"/>
          </p:cNvPicPr>
          <p:nvPr/>
        </p:nvPicPr>
        <p:blipFill>
          <a:blip r:embed="rId2"/>
          <a:stretch>
            <a:fillRect/>
          </a:stretch>
        </p:blipFill>
        <p:spPr>
          <a:xfrm>
            <a:off x="509587" y="1119187"/>
            <a:ext cx="8124825" cy="4619625"/>
          </a:xfrm>
          <a:prstGeom prst="rect">
            <a:avLst/>
          </a:prstGeom>
        </p:spPr>
      </p:pic>
    </p:spTree>
    <p:extLst>
      <p:ext uri="{BB962C8B-B14F-4D97-AF65-F5344CB8AC3E}">
        <p14:creationId xmlns:p14="http://schemas.microsoft.com/office/powerpoint/2010/main" val="8694399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a:extLst>
              <a:ext uri="{FF2B5EF4-FFF2-40B4-BE49-F238E27FC236}">
                <a16:creationId xmlns:a16="http://schemas.microsoft.com/office/drawing/2014/main" id="{33055022-1F6C-2E8A-ABFF-26A7CE7743B9}"/>
              </a:ext>
            </a:extLst>
          </p:cNvPr>
          <p:cNvSpPr>
            <a:spLocks noChangeArrowheads="1"/>
          </p:cNvSpPr>
          <p:nvPr/>
        </p:nvSpPr>
        <p:spPr bwMode="auto">
          <a:xfrm>
            <a:off x="134634" y="413290"/>
            <a:ext cx="2036968" cy="536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pPr lvl="0">
              <a:buSzPct val="25000"/>
            </a:pPr>
            <a:r>
              <a:rPr lang="en-US" sz="2400" b="1" dirty="0">
                <a:solidFill>
                  <a:srgbClr val="E31E24"/>
                </a:solidFill>
                <a:latin typeface="Times New Roman" panose="02020603050405020304" pitchFamily="18" charset="0"/>
                <a:ea typeface="Verdana" panose="020B0604030504040204" pitchFamily="34" charset="0"/>
                <a:cs typeface="Times New Roman" panose="02020603050405020304" pitchFamily="18" charset="0"/>
                <a:sym typeface="Arial"/>
              </a:rPr>
              <a:t>Boiler Trouble</a:t>
            </a:r>
            <a:endParaRPr lang="en-IN" sz="2400" b="1" dirty="0">
              <a:solidFill>
                <a:srgbClr val="E31E24"/>
              </a:solidFill>
              <a:latin typeface="Times New Roman" panose="02020603050405020304" pitchFamily="18" charset="0"/>
              <a:ea typeface="Verdana" panose="020B0604030504040204" pitchFamily="34" charset="0"/>
              <a:cs typeface="Times New Roman" panose="02020603050405020304" pitchFamily="18" charset="0"/>
              <a:sym typeface="Arial"/>
            </a:endParaRPr>
          </a:p>
        </p:txBody>
      </p:sp>
      <p:cxnSp>
        <p:nvCxnSpPr>
          <p:cNvPr id="4" name="Straight Connector 3">
            <a:extLst>
              <a:ext uri="{FF2B5EF4-FFF2-40B4-BE49-F238E27FC236}">
                <a16:creationId xmlns:a16="http://schemas.microsoft.com/office/drawing/2014/main" id="{30BEF448-A9CF-5D4F-DFF2-F58D1C6D31C4}"/>
              </a:ext>
            </a:extLst>
          </p:cNvPr>
          <p:cNvCxnSpPr>
            <a:cxnSpLocks/>
          </p:cNvCxnSpPr>
          <p:nvPr/>
        </p:nvCxnSpPr>
        <p:spPr>
          <a:xfrm flipV="1">
            <a:off x="0" y="1178323"/>
            <a:ext cx="9090212" cy="69058"/>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0E94267F-7B74-501B-513A-8C37E3133C9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26306" y="6058264"/>
            <a:ext cx="1808820" cy="317822"/>
          </a:xfrm>
          <a:prstGeom prst="rect">
            <a:avLst/>
          </a:prstGeom>
        </p:spPr>
      </p:pic>
      <p:sp>
        <p:nvSpPr>
          <p:cNvPr id="7" name="TextBox 6">
            <a:extLst>
              <a:ext uri="{FF2B5EF4-FFF2-40B4-BE49-F238E27FC236}">
                <a16:creationId xmlns:a16="http://schemas.microsoft.com/office/drawing/2014/main" id="{C3BB1DEA-17E7-DCE7-E34F-7D760CE829A6}"/>
              </a:ext>
            </a:extLst>
          </p:cNvPr>
          <p:cNvSpPr txBox="1"/>
          <p:nvPr/>
        </p:nvSpPr>
        <p:spPr>
          <a:xfrm>
            <a:off x="134634" y="1219772"/>
            <a:ext cx="8955578" cy="5095627"/>
          </a:xfrm>
          <a:prstGeom prst="rect">
            <a:avLst/>
          </a:prstGeom>
          <a:noFill/>
        </p:spPr>
        <p:txBody>
          <a:bodyPr wrap="square">
            <a:spAutoFit/>
          </a:bodyPr>
          <a:lstStyle/>
          <a:p>
            <a:pPr algn="just"/>
            <a:r>
              <a:rPr lang="en-US" sz="1600" dirty="0">
                <a:latin typeface="Times New Roman" panose="02020603050405020304" pitchFamily="18" charset="0"/>
                <a:cs typeface="Times New Roman" panose="02020603050405020304" pitchFamily="18" charset="0"/>
              </a:rPr>
              <a:t>Boilers are used in industries and power station to generate steam. During conversion of water into steam in boiler, the dissolve and suspended solids are not removed. All the impurities are deposited in form of scale and sludge within the boiler and causes boiler troubles.</a:t>
            </a:r>
          </a:p>
          <a:p>
            <a:pPr algn="just"/>
            <a:endParaRPr lang="en-US" sz="1600" dirty="0">
              <a:latin typeface="Times New Roman" panose="02020603050405020304" pitchFamily="18" charset="0"/>
              <a:cs typeface="Times New Roman" panose="02020603050405020304" pitchFamily="18" charset="0"/>
            </a:endParaRPr>
          </a:p>
          <a:p>
            <a:pPr algn="just"/>
            <a:r>
              <a:rPr lang="en-US" sz="1600" b="1" dirty="0">
                <a:latin typeface="Times New Roman" panose="02020603050405020304" pitchFamily="18" charset="0"/>
                <a:cs typeface="Times New Roman" panose="02020603050405020304" pitchFamily="18" charset="0"/>
              </a:rPr>
              <a:t>a) </a:t>
            </a:r>
            <a:r>
              <a:rPr lang="en-US" sz="1600" b="1" dirty="0">
                <a:solidFill>
                  <a:schemeClr val="accent4"/>
                </a:solidFill>
                <a:latin typeface="Times New Roman" panose="02020603050405020304" pitchFamily="18" charset="0"/>
                <a:cs typeface="Times New Roman" panose="02020603050405020304" pitchFamily="18" charset="0"/>
              </a:rPr>
              <a:t>Scales formation:</a:t>
            </a:r>
          </a:p>
          <a:p>
            <a:pPr algn="just"/>
            <a:r>
              <a:rPr lang="en-US" sz="1600" dirty="0">
                <a:latin typeface="Times New Roman" panose="02020603050405020304" pitchFamily="18" charset="0"/>
                <a:cs typeface="Times New Roman" panose="02020603050405020304" pitchFamily="18" charset="0"/>
              </a:rPr>
              <a:t>Scales are hard deposits, which stick on the inner wall of the boiler. These are formed by CaCO</a:t>
            </a:r>
            <a:r>
              <a:rPr lang="en-US" sz="1600" baseline="-25000" dirty="0">
                <a:latin typeface="Times New Roman" panose="02020603050405020304" pitchFamily="18" charset="0"/>
                <a:cs typeface="Times New Roman" panose="02020603050405020304" pitchFamily="18" charset="0"/>
              </a:rPr>
              <a:t>3</a:t>
            </a:r>
            <a:r>
              <a:rPr lang="en-US" sz="1600" dirty="0">
                <a:latin typeface="Times New Roman" panose="02020603050405020304" pitchFamily="18" charset="0"/>
                <a:cs typeface="Times New Roman" panose="02020603050405020304" pitchFamily="18" charset="0"/>
              </a:rPr>
              <a:t>, CaSO</a:t>
            </a:r>
            <a:r>
              <a:rPr lang="en-US" sz="1600" baseline="-25000" dirty="0">
                <a:latin typeface="Times New Roman" panose="02020603050405020304" pitchFamily="18" charset="0"/>
                <a:cs typeface="Times New Roman" panose="02020603050405020304" pitchFamily="18" charset="0"/>
              </a:rPr>
              <a:t>4</a:t>
            </a:r>
            <a:r>
              <a:rPr lang="en-US" sz="1600" dirty="0">
                <a:latin typeface="Times New Roman" panose="02020603050405020304" pitchFamily="18" charset="0"/>
                <a:cs typeface="Times New Roman" panose="02020603050405020304" pitchFamily="18" charset="0"/>
              </a:rPr>
              <a:t>, Ca(HCO</a:t>
            </a:r>
            <a:r>
              <a:rPr lang="en-US" sz="1600" baseline="-25000" dirty="0">
                <a:latin typeface="Times New Roman" panose="02020603050405020304" pitchFamily="18" charset="0"/>
                <a:cs typeface="Times New Roman" panose="02020603050405020304" pitchFamily="18" charset="0"/>
              </a:rPr>
              <a:t>3</a:t>
            </a:r>
            <a:r>
              <a:rPr lang="en-US" sz="1600" dirty="0">
                <a:latin typeface="Times New Roman" panose="02020603050405020304" pitchFamily="18" charset="0"/>
                <a:cs typeface="Times New Roman" panose="02020603050405020304" pitchFamily="18" charset="0"/>
              </a:rPr>
              <a:t>)</a:t>
            </a:r>
            <a:r>
              <a:rPr lang="en-US" sz="1600" baseline="-25000" dirty="0">
                <a:latin typeface="Times New Roman" panose="02020603050405020304" pitchFamily="18" charset="0"/>
                <a:cs typeface="Times New Roman" panose="02020603050405020304" pitchFamily="18" charset="0"/>
              </a:rPr>
              <a:t>2</a:t>
            </a:r>
            <a:r>
              <a:rPr lang="en-US" sz="1600" dirty="0">
                <a:latin typeface="Times New Roman" panose="02020603050405020304" pitchFamily="18" charset="0"/>
                <a:cs typeface="Times New Roman" panose="02020603050405020304" pitchFamily="18" charset="0"/>
              </a:rPr>
              <a:t>, Mg(OH)</a:t>
            </a:r>
            <a:r>
              <a:rPr lang="en-US" sz="1600" baseline="-25000" dirty="0">
                <a:latin typeface="Times New Roman" panose="02020603050405020304" pitchFamily="18" charset="0"/>
                <a:cs typeface="Times New Roman" panose="02020603050405020304" pitchFamily="18" charset="0"/>
              </a:rPr>
              <a:t>2</a:t>
            </a:r>
            <a:r>
              <a:rPr lang="en-US" sz="1600" dirty="0">
                <a:latin typeface="Times New Roman" panose="02020603050405020304" pitchFamily="18" charset="0"/>
                <a:cs typeface="Times New Roman" panose="02020603050405020304" pitchFamily="18" charset="0"/>
              </a:rPr>
              <a:t> etc. in hot portion of boiler.</a:t>
            </a:r>
          </a:p>
          <a:p>
            <a:pPr algn="just"/>
            <a:endParaRPr lang="en-US" sz="1600" dirty="0">
              <a:latin typeface="Times New Roman" panose="02020603050405020304" pitchFamily="18" charset="0"/>
              <a:cs typeface="Times New Roman" panose="02020603050405020304" pitchFamily="18" charset="0"/>
            </a:endParaRPr>
          </a:p>
          <a:p>
            <a:pPr algn="just"/>
            <a:r>
              <a:rPr lang="en-US" sz="1600" b="1" dirty="0">
                <a:latin typeface="Times New Roman" panose="02020603050405020304" pitchFamily="18" charset="0"/>
                <a:cs typeface="Times New Roman" panose="02020603050405020304" pitchFamily="18" charset="0"/>
              </a:rPr>
              <a:t>b) </a:t>
            </a:r>
            <a:r>
              <a:rPr lang="en-US" sz="1600" b="1" dirty="0">
                <a:solidFill>
                  <a:schemeClr val="accent4"/>
                </a:solidFill>
                <a:latin typeface="Times New Roman" panose="02020603050405020304" pitchFamily="18" charset="0"/>
                <a:cs typeface="Times New Roman" panose="02020603050405020304" pitchFamily="18" charset="0"/>
              </a:rPr>
              <a:t>Sludge formation:</a:t>
            </a:r>
          </a:p>
          <a:p>
            <a:pPr algn="just"/>
            <a:r>
              <a:rPr lang="en-US" sz="1600" dirty="0">
                <a:latin typeface="Times New Roman" panose="02020603050405020304" pitchFamily="18" charset="0"/>
                <a:cs typeface="Times New Roman" panose="02020603050405020304" pitchFamily="18" charset="0"/>
              </a:rPr>
              <a:t>Sludge form loose, slimy and soft precipitate in the colder area of the boiler. The sludge formed by the CaCl</a:t>
            </a:r>
            <a:r>
              <a:rPr lang="en-US" sz="1600" baseline="-25000" dirty="0">
                <a:latin typeface="Times New Roman" panose="02020603050405020304" pitchFamily="18" charset="0"/>
                <a:cs typeface="Times New Roman" panose="02020603050405020304" pitchFamily="18" charset="0"/>
              </a:rPr>
              <a:t>2</a:t>
            </a:r>
            <a:r>
              <a:rPr lang="en-US" sz="1600" dirty="0">
                <a:latin typeface="Times New Roman" panose="02020603050405020304" pitchFamily="18" charset="0"/>
                <a:cs typeface="Times New Roman" panose="02020603050405020304" pitchFamily="18" charset="0"/>
              </a:rPr>
              <a:t>, MgCl</a:t>
            </a:r>
            <a:r>
              <a:rPr lang="en-US" sz="1600" baseline="-25000" dirty="0">
                <a:latin typeface="Times New Roman" panose="02020603050405020304" pitchFamily="18" charset="0"/>
                <a:cs typeface="Times New Roman" panose="02020603050405020304" pitchFamily="18" charset="0"/>
              </a:rPr>
              <a:t>2</a:t>
            </a:r>
            <a:r>
              <a:rPr lang="en-US" sz="1600" dirty="0">
                <a:latin typeface="Times New Roman" panose="02020603050405020304" pitchFamily="18" charset="0"/>
                <a:cs typeface="Times New Roman" panose="02020603050405020304" pitchFamily="18" charset="0"/>
              </a:rPr>
              <a:t>, MgCO</a:t>
            </a:r>
            <a:r>
              <a:rPr lang="en-US" sz="1600" baseline="-25000" dirty="0">
                <a:latin typeface="Times New Roman" panose="02020603050405020304" pitchFamily="18" charset="0"/>
                <a:cs typeface="Times New Roman" panose="02020603050405020304" pitchFamily="18" charset="0"/>
              </a:rPr>
              <a:t>3</a:t>
            </a:r>
            <a:r>
              <a:rPr lang="en-US" sz="1600" dirty="0">
                <a:latin typeface="Times New Roman" panose="02020603050405020304" pitchFamily="18" charset="0"/>
                <a:cs typeface="Times New Roman" panose="02020603050405020304" pitchFamily="18" charset="0"/>
              </a:rPr>
              <a:t>, MgSO</a:t>
            </a:r>
            <a:r>
              <a:rPr lang="en-US" sz="1600" baseline="-25000" dirty="0">
                <a:latin typeface="Times New Roman" panose="02020603050405020304" pitchFamily="18" charset="0"/>
                <a:cs typeface="Times New Roman" panose="02020603050405020304" pitchFamily="18" charset="0"/>
              </a:rPr>
              <a:t>4</a:t>
            </a:r>
            <a:r>
              <a:rPr lang="en-US" sz="1600" dirty="0">
                <a:latin typeface="Times New Roman" panose="02020603050405020304" pitchFamily="18" charset="0"/>
                <a:cs typeface="Times New Roman" panose="02020603050405020304" pitchFamily="18" charset="0"/>
              </a:rPr>
              <a:t> etc.</a:t>
            </a:r>
          </a:p>
          <a:p>
            <a:pPr algn="just"/>
            <a:endParaRPr lang="en-US" sz="1600" dirty="0">
              <a:latin typeface="Times New Roman" panose="02020603050405020304" pitchFamily="18" charset="0"/>
              <a:cs typeface="Times New Roman" panose="02020603050405020304" pitchFamily="18" charset="0"/>
            </a:endParaRPr>
          </a:p>
          <a:p>
            <a:pPr algn="just"/>
            <a:r>
              <a:rPr lang="en-US" sz="1600" b="1" dirty="0">
                <a:latin typeface="Times New Roman" panose="02020603050405020304" pitchFamily="18" charset="0"/>
                <a:cs typeface="Times New Roman" panose="02020603050405020304" pitchFamily="18" charset="0"/>
              </a:rPr>
              <a:t>Problems caused in boilers:</a:t>
            </a:r>
          </a:p>
          <a:p>
            <a:pPr algn="just">
              <a:lnSpc>
                <a:spcPct val="150000"/>
              </a:lnSpc>
            </a:pPr>
            <a:r>
              <a:rPr lang="en-US" sz="1600" dirty="0" err="1">
                <a:latin typeface="Times New Roman" panose="02020603050405020304" pitchFamily="18" charset="0"/>
                <a:cs typeface="Times New Roman" panose="02020603050405020304" pitchFamily="18" charset="0"/>
              </a:rPr>
              <a:t>i</a:t>
            </a:r>
            <a:r>
              <a:rPr lang="en-US" sz="1600" dirty="0">
                <a:latin typeface="Times New Roman" panose="02020603050405020304" pitchFamily="18" charset="0"/>
                <a:cs typeface="Times New Roman" panose="02020603050405020304" pitchFamily="18" charset="0"/>
              </a:rPr>
              <a:t>) Scales and sludge is poor conductor of heat &amp; therefore prevent effective transfer of heat to water.</a:t>
            </a:r>
          </a:p>
          <a:p>
            <a:pPr algn="just">
              <a:lnSpc>
                <a:spcPct val="150000"/>
              </a:lnSpc>
            </a:pPr>
            <a:r>
              <a:rPr lang="en-US" sz="1600" dirty="0">
                <a:latin typeface="Times New Roman" panose="02020603050405020304" pitchFamily="18" charset="0"/>
                <a:cs typeface="Times New Roman" panose="02020603050405020304" pitchFamily="18" charset="0"/>
              </a:rPr>
              <a:t>ii) In this condition excessive heat is required which increase fuel consumption.</a:t>
            </a:r>
          </a:p>
          <a:p>
            <a:pPr algn="just">
              <a:lnSpc>
                <a:spcPct val="150000"/>
              </a:lnSpc>
            </a:pPr>
            <a:r>
              <a:rPr lang="en-US" sz="1600" dirty="0">
                <a:latin typeface="Times New Roman" panose="02020603050405020304" pitchFamily="18" charset="0"/>
                <a:cs typeface="Times New Roman" panose="02020603050405020304" pitchFamily="18" charset="0"/>
              </a:rPr>
              <a:t>iii) Scale often crack due to their uneven expansion allowing the water to come immediately in contact with overheated metal. This suddenly result in the formation of large quantity of steam which in turn leads to excess pressure and then to explosion.</a:t>
            </a:r>
          </a:p>
        </p:txBody>
      </p:sp>
    </p:spTree>
    <p:extLst>
      <p:ext uri="{BB962C8B-B14F-4D97-AF65-F5344CB8AC3E}">
        <p14:creationId xmlns:p14="http://schemas.microsoft.com/office/powerpoint/2010/main" val="42239983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520192-5B81-8BD6-9B03-053886DE33EA}"/>
            </a:ext>
          </a:extLst>
        </p:cNvPr>
        <p:cNvGrpSpPr/>
        <p:nvPr/>
      </p:nvGrpSpPr>
      <p:grpSpPr>
        <a:xfrm>
          <a:off x="0" y="0"/>
          <a:ext cx="0" cy="0"/>
          <a:chOff x="0" y="0"/>
          <a:chExt cx="0" cy="0"/>
        </a:xfrm>
      </p:grpSpPr>
      <p:sp>
        <p:nvSpPr>
          <p:cNvPr id="3" name="Rectangle 1">
            <a:extLst>
              <a:ext uri="{FF2B5EF4-FFF2-40B4-BE49-F238E27FC236}">
                <a16:creationId xmlns:a16="http://schemas.microsoft.com/office/drawing/2014/main" id="{E62CFE13-D963-7A8C-37AC-BCC08321AF40}"/>
              </a:ext>
            </a:extLst>
          </p:cNvPr>
          <p:cNvSpPr>
            <a:spLocks noChangeArrowheads="1"/>
          </p:cNvSpPr>
          <p:nvPr/>
        </p:nvSpPr>
        <p:spPr bwMode="auto">
          <a:xfrm>
            <a:off x="134634" y="462040"/>
            <a:ext cx="3747693" cy="4385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r>
              <a:rPr lang="en-US" sz="2400" b="1" dirty="0">
                <a:solidFill>
                  <a:srgbClr val="E31E24"/>
                </a:solidFill>
                <a:latin typeface="Times New Roman"/>
                <a:ea typeface="Verdana"/>
                <a:cs typeface="Times New Roman"/>
                <a:sym typeface="Arial"/>
              </a:rPr>
              <a:t>Problems caused in boilers:</a:t>
            </a:r>
            <a:endParaRPr lang="en-US" dirty="0"/>
          </a:p>
        </p:txBody>
      </p:sp>
      <p:cxnSp>
        <p:nvCxnSpPr>
          <p:cNvPr id="4" name="Straight Connector 3">
            <a:extLst>
              <a:ext uri="{FF2B5EF4-FFF2-40B4-BE49-F238E27FC236}">
                <a16:creationId xmlns:a16="http://schemas.microsoft.com/office/drawing/2014/main" id="{A9F478DF-C88E-C782-A960-72DA409A7E02}"/>
              </a:ext>
            </a:extLst>
          </p:cNvPr>
          <p:cNvCxnSpPr>
            <a:cxnSpLocks/>
          </p:cNvCxnSpPr>
          <p:nvPr/>
        </p:nvCxnSpPr>
        <p:spPr>
          <a:xfrm flipV="1">
            <a:off x="0" y="1178323"/>
            <a:ext cx="9090212" cy="69058"/>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9A911B17-E609-1F83-D732-702D88DD07C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26306" y="6058264"/>
            <a:ext cx="1808820" cy="317822"/>
          </a:xfrm>
          <a:prstGeom prst="rect">
            <a:avLst/>
          </a:prstGeom>
        </p:spPr>
      </p:pic>
      <p:sp>
        <p:nvSpPr>
          <p:cNvPr id="7" name="TextBox 6">
            <a:extLst>
              <a:ext uri="{FF2B5EF4-FFF2-40B4-BE49-F238E27FC236}">
                <a16:creationId xmlns:a16="http://schemas.microsoft.com/office/drawing/2014/main" id="{E6596877-BC61-C5EF-A61C-04795DBBEF65}"/>
              </a:ext>
            </a:extLst>
          </p:cNvPr>
          <p:cNvSpPr txBox="1"/>
          <p:nvPr/>
        </p:nvSpPr>
        <p:spPr>
          <a:xfrm>
            <a:off x="134634" y="1219772"/>
            <a:ext cx="8955578" cy="4191981"/>
          </a:xfrm>
          <a:prstGeom prst="rect">
            <a:avLst/>
          </a:prstGeom>
          <a:noFill/>
        </p:spPr>
        <p:txBody>
          <a:bodyPr wrap="square" lIns="91440" tIns="45720" rIns="91440" bIns="45720" anchor="t">
            <a:spAutoFit/>
          </a:bodyPr>
          <a:lstStyle/>
          <a:p>
            <a:pPr algn="just"/>
            <a:endParaRPr lang="en-US" sz="2000" dirty="0">
              <a:latin typeface="Times New Roman" panose="02020603050405020304" pitchFamily="18" charset="0"/>
              <a:cs typeface="Times New Roman" panose="02020603050405020304" pitchFamily="18" charset="0"/>
            </a:endParaRPr>
          </a:p>
          <a:p>
            <a:pPr algn="just"/>
            <a:endParaRPr lang="en-US" sz="2000" dirty="0">
              <a:latin typeface="Times New Roman" panose="02020603050405020304" pitchFamily="18" charset="0"/>
              <a:cs typeface="Times New Roman" panose="02020603050405020304" pitchFamily="18" charset="0"/>
            </a:endParaRPr>
          </a:p>
          <a:p>
            <a:pPr algn="just"/>
            <a:endParaRPr lang="en-US" sz="2000" b="1" dirty="0">
              <a:latin typeface="Times New Roman" panose="02020603050405020304" pitchFamily="18" charset="0"/>
              <a:cs typeface="Times New Roman" panose="02020603050405020304" pitchFamily="18" charset="0"/>
            </a:endParaRPr>
          </a:p>
          <a:p>
            <a:pPr algn="just">
              <a:lnSpc>
                <a:spcPct val="150000"/>
              </a:lnSpc>
            </a:pPr>
            <a:r>
              <a:rPr lang="en-US" sz="2000" err="1">
                <a:latin typeface="Times New Roman"/>
                <a:cs typeface="Times New Roman"/>
              </a:rPr>
              <a:t>i</a:t>
            </a:r>
            <a:r>
              <a:rPr lang="en-US" sz="2000" dirty="0">
                <a:latin typeface="Times New Roman"/>
                <a:cs typeface="Times New Roman"/>
              </a:rPr>
              <a:t>) Scales and sludge is poor conductor of heat &amp; therefore prevent effective transfer of heat to water.</a:t>
            </a:r>
          </a:p>
          <a:p>
            <a:pPr algn="just">
              <a:lnSpc>
                <a:spcPct val="150000"/>
              </a:lnSpc>
            </a:pPr>
            <a:r>
              <a:rPr lang="en-US" sz="2000" dirty="0">
                <a:latin typeface="Times New Roman"/>
                <a:cs typeface="Times New Roman"/>
              </a:rPr>
              <a:t>ii) In this condition excessive heat is required which increase fuel consumption.</a:t>
            </a:r>
          </a:p>
          <a:p>
            <a:pPr algn="just">
              <a:lnSpc>
                <a:spcPct val="150000"/>
              </a:lnSpc>
            </a:pPr>
            <a:r>
              <a:rPr lang="en-US" sz="2000" dirty="0">
                <a:latin typeface="Times New Roman"/>
                <a:cs typeface="Times New Roman"/>
              </a:rPr>
              <a:t>iii) Scale often crack due to their uneven expansion allowing the water to come immediately in contact with overheated metal. This suddenly result in the formation of large quantity of steam which in turn leads to excess pressure and then to explosion.</a:t>
            </a:r>
          </a:p>
        </p:txBody>
      </p:sp>
    </p:spTree>
    <p:extLst>
      <p:ext uri="{BB962C8B-B14F-4D97-AF65-F5344CB8AC3E}">
        <p14:creationId xmlns:p14="http://schemas.microsoft.com/office/powerpoint/2010/main" val="27193716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54C663-BF5A-BC61-79CC-6A24B10407DD}"/>
              </a:ext>
            </a:extLst>
          </p:cNvPr>
          <p:cNvSpPr>
            <a:spLocks noGrp="1"/>
          </p:cNvSpPr>
          <p:nvPr>
            <p:ph type="title"/>
          </p:nvPr>
        </p:nvSpPr>
        <p:spPr/>
        <p:txBody>
          <a:bodyPr>
            <a:normAutofit/>
          </a:bodyPr>
          <a:lstStyle/>
          <a:p>
            <a:r>
              <a:rPr lang="en-GB" sz="3600" b="1" dirty="0">
                <a:solidFill>
                  <a:srgbClr val="FF0000"/>
                </a:solidFill>
                <a:latin typeface="Times New Roman"/>
                <a:cs typeface="Times New Roman"/>
              </a:rPr>
              <a:t>WATER SOFTENING </a:t>
            </a:r>
          </a:p>
        </p:txBody>
      </p:sp>
      <p:sp>
        <p:nvSpPr>
          <p:cNvPr id="3" name="Content Placeholder 2">
            <a:extLst>
              <a:ext uri="{FF2B5EF4-FFF2-40B4-BE49-F238E27FC236}">
                <a16:creationId xmlns:a16="http://schemas.microsoft.com/office/drawing/2014/main" id="{7CFE93A1-97C0-DEE5-73EB-AD97A6979440}"/>
              </a:ext>
            </a:extLst>
          </p:cNvPr>
          <p:cNvSpPr>
            <a:spLocks noGrp="1"/>
          </p:cNvSpPr>
          <p:nvPr>
            <p:ph idx="1"/>
          </p:nvPr>
        </p:nvSpPr>
        <p:spPr/>
        <p:txBody>
          <a:bodyPr vert="horz" lIns="91440" tIns="45720" rIns="91440" bIns="45720" rtlCol="0" anchor="t">
            <a:normAutofit fontScale="70000" lnSpcReduction="20000"/>
          </a:bodyPr>
          <a:lstStyle/>
          <a:p>
            <a:r>
              <a:rPr lang="en-GB" dirty="0">
                <a:latin typeface="Times New Roman"/>
                <a:ea typeface="+mn-lt"/>
                <a:cs typeface="Times New Roman"/>
              </a:rPr>
              <a:t>The process whereby we remove or reduce the hardness of water is termed as softening of water. It is very essential process since hard water is unsuitable for domestic as well as industrial use. </a:t>
            </a:r>
          </a:p>
          <a:p>
            <a:endParaRPr lang="en-GB" dirty="0">
              <a:solidFill>
                <a:srgbClr val="000000"/>
              </a:solidFill>
              <a:latin typeface="Times New Roman"/>
              <a:ea typeface="+mn-lt"/>
              <a:cs typeface="Times New Roman"/>
            </a:endParaRPr>
          </a:p>
          <a:p>
            <a:r>
              <a:rPr lang="en-GB" dirty="0">
                <a:solidFill>
                  <a:schemeClr val="accent4"/>
                </a:solidFill>
                <a:latin typeface="Times New Roman"/>
                <a:ea typeface="+mn-lt"/>
                <a:cs typeface="Times New Roman"/>
              </a:rPr>
              <a:t>The hardness causing salts can be removed from water by following two ways. </a:t>
            </a:r>
            <a:endParaRPr lang="en-GB">
              <a:solidFill>
                <a:schemeClr val="accent4"/>
              </a:solidFill>
              <a:latin typeface="Times New Roman"/>
              <a:ea typeface="+mn-lt"/>
              <a:cs typeface="Times New Roman"/>
            </a:endParaRPr>
          </a:p>
          <a:p>
            <a:r>
              <a:rPr lang="en-GB" b="1" dirty="0">
                <a:latin typeface="Times New Roman"/>
                <a:ea typeface="+mn-lt"/>
                <a:cs typeface="Times New Roman"/>
              </a:rPr>
              <a:t>a. Internal treatment: </a:t>
            </a:r>
            <a:r>
              <a:rPr lang="en-GB" dirty="0">
                <a:latin typeface="Times New Roman"/>
                <a:ea typeface="+mn-lt"/>
                <a:cs typeface="Times New Roman"/>
              </a:rPr>
              <a:t>The internal treatment of boiler feed water refers to the conditioning of water in the boiler itself by the addition of chemicals. The following conditioning methods are used in the internal treatment. Colloidal, phosphate, </a:t>
            </a:r>
            <a:r>
              <a:rPr lang="en-GB" err="1">
                <a:latin typeface="Times New Roman"/>
                <a:ea typeface="+mn-lt"/>
                <a:cs typeface="Times New Roman"/>
              </a:rPr>
              <a:t>calgon</a:t>
            </a:r>
            <a:r>
              <a:rPr lang="en-GB" dirty="0">
                <a:latin typeface="Times New Roman"/>
                <a:ea typeface="+mn-lt"/>
                <a:cs typeface="Times New Roman"/>
              </a:rPr>
              <a:t> and carbonate conditioning </a:t>
            </a:r>
            <a:endParaRPr lang="en-GB">
              <a:latin typeface="Times New Roman"/>
              <a:ea typeface="+mn-lt"/>
              <a:cs typeface="Times New Roman"/>
            </a:endParaRPr>
          </a:p>
          <a:p>
            <a:endParaRPr lang="en-GB" dirty="0">
              <a:latin typeface="Times New Roman"/>
              <a:ea typeface="+mn-lt"/>
              <a:cs typeface="Times New Roman"/>
            </a:endParaRPr>
          </a:p>
          <a:p>
            <a:r>
              <a:rPr lang="en-GB" b="1" dirty="0">
                <a:latin typeface="Times New Roman"/>
                <a:ea typeface="+mn-lt"/>
                <a:cs typeface="Times New Roman"/>
              </a:rPr>
              <a:t>b. External treatment:</a:t>
            </a:r>
            <a:r>
              <a:rPr lang="en-GB" dirty="0">
                <a:latin typeface="Times New Roman"/>
                <a:ea typeface="+mn-lt"/>
                <a:cs typeface="Times New Roman"/>
              </a:rPr>
              <a:t> The external treatment of water is carried out before its entry in to the boiler. This treatment prevents boiler problems. It can be done by lime soda process, zeolite or ion exchange process.</a:t>
            </a:r>
            <a:endParaRPr lang="en-GB">
              <a:latin typeface="Times New Roman"/>
              <a:cs typeface="Times New Roman"/>
            </a:endParaRPr>
          </a:p>
          <a:p>
            <a:endParaRPr lang="en-GB" dirty="0">
              <a:latin typeface="Times New Roman"/>
              <a:cs typeface="Times New Roman"/>
            </a:endParaRPr>
          </a:p>
        </p:txBody>
      </p:sp>
    </p:spTree>
    <p:extLst>
      <p:ext uri="{BB962C8B-B14F-4D97-AF65-F5344CB8AC3E}">
        <p14:creationId xmlns:p14="http://schemas.microsoft.com/office/powerpoint/2010/main" val="7047350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a:extLst>
              <a:ext uri="{FF2B5EF4-FFF2-40B4-BE49-F238E27FC236}">
                <a16:creationId xmlns:a16="http://schemas.microsoft.com/office/drawing/2014/main" id="{33055022-1F6C-2E8A-ABFF-26A7CE7743B9}"/>
              </a:ext>
            </a:extLst>
          </p:cNvPr>
          <p:cNvSpPr>
            <a:spLocks noChangeArrowheads="1"/>
          </p:cNvSpPr>
          <p:nvPr/>
        </p:nvSpPr>
        <p:spPr bwMode="auto">
          <a:xfrm>
            <a:off x="134634" y="654689"/>
            <a:ext cx="5570307" cy="4385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pPr lvl="0">
              <a:buSzPct val="25000"/>
            </a:pPr>
            <a:r>
              <a:rPr lang="en-US" sz="2400" b="1" dirty="0">
                <a:solidFill>
                  <a:srgbClr val="E31E24"/>
                </a:solidFill>
                <a:latin typeface="Times New Roman" panose="02020603050405020304" pitchFamily="18" charset="0"/>
                <a:ea typeface="Verdana" panose="020B0604030504040204" pitchFamily="34" charset="0"/>
                <a:cs typeface="Times New Roman" panose="02020603050405020304" pitchFamily="18" charset="0"/>
                <a:sym typeface="Arial"/>
              </a:rPr>
              <a:t>Methods to remove the hardness of water</a:t>
            </a:r>
            <a:endParaRPr lang="en-IN" sz="2400" b="1" dirty="0">
              <a:solidFill>
                <a:srgbClr val="E31E24"/>
              </a:solidFill>
              <a:latin typeface="Times New Roman" panose="02020603050405020304" pitchFamily="18" charset="0"/>
              <a:ea typeface="Verdana" panose="020B0604030504040204" pitchFamily="34" charset="0"/>
              <a:cs typeface="Times New Roman" panose="02020603050405020304" pitchFamily="18" charset="0"/>
              <a:sym typeface="Arial"/>
            </a:endParaRPr>
          </a:p>
        </p:txBody>
      </p:sp>
      <p:cxnSp>
        <p:nvCxnSpPr>
          <p:cNvPr id="4" name="Straight Connector 3">
            <a:extLst>
              <a:ext uri="{FF2B5EF4-FFF2-40B4-BE49-F238E27FC236}">
                <a16:creationId xmlns:a16="http://schemas.microsoft.com/office/drawing/2014/main" id="{30BEF448-A9CF-5D4F-DFF2-F58D1C6D31C4}"/>
              </a:ext>
            </a:extLst>
          </p:cNvPr>
          <p:cNvCxnSpPr>
            <a:cxnSpLocks/>
          </p:cNvCxnSpPr>
          <p:nvPr/>
        </p:nvCxnSpPr>
        <p:spPr>
          <a:xfrm flipV="1">
            <a:off x="-11430" y="1276368"/>
            <a:ext cx="9090212" cy="56498"/>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0E94267F-7B74-501B-513A-8C37E3133C9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174896" y="6035011"/>
            <a:ext cx="1808820" cy="260018"/>
          </a:xfrm>
          <a:prstGeom prst="rect">
            <a:avLst/>
          </a:prstGeom>
        </p:spPr>
      </p:pic>
      <p:sp>
        <p:nvSpPr>
          <p:cNvPr id="7" name="TextBox 6">
            <a:extLst>
              <a:ext uri="{FF2B5EF4-FFF2-40B4-BE49-F238E27FC236}">
                <a16:creationId xmlns:a16="http://schemas.microsoft.com/office/drawing/2014/main" id="{C3BB1DEA-17E7-DCE7-E34F-7D760CE829A6}"/>
              </a:ext>
            </a:extLst>
          </p:cNvPr>
          <p:cNvSpPr txBox="1"/>
          <p:nvPr/>
        </p:nvSpPr>
        <p:spPr>
          <a:xfrm>
            <a:off x="160284" y="1405060"/>
            <a:ext cx="8955578" cy="4524315"/>
          </a:xfrm>
          <a:prstGeom prst="rect">
            <a:avLst/>
          </a:prstGeom>
          <a:noFill/>
        </p:spPr>
        <p:txBody>
          <a:bodyPr wrap="square">
            <a:spAutoFit/>
          </a:bodyPr>
          <a:lstStyle/>
          <a:p>
            <a:pPr algn="just"/>
            <a:r>
              <a:rPr lang="en-US" b="1" dirty="0">
                <a:latin typeface="Times New Roman" panose="02020603050405020304" pitchFamily="18" charset="0"/>
                <a:cs typeface="Times New Roman" panose="02020603050405020304" pitchFamily="18" charset="0"/>
              </a:rPr>
              <a:t>Temporary hardness removal methods:</a:t>
            </a:r>
          </a:p>
          <a:p>
            <a:pPr algn="just"/>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1. Boiling of Water:</a:t>
            </a:r>
          </a:p>
          <a:p>
            <a:pPr algn="just"/>
            <a:r>
              <a:rPr lang="en-US" dirty="0">
                <a:latin typeface="Times New Roman" panose="02020603050405020304" pitchFamily="18" charset="0"/>
                <a:cs typeface="Times New Roman" panose="02020603050405020304" pitchFamily="18" charset="0"/>
              </a:rPr>
              <a:t>Calcium carbonate which is slightly soluble in water present in the form Calcium bicarbonate because, it easily dissolves in water containing CO</a:t>
            </a:r>
            <a:r>
              <a:rPr lang="en-US" baseline="-25000" dirty="0">
                <a:latin typeface="Times New Roman" panose="02020603050405020304" pitchFamily="18" charset="0"/>
                <a:cs typeface="Times New Roman" panose="02020603050405020304" pitchFamily="18" charset="0"/>
              </a:rPr>
              <a:t>2</a:t>
            </a:r>
            <a:r>
              <a:rPr lang="en-US" dirty="0">
                <a:latin typeface="Times New Roman" panose="02020603050405020304" pitchFamily="18" charset="0"/>
                <a:cs typeface="Times New Roman" panose="02020603050405020304" pitchFamily="18" charset="0"/>
              </a:rPr>
              <a:t>.</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Ca(HCO</a:t>
            </a:r>
            <a:r>
              <a:rPr lang="en-US" baseline="-25000" dirty="0">
                <a:latin typeface="Times New Roman" panose="02020603050405020304" pitchFamily="18" charset="0"/>
                <a:cs typeface="Times New Roman" panose="02020603050405020304" pitchFamily="18" charset="0"/>
              </a:rPr>
              <a:t>3</a:t>
            </a:r>
            <a:r>
              <a:rPr lang="en-US" dirty="0">
                <a:latin typeface="Times New Roman" panose="02020603050405020304" pitchFamily="18" charset="0"/>
                <a:cs typeface="Times New Roman" panose="02020603050405020304" pitchFamily="18" charset="0"/>
              </a:rPr>
              <a:t>)</a:t>
            </a:r>
            <a:r>
              <a:rPr lang="en-US" baseline="-25000" dirty="0">
                <a:latin typeface="Times New Roman" panose="02020603050405020304" pitchFamily="18" charset="0"/>
                <a:cs typeface="Times New Roman" panose="02020603050405020304" pitchFamily="18" charset="0"/>
              </a:rPr>
              <a:t>2</a:t>
            </a:r>
            <a:r>
              <a:rPr lang="en-US" dirty="0">
                <a:latin typeface="Times New Roman" panose="02020603050405020304" pitchFamily="18" charset="0"/>
                <a:cs typeface="Times New Roman" panose="02020603050405020304" pitchFamily="18" charset="0"/>
              </a:rPr>
              <a:t> + Heat                   CaCO</a:t>
            </a:r>
            <a:r>
              <a:rPr lang="en-US" baseline="-25000" dirty="0">
                <a:latin typeface="Times New Roman" panose="02020603050405020304" pitchFamily="18" charset="0"/>
                <a:cs typeface="Times New Roman" panose="02020603050405020304" pitchFamily="18" charset="0"/>
              </a:rPr>
              <a:t>3</a:t>
            </a:r>
            <a:r>
              <a:rPr lang="en-US" dirty="0">
                <a:latin typeface="Times New Roman" panose="02020603050405020304" pitchFamily="18" charset="0"/>
                <a:cs typeface="Times New Roman" panose="02020603050405020304" pitchFamily="18" charset="0"/>
              </a:rPr>
              <a:t> + CO</a:t>
            </a:r>
            <a:r>
              <a:rPr lang="en-US" baseline="-25000" dirty="0">
                <a:latin typeface="Times New Roman" panose="02020603050405020304" pitchFamily="18" charset="0"/>
                <a:cs typeface="Times New Roman" panose="02020603050405020304" pitchFamily="18" charset="0"/>
              </a:rPr>
              <a:t>2</a:t>
            </a:r>
            <a:r>
              <a:rPr lang="en-US" dirty="0">
                <a:latin typeface="Times New Roman" panose="02020603050405020304" pitchFamily="18" charset="0"/>
                <a:cs typeface="Times New Roman" panose="02020603050405020304" pitchFamily="18" charset="0"/>
              </a:rPr>
              <a:t> + H</a:t>
            </a:r>
            <a:r>
              <a:rPr lang="en-US" baseline="-25000" dirty="0">
                <a:latin typeface="Times New Roman" panose="02020603050405020304" pitchFamily="18" charset="0"/>
                <a:cs typeface="Times New Roman" panose="02020603050405020304" pitchFamily="18" charset="0"/>
              </a:rPr>
              <a:t>2</a:t>
            </a:r>
            <a:r>
              <a:rPr lang="en-US" dirty="0">
                <a:latin typeface="Times New Roman" panose="02020603050405020304" pitchFamily="18" charset="0"/>
                <a:cs typeface="Times New Roman" panose="02020603050405020304" pitchFamily="18" charset="0"/>
              </a:rPr>
              <a:t>O</a:t>
            </a:r>
          </a:p>
          <a:p>
            <a:pPr algn="just"/>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2. Addition of Lime (</a:t>
            </a:r>
            <a:r>
              <a:rPr lang="en-US" b="1" dirty="0" err="1">
                <a:latin typeface="Times New Roman" panose="02020603050405020304" pitchFamily="18" charset="0"/>
                <a:cs typeface="Times New Roman" panose="02020603050405020304" pitchFamily="18" charset="0"/>
              </a:rPr>
              <a:t>CaO</a:t>
            </a:r>
            <a:r>
              <a:rPr lang="en-US" b="1" dirty="0">
                <a:latin typeface="Times New Roman" panose="02020603050405020304" pitchFamily="18" charset="0"/>
                <a:cs typeface="Times New Roman" panose="02020603050405020304" pitchFamily="18" charset="0"/>
              </a:rPr>
              <a:t>):</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Hydrated lime [Ca(OH)</a:t>
            </a:r>
            <a:r>
              <a:rPr lang="en-US" baseline="-25000" dirty="0">
                <a:latin typeface="Times New Roman" panose="02020603050405020304" pitchFamily="18" charset="0"/>
                <a:cs typeface="Times New Roman" panose="02020603050405020304" pitchFamily="18" charset="0"/>
              </a:rPr>
              <a:t>2</a:t>
            </a:r>
            <a:r>
              <a:rPr lang="en-US" dirty="0">
                <a:latin typeface="Times New Roman" panose="02020603050405020304" pitchFamily="18" charset="0"/>
                <a:cs typeface="Times New Roman" panose="02020603050405020304" pitchFamily="18" charset="0"/>
              </a:rPr>
              <a:t>] is added to water:</a:t>
            </a:r>
          </a:p>
          <a:p>
            <a:pPr marL="214313" indent="-214313"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MgCO</a:t>
            </a:r>
            <a:r>
              <a:rPr lang="en-US" baseline="-25000" dirty="0">
                <a:latin typeface="Times New Roman" panose="02020603050405020304" pitchFamily="18" charset="0"/>
                <a:cs typeface="Times New Roman" panose="02020603050405020304" pitchFamily="18" charset="0"/>
              </a:rPr>
              <a:t>3</a:t>
            </a:r>
            <a:r>
              <a:rPr lang="en-US" dirty="0">
                <a:latin typeface="Times New Roman" panose="02020603050405020304" pitchFamily="18" charset="0"/>
                <a:cs typeface="Times New Roman" panose="02020603050405020304" pitchFamily="18" charset="0"/>
              </a:rPr>
              <a:t> + Ca(OH)</a:t>
            </a:r>
            <a:r>
              <a:rPr lang="en-US" baseline="-25000" dirty="0">
                <a:latin typeface="Times New Roman" panose="02020603050405020304" pitchFamily="18" charset="0"/>
                <a:cs typeface="Times New Roman" panose="02020603050405020304" pitchFamily="18" charset="0"/>
              </a:rPr>
              <a:t>2</a:t>
            </a:r>
            <a:r>
              <a:rPr lang="en-US" dirty="0">
                <a:latin typeface="Times New Roman" panose="02020603050405020304" pitchFamily="18" charset="0"/>
                <a:cs typeface="Times New Roman" panose="02020603050405020304" pitchFamily="18" charset="0"/>
              </a:rPr>
              <a:t>                  Mg(OH)</a:t>
            </a:r>
            <a:r>
              <a:rPr lang="en-US" baseline="-25000" dirty="0">
                <a:latin typeface="Times New Roman" panose="02020603050405020304" pitchFamily="18" charset="0"/>
                <a:cs typeface="Times New Roman" panose="02020603050405020304" pitchFamily="18" charset="0"/>
              </a:rPr>
              <a:t>2</a:t>
            </a:r>
            <a:r>
              <a:rPr lang="en-US" dirty="0">
                <a:latin typeface="Times New Roman" panose="02020603050405020304" pitchFamily="18" charset="0"/>
                <a:cs typeface="Times New Roman" panose="02020603050405020304" pitchFamily="18" charset="0"/>
              </a:rPr>
              <a:t> + CaCO</a:t>
            </a:r>
            <a:r>
              <a:rPr lang="en-US" baseline="-25000" dirty="0">
                <a:latin typeface="Times New Roman" panose="02020603050405020304" pitchFamily="18" charset="0"/>
                <a:cs typeface="Times New Roman" panose="02020603050405020304" pitchFamily="18" charset="0"/>
              </a:rPr>
              <a:t>3</a:t>
            </a:r>
          </a:p>
          <a:p>
            <a:pPr marL="214313" indent="-214313"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Mg(HCO</a:t>
            </a:r>
            <a:r>
              <a:rPr lang="en-US" baseline="-25000" dirty="0">
                <a:latin typeface="Times New Roman" panose="02020603050405020304" pitchFamily="18" charset="0"/>
                <a:cs typeface="Times New Roman" panose="02020603050405020304" pitchFamily="18" charset="0"/>
              </a:rPr>
              <a:t>3</a:t>
            </a:r>
            <a:r>
              <a:rPr lang="en-US" dirty="0">
                <a:latin typeface="Times New Roman" panose="02020603050405020304" pitchFamily="18" charset="0"/>
                <a:cs typeface="Times New Roman" panose="02020603050405020304" pitchFamily="18" charset="0"/>
              </a:rPr>
              <a:t>)</a:t>
            </a:r>
            <a:r>
              <a:rPr lang="en-US" baseline="-25000" dirty="0">
                <a:latin typeface="Times New Roman" panose="02020603050405020304" pitchFamily="18" charset="0"/>
                <a:cs typeface="Times New Roman" panose="02020603050405020304" pitchFamily="18" charset="0"/>
              </a:rPr>
              <a:t>2</a:t>
            </a:r>
            <a:r>
              <a:rPr lang="en-US" dirty="0">
                <a:latin typeface="Times New Roman" panose="02020603050405020304" pitchFamily="18" charset="0"/>
                <a:cs typeface="Times New Roman" panose="02020603050405020304" pitchFamily="18" charset="0"/>
              </a:rPr>
              <a:t> + Ca(OH)</a:t>
            </a:r>
            <a:r>
              <a:rPr lang="en-US" baseline="-25000" dirty="0">
                <a:latin typeface="Times New Roman" panose="02020603050405020304" pitchFamily="18" charset="0"/>
                <a:cs typeface="Times New Roman" panose="02020603050405020304" pitchFamily="18" charset="0"/>
              </a:rPr>
              <a:t>2</a:t>
            </a:r>
            <a:r>
              <a:rPr lang="en-US" dirty="0">
                <a:latin typeface="Times New Roman" panose="02020603050405020304" pitchFamily="18" charset="0"/>
                <a:cs typeface="Times New Roman" panose="02020603050405020304" pitchFamily="18" charset="0"/>
              </a:rPr>
              <a:t>                   Ca(HCO</a:t>
            </a:r>
            <a:r>
              <a:rPr lang="en-US" baseline="-25000" dirty="0">
                <a:latin typeface="Times New Roman" panose="02020603050405020304" pitchFamily="18" charset="0"/>
                <a:cs typeface="Times New Roman" panose="02020603050405020304" pitchFamily="18" charset="0"/>
              </a:rPr>
              <a:t>3</a:t>
            </a:r>
            <a:r>
              <a:rPr lang="en-US" dirty="0">
                <a:latin typeface="Times New Roman" panose="02020603050405020304" pitchFamily="18" charset="0"/>
                <a:cs typeface="Times New Roman" panose="02020603050405020304" pitchFamily="18" charset="0"/>
              </a:rPr>
              <a:t>)</a:t>
            </a:r>
            <a:r>
              <a:rPr lang="en-US" baseline="-25000" dirty="0">
                <a:latin typeface="Times New Roman" panose="02020603050405020304" pitchFamily="18" charset="0"/>
                <a:cs typeface="Times New Roman" panose="02020603050405020304" pitchFamily="18" charset="0"/>
              </a:rPr>
              <a:t>2</a:t>
            </a:r>
            <a:r>
              <a:rPr lang="en-US" dirty="0">
                <a:latin typeface="Times New Roman" panose="02020603050405020304" pitchFamily="18" charset="0"/>
                <a:cs typeface="Times New Roman" panose="02020603050405020304" pitchFamily="18" charset="0"/>
              </a:rPr>
              <a:t> + Mg(OH)</a:t>
            </a:r>
            <a:r>
              <a:rPr lang="en-US" baseline="-25000" dirty="0">
                <a:latin typeface="Times New Roman" panose="02020603050405020304" pitchFamily="18" charset="0"/>
                <a:cs typeface="Times New Roman" panose="02020603050405020304" pitchFamily="18" charset="0"/>
              </a:rPr>
              <a:t>2</a:t>
            </a:r>
          </a:p>
          <a:p>
            <a:pPr marL="214313" indent="-214313"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Ca(HCO</a:t>
            </a:r>
            <a:r>
              <a:rPr lang="en-US" baseline="-25000" dirty="0">
                <a:latin typeface="Times New Roman" panose="02020603050405020304" pitchFamily="18" charset="0"/>
                <a:cs typeface="Times New Roman" panose="02020603050405020304" pitchFamily="18" charset="0"/>
              </a:rPr>
              <a:t>3</a:t>
            </a:r>
            <a:r>
              <a:rPr lang="en-US" dirty="0">
                <a:latin typeface="Times New Roman" panose="02020603050405020304" pitchFamily="18" charset="0"/>
                <a:cs typeface="Times New Roman" panose="02020603050405020304" pitchFamily="18" charset="0"/>
              </a:rPr>
              <a:t>)</a:t>
            </a:r>
            <a:r>
              <a:rPr lang="en-US" baseline="-25000" dirty="0">
                <a:latin typeface="Times New Roman" panose="02020603050405020304" pitchFamily="18" charset="0"/>
                <a:cs typeface="Times New Roman" panose="02020603050405020304" pitchFamily="18" charset="0"/>
              </a:rPr>
              <a:t>2</a:t>
            </a:r>
            <a:r>
              <a:rPr lang="en-US" dirty="0">
                <a:latin typeface="Times New Roman" panose="02020603050405020304" pitchFamily="18" charset="0"/>
                <a:cs typeface="Times New Roman" panose="02020603050405020304" pitchFamily="18" charset="0"/>
              </a:rPr>
              <a:t> + Ca(OH)</a:t>
            </a:r>
            <a:r>
              <a:rPr lang="en-US" baseline="-25000" dirty="0">
                <a:latin typeface="Times New Roman" panose="02020603050405020304" pitchFamily="18" charset="0"/>
                <a:cs typeface="Times New Roman" panose="02020603050405020304" pitchFamily="18" charset="0"/>
              </a:rPr>
              <a:t>2</a:t>
            </a:r>
            <a:r>
              <a:rPr lang="en-US" dirty="0">
                <a:latin typeface="Times New Roman" panose="02020603050405020304" pitchFamily="18" charset="0"/>
                <a:cs typeface="Times New Roman" panose="02020603050405020304" pitchFamily="18" charset="0"/>
              </a:rPr>
              <a:t>                   2CaCO</a:t>
            </a:r>
            <a:r>
              <a:rPr lang="en-US" baseline="-25000" dirty="0">
                <a:latin typeface="Times New Roman" panose="02020603050405020304" pitchFamily="18" charset="0"/>
                <a:cs typeface="Times New Roman" panose="02020603050405020304" pitchFamily="18" charset="0"/>
              </a:rPr>
              <a:t>3</a:t>
            </a:r>
            <a:r>
              <a:rPr lang="en-US" dirty="0">
                <a:latin typeface="Times New Roman" panose="02020603050405020304" pitchFamily="18" charset="0"/>
                <a:cs typeface="Times New Roman" panose="02020603050405020304" pitchFamily="18" charset="0"/>
              </a:rPr>
              <a:t> + 2H</a:t>
            </a:r>
            <a:r>
              <a:rPr lang="en-US" baseline="-25000" dirty="0">
                <a:latin typeface="Times New Roman" panose="02020603050405020304" pitchFamily="18" charset="0"/>
                <a:cs typeface="Times New Roman" panose="02020603050405020304" pitchFamily="18" charset="0"/>
              </a:rPr>
              <a:t>2</a:t>
            </a:r>
            <a:r>
              <a:rPr lang="en-US" dirty="0">
                <a:latin typeface="Times New Roman" panose="02020603050405020304" pitchFamily="18" charset="0"/>
                <a:cs typeface="Times New Roman" panose="02020603050405020304" pitchFamily="18" charset="0"/>
              </a:rPr>
              <a:t>O</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Suitable only for Temporary hardness removal process.</a:t>
            </a:r>
          </a:p>
        </p:txBody>
      </p:sp>
      <p:cxnSp>
        <p:nvCxnSpPr>
          <p:cNvPr id="8" name="Straight Arrow Connector 7">
            <a:extLst>
              <a:ext uri="{FF2B5EF4-FFF2-40B4-BE49-F238E27FC236}">
                <a16:creationId xmlns:a16="http://schemas.microsoft.com/office/drawing/2014/main" id="{8E9BAB6C-88BE-E153-6378-F028DDC450F9}"/>
              </a:ext>
            </a:extLst>
          </p:cNvPr>
          <p:cNvCxnSpPr/>
          <p:nvPr/>
        </p:nvCxnSpPr>
        <p:spPr>
          <a:xfrm>
            <a:off x="2185883" y="3234906"/>
            <a:ext cx="62757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315DDC32-3826-621C-3A18-9231310239F3}"/>
              </a:ext>
            </a:extLst>
          </p:cNvPr>
          <p:cNvCxnSpPr/>
          <p:nvPr/>
        </p:nvCxnSpPr>
        <p:spPr>
          <a:xfrm>
            <a:off x="2499669" y="4642091"/>
            <a:ext cx="62757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85019F1F-B323-45B8-1506-A5CEE13C1D32}"/>
              </a:ext>
            </a:extLst>
          </p:cNvPr>
          <p:cNvCxnSpPr/>
          <p:nvPr/>
        </p:nvCxnSpPr>
        <p:spPr>
          <a:xfrm>
            <a:off x="2813455" y="4905627"/>
            <a:ext cx="62757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4E845026-9F37-A0D5-2265-90137BEBA817}"/>
              </a:ext>
            </a:extLst>
          </p:cNvPr>
          <p:cNvCxnSpPr/>
          <p:nvPr/>
        </p:nvCxnSpPr>
        <p:spPr>
          <a:xfrm>
            <a:off x="2813455" y="5213375"/>
            <a:ext cx="62757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50327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a:extLst>
              <a:ext uri="{FF2B5EF4-FFF2-40B4-BE49-F238E27FC236}">
                <a16:creationId xmlns:a16="http://schemas.microsoft.com/office/drawing/2014/main" id="{33055022-1F6C-2E8A-ABFF-26A7CE7743B9}"/>
              </a:ext>
            </a:extLst>
          </p:cNvPr>
          <p:cNvSpPr>
            <a:spLocks noChangeArrowheads="1"/>
          </p:cNvSpPr>
          <p:nvPr/>
        </p:nvSpPr>
        <p:spPr bwMode="auto">
          <a:xfrm>
            <a:off x="134634" y="479798"/>
            <a:ext cx="5570307" cy="528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pPr lvl="0">
              <a:buSzPct val="25000"/>
            </a:pPr>
            <a:r>
              <a:rPr lang="en-US" sz="2400" b="1" dirty="0">
                <a:solidFill>
                  <a:srgbClr val="E31E24"/>
                </a:solidFill>
                <a:latin typeface="Times New Roman" panose="02020603050405020304" pitchFamily="18" charset="0"/>
                <a:ea typeface="Verdana" panose="020B0604030504040204" pitchFamily="34" charset="0"/>
                <a:cs typeface="Times New Roman" panose="02020603050405020304" pitchFamily="18" charset="0"/>
                <a:sym typeface="Arial"/>
              </a:rPr>
              <a:t>Methods to remove the hardness of water</a:t>
            </a:r>
            <a:endParaRPr lang="en-IN" sz="2400" b="1" dirty="0">
              <a:solidFill>
                <a:srgbClr val="E31E24"/>
              </a:solidFill>
              <a:latin typeface="Times New Roman" panose="02020603050405020304" pitchFamily="18" charset="0"/>
              <a:ea typeface="Verdana" panose="020B0604030504040204" pitchFamily="34" charset="0"/>
              <a:cs typeface="Times New Roman" panose="02020603050405020304" pitchFamily="18" charset="0"/>
              <a:sym typeface="Arial"/>
            </a:endParaRPr>
          </a:p>
        </p:txBody>
      </p:sp>
      <p:cxnSp>
        <p:nvCxnSpPr>
          <p:cNvPr id="4" name="Straight Connector 3">
            <a:extLst>
              <a:ext uri="{FF2B5EF4-FFF2-40B4-BE49-F238E27FC236}">
                <a16:creationId xmlns:a16="http://schemas.microsoft.com/office/drawing/2014/main" id="{30BEF448-A9CF-5D4F-DFF2-F58D1C6D31C4}"/>
              </a:ext>
            </a:extLst>
          </p:cNvPr>
          <p:cNvCxnSpPr>
            <a:cxnSpLocks/>
          </p:cNvCxnSpPr>
          <p:nvPr/>
        </p:nvCxnSpPr>
        <p:spPr>
          <a:xfrm flipV="1">
            <a:off x="0" y="1233424"/>
            <a:ext cx="9090212" cy="68028"/>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0E94267F-7B74-501B-513A-8C37E3133C9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4006" y="6040600"/>
            <a:ext cx="1808820" cy="313083"/>
          </a:xfrm>
          <a:prstGeom prst="rect">
            <a:avLst/>
          </a:prstGeom>
        </p:spPr>
      </p:pic>
      <p:sp>
        <p:nvSpPr>
          <p:cNvPr id="7" name="TextBox 6">
            <a:extLst>
              <a:ext uri="{FF2B5EF4-FFF2-40B4-BE49-F238E27FC236}">
                <a16:creationId xmlns:a16="http://schemas.microsoft.com/office/drawing/2014/main" id="{C3BB1DEA-17E7-DCE7-E34F-7D760CE829A6}"/>
              </a:ext>
            </a:extLst>
          </p:cNvPr>
          <p:cNvSpPr txBox="1"/>
          <p:nvPr/>
        </p:nvSpPr>
        <p:spPr>
          <a:xfrm>
            <a:off x="134634" y="1314733"/>
            <a:ext cx="8955578" cy="3785652"/>
          </a:xfrm>
          <a:prstGeom prst="rect">
            <a:avLst/>
          </a:prstGeom>
          <a:noFill/>
        </p:spPr>
        <p:txBody>
          <a:bodyPr wrap="square">
            <a:spAutoFit/>
          </a:bodyPr>
          <a:lstStyle/>
          <a:p>
            <a:pPr algn="just"/>
            <a:r>
              <a:rPr lang="en-US" sz="2000" b="1" dirty="0">
                <a:latin typeface="Times New Roman" panose="02020603050405020304" pitchFamily="18" charset="0"/>
                <a:cs typeface="Times New Roman" panose="02020603050405020304" pitchFamily="18" charset="0"/>
              </a:rPr>
              <a:t>3. Adding sodium carbonate (washing soda): </a:t>
            </a:r>
          </a:p>
          <a:p>
            <a:pPr algn="just"/>
            <a:r>
              <a:rPr lang="en-US" sz="2000" b="1" dirty="0">
                <a:latin typeface="Times New Roman" panose="02020603050405020304" pitchFamily="18" charset="0"/>
                <a:cs typeface="Times New Roman" panose="02020603050405020304" pitchFamily="18" charset="0"/>
              </a:rPr>
              <a:t>T</a:t>
            </a:r>
            <a:r>
              <a:rPr lang="en-US" sz="2000" dirty="0">
                <a:latin typeface="Times New Roman" panose="02020603050405020304" pitchFamily="18" charset="0"/>
                <a:cs typeface="Times New Roman" panose="02020603050405020304" pitchFamily="18" charset="0"/>
              </a:rPr>
              <a:t>he calcium or magnesium ions are removed</a:t>
            </a: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𝐶𝑎(𝐻𝐶𝑂</a:t>
            </a:r>
            <a:r>
              <a:rPr lang="en-US" sz="2000" baseline="-25000" dirty="0">
                <a:latin typeface="Times New Roman" panose="02020603050405020304" pitchFamily="18" charset="0"/>
                <a:cs typeface="Times New Roman" panose="02020603050405020304" pitchFamily="18" charset="0"/>
              </a:rPr>
              <a:t>3</a:t>
            </a:r>
            <a:r>
              <a:rPr lang="en-US" sz="2000" dirty="0">
                <a:latin typeface="Times New Roman" panose="02020603050405020304" pitchFamily="18" charset="0"/>
                <a:cs typeface="Times New Roman" panose="02020603050405020304" pitchFamily="18" charset="0"/>
              </a:rPr>
              <a:t>)</a:t>
            </a:r>
            <a:r>
              <a:rPr lang="en-US" sz="2000" baseline="-25000" dirty="0">
                <a:latin typeface="Times New Roman" panose="02020603050405020304" pitchFamily="18" charset="0"/>
                <a:cs typeface="Times New Roman" panose="02020603050405020304" pitchFamily="18" charset="0"/>
              </a:rPr>
              <a:t>2</a:t>
            </a:r>
            <a:r>
              <a:rPr lang="en-US" sz="2000" dirty="0">
                <a:latin typeface="Times New Roman" panose="02020603050405020304" pitchFamily="18" charset="0"/>
                <a:cs typeface="Times New Roman" panose="02020603050405020304" pitchFamily="18" charset="0"/>
              </a:rPr>
              <a:t>(𝑎𝑞) + 𝑁𝑎</a:t>
            </a:r>
            <a:r>
              <a:rPr lang="en-US" sz="2000" baseline="-25000" dirty="0">
                <a:latin typeface="Times New Roman" panose="02020603050405020304" pitchFamily="18" charset="0"/>
                <a:cs typeface="Times New Roman" panose="02020603050405020304" pitchFamily="18" charset="0"/>
              </a:rPr>
              <a:t>2</a:t>
            </a:r>
            <a:r>
              <a:rPr lang="en-US" sz="2000" dirty="0">
                <a:latin typeface="Times New Roman" panose="02020603050405020304" pitchFamily="18" charset="0"/>
                <a:cs typeface="Times New Roman" panose="02020603050405020304" pitchFamily="18" charset="0"/>
              </a:rPr>
              <a:t>𝐶𝑂</a:t>
            </a:r>
            <a:r>
              <a:rPr lang="en-US" sz="2000" baseline="-25000" dirty="0">
                <a:latin typeface="Times New Roman" panose="02020603050405020304" pitchFamily="18" charset="0"/>
                <a:cs typeface="Times New Roman" panose="02020603050405020304" pitchFamily="18" charset="0"/>
              </a:rPr>
              <a:t>3</a:t>
            </a:r>
            <a:r>
              <a:rPr lang="en-US" sz="2000" dirty="0">
                <a:latin typeface="Times New Roman" panose="02020603050405020304" pitchFamily="18" charset="0"/>
                <a:cs typeface="Times New Roman" panose="02020603050405020304" pitchFamily="18" charset="0"/>
              </a:rPr>
              <a:t>(𝑎𝑞) → 2𝑁𝑎𝐻𝐶𝑂</a:t>
            </a:r>
            <a:r>
              <a:rPr lang="en-US" sz="2000" baseline="-25000" dirty="0">
                <a:latin typeface="Times New Roman" panose="02020603050405020304" pitchFamily="18" charset="0"/>
                <a:cs typeface="Times New Roman" panose="02020603050405020304" pitchFamily="18" charset="0"/>
              </a:rPr>
              <a:t>3</a:t>
            </a:r>
            <a:r>
              <a:rPr lang="en-US" sz="2000" dirty="0">
                <a:latin typeface="Times New Roman" panose="02020603050405020304" pitchFamily="18" charset="0"/>
                <a:cs typeface="Times New Roman" panose="02020603050405020304" pitchFamily="18" charset="0"/>
              </a:rPr>
              <a:t>(𝑎𝑞) + 𝐶𝑎𝐶𝑂</a:t>
            </a:r>
            <a:r>
              <a:rPr lang="en-US" sz="2000" baseline="-25000" dirty="0">
                <a:latin typeface="Times New Roman" panose="02020603050405020304" pitchFamily="18" charset="0"/>
                <a:cs typeface="Times New Roman" panose="02020603050405020304" pitchFamily="18" charset="0"/>
              </a:rPr>
              <a:t>3</a:t>
            </a:r>
            <a:r>
              <a:rPr lang="en-US" sz="2000" dirty="0">
                <a:latin typeface="Times New Roman" panose="02020603050405020304" pitchFamily="18" charset="0"/>
                <a:cs typeface="Times New Roman" panose="02020603050405020304" pitchFamily="18" charset="0"/>
              </a:rPr>
              <a:t>(𝑠)</a:t>
            </a:r>
          </a:p>
          <a:p>
            <a:pPr algn="just"/>
            <a:endParaRPr lang="en-US" sz="2000" dirty="0">
              <a:latin typeface="Times New Roman" panose="02020603050405020304" pitchFamily="18" charset="0"/>
              <a:cs typeface="Times New Roman" panose="02020603050405020304" pitchFamily="18" charset="0"/>
            </a:endParaRPr>
          </a:p>
          <a:p>
            <a:pPr algn="just"/>
            <a:r>
              <a:rPr lang="en-US" sz="2000" b="1" dirty="0">
                <a:latin typeface="Times New Roman" panose="02020603050405020304" pitchFamily="18" charset="0"/>
                <a:cs typeface="Times New Roman" panose="02020603050405020304" pitchFamily="18" charset="0"/>
              </a:rPr>
              <a:t>4. Addition of aqueous ammonia</a:t>
            </a:r>
          </a:p>
          <a:p>
            <a:pPr algn="just"/>
            <a:r>
              <a:rPr lang="en-US" sz="2000" dirty="0">
                <a:latin typeface="Times New Roman" panose="02020603050405020304" pitchFamily="18" charset="0"/>
                <a:cs typeface="Times New Roman" panose="02020603050405020304" pitchFamily="18" charset="0"/>
              </a:rPr>
              <a:t>The soluble hydrogen carbonates are converted into insoluble carbonates. This enables magnesium and calcium ions to be removed from </a:t>
            </a:r>
            <a:r>
              <a:rPr lang="en-US" sz="2000" dirty="0" err="1">
                <a:latin typeface="Times New Roman" panose="02020603050405020304" pitchFamily="18" charset="0"/>
                <a:cs typeface="Times New Roman" panose="02020603050405020304" pitchFamily="18" charset="0"/>
              </a:rPr>
              <a:t>wate</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i.e</a:t>
            </a:r>
            <a:r>
              <a:rPr lang="en-US" sz="2000" dirty="0">
                <a:latin typeface="Times New Roman" panose="02020603050405020304" pitchFamily="18" charset="0"/>
                <a:cs typeface="Times New Roman" panose="02020603050405020304" pitchFamily="18" charset="0"/>
              </a:rPr>
              <a:t>;</a:t>
            </a: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2NH</a:t>
            </a:r>
            <a:r>
              <a:rPr lang="en-US" sz="2000" baseline="-25000" dirty="0">
                <a:latin typeface="Times New Roman" panose="02020603050405020304" pitchFamily="18" charset="0"/>
                <a:cs typeface="Times New Roman" panose="02020603050405020304" pitchFamily="18" charset="0"/>
              </a:rPr>
              <a:t>4</a:t>
            </a:r>
            <a:r>
              <a:rPr lang="en-US" sz="2000" dirty="0">
                <a:latin typeface="Times New Roman" panose="02020603050405020304" pitchFamily="18" charset="0"/>
                <a:cs typeface="Times New Roman" panose="02020603050405020304" pitchFamily="18" charset="0"/>
              </a:rPr>
              <a:t>OH(</a:t>
            </a:r>
            <a:r>
              <a:rPr lang="en-US" sz="2000" dirty="0" err="1">
                <a:latin typeface="Times New Roman" panose="02020603050405020304" pitchFamily="18" charset="0"/>
                <a:cs typeface="Times New Roman" panose="02020603050405020304" pitchFamily="18" charset="0"/>
              </a:rPr>
              <a:t>aq</a:t>
            </a:r>
            <a:r>
              <a:rPr lang="en-US" sz="2000" dirty="0">
                <a:latin typeface="Times New Roman" panose="02020603050405020304" pitchFamily="18" charset="0"/>
                <a:cs typeface="Times New Roman" panose="02020603050405020304" pitchFamily="18" charset="0"/>
              </a:rPr>
              <a:t>) + Mg(HCO</a:t>
            </a:r>
            <a:r>
              <a:rPr lang="en-US" sz="2000" baseline="-25000" dirty="0">
                <a:latin typeface="Times New Roman" panose="02020603050405020304" pitchFamily="18" charset="0"/>
                <a:cs typeface="Times New Roman" panose="02020603050405020304" pitchFamily="18" charset="0"/>
              </a:rPr>
              <a:t>3</a:t>
            </a:r>
            <a:r>
              <a:rPr lang="en-US" sz="2000" dirty="0">
                <a:latin typeface="Times New Roman" panose="02020603050405020304" pitchFamily="18" charset="0"/>
                <a:cs typeface="Times New Roman" panose="02020603050405020304" pitchFamily="18" charset="0"/>
              </a:rPr>
              <a:t>)</a:t>
            </a:r>
            <a:r>
              <a:rPr lang="en-US" sz="2000" baseline="-25000" dirty="0">
                <a:latin typeface="Times New Roman" panose="02020603050405020304" pitchFamily="18" charset="0"/>
                <a:cs typeface="Times New Roman" panose="02020603050405020304" pitchFamily="18" charset="0"/>
              </a:rPr>
              <a:t>2</a:t>
            </a: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aq</a:t>
            </a:r>
            <a:r>
              <a:rPr lang="en-US" sz="2000" dirty="0">
                <a:latin typeface="Times New Roman" panose="02020603050405020304" pitchFamily="18" charset="0"/>
                <a:cs typeface="Times New Roman" panose="02020603050405020304" pitchFamily="18" charset="0"/>
              </a:rPr>
              <a:t>)                      MgCO</a:t>
            </a:r>
            <a:r>
              <a:rPr lang="en-US" sz="2000" baseline="-25000" dirty="0">
                <a:latin typeface="Times New Roman" panose="02020603050405020304" pitchFamily="18" charset="0"/>
                <a:cs typeface="Times New Roman" panose="02020603050405020304" pitchFamily="18" charset="0"/>
              </a:rPr>
              <a:t>3</a:t>
            </a:r>
            <a:r>
              <a:rPr lang="en-US" sz="2000" dirty="0">
                <a:latin typeface="Times New Roman" panose="02020603050405020304" pitchFamily="18" charset="0"/>
                <a:cs typeface="Times New Roman" panose="02020603050405020304" pitchFamily="18" charset="0"/>
              </a:rPr>
              <a:t>(s) + (NH</a:t>
            </a:r>
            <a:r>
              <a:rPr lang="en-US" sz="2000" baseline="-25000" dirty="0">
                <a:latin typeface="Times New Roman" panose="02020603050405020304" pitchFamily="18" charset="0"/>
                <a:cs typeface="Times New Roman" panose="02020603050405020304" pitchFamily="18" charset="0"/>
              </a:rPr>
              <a:t>4</a:t>
            </a:r>
            <a:r>
              <a:rPr lang="en-US" sz="2000" dirty="0">
                <a:latin typeface="Times New Roman" panose="02020603050405020304" pitchFamily="18" charset="0"/>
                <a:cs typeface="Times New Roman" panose="02020603050405020304" pitchFamily="18" charset="0"/>
              </a:rPr>
              <a:t>)</a:t>
            </a:r>
            <a:r>
              <a:rPr lang="en-US" sz="2000" baseline="-25000" dirty="0">
                <a:latin typeface="Times New Roman" panose="02020603050405020304" pitchFamily="18" charset="0"/>
                <a:cs typeface="Times New Roman" panose="02020603050405020304" pitchFamily="18" charset="0"/>
              </a:rPr>
              <a:t>2</a:t>
            </a:r>
            <a:r>
              <a:rPr lang="en-US" sz="2000" dirty="0">
                <a:latin typeface="Times New Roman" panose="02020603050405020304" pitchFamily="18" charset="0"/>
                <a:cs typeface="Times New Roman" panose="02020603050405020304" pitchFamily="18" charset="0"/>
              </a:rPr>
              <a:t>CO</a:t>
            </a:r>
            <a:r>
              <a:rPr lang="en-US" sz="2000" baseline="-25000" dirty="0">
                <a:latin typeface="Times New Roman" panose="02020603050405020304" pitchFamily="18" charset="0"/>
                <a:cs typeface="Times New Roman" panose="02020603050405020304" pitchFamily="18" charset="0"/>
              </a:rPr>
              <a:t>3</a:t>
            </a: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aq</a:t>
            </a:r>
            <a:r>
              <a:rPr lang="en-US" sz="2000" dirty="0">
                <a:latin typeface="Times New Roman" panose="02020603050405020304" pitchFamily="18" charset="0"/>
                <a:cs typeface="Times New Roman" panose="02020603050405020304" pitchFamily="18" charset="0"/>
              </a:rPr>
              <a:t>) + H</a:t>
            </a:r>
            <a:r>
              <a:rPr lang="en-US" sz="2000" baseline="-25000" dirty="0">
                <a:latin typeface="Times New Roman" panose="02020603050405020304" pitchFamily="18" charset="0"/>
                <a:cs typeface="Times New Roman" panose="02020603050405020304" pitchFamily="18" charset="0"/>
              </a:rPr>
              <a:t>2</a:t>
            </a:r>
            <a:r>
              <a:rPr lang="en-US" sz="2000" dirty="0">
                <a:latin typeface="Times New Roman" panose="02020603050405020304" pitchFamily="18" charset="0"/>
                <a:cs typeface="Times New Roman" panose="02020603050405020304" pitchFamily="18" charset="0"/>
              </a:rPr>
              <a:t>O(l)</a:t>
            </a:r>
          </a:p>
          <a:p>
            <a:pPr algn="just"/>
            <a:endParaRPr lang="en-US" sz="2000" dirty="0">
              <a:latin typeface="Times New Roman" panose="02020603050405020304" pitchFamily="18" charset="0"/>
              <a:cs typeface="Times New Roman" panose="02020603050405020304" pitchFamily="18" charset="0"/>
            </a:endParaRPr>
          </a:p>
          <a:p>
            <a:pPr algn="just"/>
            <a:endParaRPr lang="en-US" sz="2000" dirty="0">
              <a:latin typeface="Times New Roman" panose="02020603050405020304" pitchFamily="18" charset="0"/>
              <a:cs typeface="Times New Roman" panose="02020603050405020304" pitchFamily="18" charset="0"/>
            </a:endParaRPr>
          </a:p>
        </p:txBody>
      </p:sp>
      <p:cxnSp>
        <p:nvCxnSpPr>
          <p:cNvPr id="10" name="Straight Arrow Connector 9">
            <a:extLst>
              <a:ext uri="{FF2B5EF4-FFF2-40B4-BE49-F238E27FC236}">
                <a16:creationId xmlns:a16="http://schemas.microsoft.com/office/drawing/2014/main" id="{315DDC32-3826-621C-3A18-9231310239F3}"/>
              </a:ext>
            </a:extLst>
          </p:cNvPr>
          <p:cNvCxnSpPr/>
          <p:nvPr/>
        </p:nvCxnSpPr>
        <p:spPr>
          <a:xfrm>
            <a:off x="3808156" y="4279684"/>
            <a:ext cx="62757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245118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B3A6D2E-5136-32DC-90A2-ED8776272775}"/>
              </a:ext>
            </a:extLst>
          </p:cNvPr>
          <p:cNvPicPr>
            <a:picLocks noChangeAspect="1"/>
          </p:cNvPicPr>
          <p:nvPr/>
        </p:nvPicPr>
        <p:blipFill>
          <a:blip r:embed="rId2"/>
          <a:stretch>
            <a:fillRect/>
          </a:stretch>
        </p:blipFill>
        <p:spPr>
          <a:xfrm>
            <a:off x="459467" y="373063"/>
            <a:ext cx="8225066" cy="6107112"/>
          </a:xfrm>
          <a:prstGeom prst="rect">
            <a:avLst/>
          </a:prstGeom>
          <a:noFill/>
        </p:spPr>
      </p:pic>
    </p:spTree>
    <p:extLst>
      <p:ext uri="{BB962C8B-B14F-4D97-AF65-F5344CB8AC3E}">
        <p14:creationId xmlns:p14="http://schemas.microsoft.com/office/powerpoint/2010/main" val="10343915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a:extLst>
              <a:ext uri="{FF2B5EF4-FFF2-40B4-BE49-F238E27FC236}">
                <a16:creationId xmlns:a16="http://schemas.microsoft.com/office/drawing/2014/main" id="{33055022-1F6C-2E8A-ABFF-26A7CE7743B9}"/>
              </a:ext>
            </a:extLst>
          </p:cNvPr>
          <p:cNvSpPr>
            <a:spLocks noChangeArrowheads="1"/>
          </p:cNvSpPr>
          <p:nvPr/>
        </p:nvSpPr>
        <p:spPr bwMode="auto">
          <a:xfrm>
            <a:off x="134635" y="480128"/>
            <a:ext cx="6074996" cy="529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pPr lvl="0">
              <a:buSzPct val="25000"/>
            </a:pPr>
            <a:r>
              <a:rPr lang="en-US" sz="2400" b="1" dirty="0">
                <a:solidFill>
                  <a:srgbClr val="E31E24"/>
                </a:solidFill>
                <a:latin typeface="Times New Roman" panose="02020603050405020304" pitchFamily="18" charset="0"/>
                <a:ea typeface="Verdana" panose="020B0604030504040204" pitchFamily="34" charset="0"/>
                <a:cs typeface="Times New Roman" panose="02020603050405020304" pitchFamily="18" charset="0"/>
                <a:sym typeface="Arial"/>
              </a:rPr>
              <a:t>Boiler Trouble removal by internal treatment</a:t>
            </a:r>
            <a:endParaRPr lang="en-IN" sz="2400" b="1" dirty="0">
              <a:solidFill>
                <a:srgbClr val="E31E24"/>
              </a:solidFill>
              <a:latin typeface="Times New Roman" panose="02020603050405020304" pitchFamily="18" charset="0"/>
              <a:ea typeface="Verdana" panose="020B0604030504040204" pitchFamily="34" charset="0"/>
              <a:cs typeface="Times New Roman" panose="02020603050405020304" pitchFamily="18" charset="0"/>
              <a:sym typeface="Arial"/>
            </a:endParaRPr>
          </a:p>
        </p:txBody>
      </p:sp>
      <p:cxnSp>
        <p:nvCxnSpPr>
          <p:cNvPr id="4" name="Straight Connector 3">
            <a:extLst>
              <a:ext uri="{FF2B5EF4-FFF2-40B4-BE49-F238E27FC236}">
                <a16:creationId xmlns:a16="http://schemas.microsoft.com/office/drawing/2014/main" id="{30BEF448-A9CF-5D4F-DFF2-F58D1C6D31C4}"/>
              </a:ext>
            </a:extLst>
          </p:cNvPr>
          <p:cNvCxnSpPr>
            <a:cxnSpLocks/>
          </p:cNvCxnSpPr>
          <p:nvPr/>
        </p:nvCxnSpPr>
        <p:spPr>
          <a:xfrm flipV="1">
            <a:off x="0" y="1064119"/>
            <a:ext cx="9090212" cy="68192"/>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0E94267F-7B74-501B-513A-8C37E3133C9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117746" y="6054329"/>
            <a:ext cx="1808820" cy="313837"/>
          </a:xfrm>
          <a:prstGeom prst="rect">
            <a:avLst/>
          </a:prstGeom>
        </p:spPr>
      </p:pic>
      <p:sp>
        <p:nvSpPr>
          <p:cNvPr id="7" name="TextBox 6">
            <a:extLst>
              <a:ext uri="{FF2B5EF4-FFF2-40B4-BE49-F238E27FC236}">
                <a16:creationId xmlns:a16="http://schemas.microsoft.com/office/drawing/2014/main" id="{C3BB1DEA-17E7-DCE7-E34F-7D760CE829A6}"/>
              </a:ext>
            </a:extLst>
          </p:cNvPr>
          <p:cNvSpPr txBox="1"/>
          <p:nvPr/>
        </p:nvSpPr>
        <p:spPr>
          <a:xfrm>
            <a:off x="134416" y="1098215"/>
            <a:ext cx="8955578" cy="4247317"/>
          </a:xfrm>
          <a:prstGeom prst="rect">
            <a:avLst/>
          </a:prstGeom>
          <a:noFill/>
        </p:spPr>
        <p:txBody>
          <a:bodyPr wrap="square" lIns="91440" tIns="45720" rIns="91440" bIns="45720" anchor="t">
            <a:spAutoFit/>
          </a:bodyPr>
          <a:lstStyle/>
          <a:p>
            <a:pPr algn="l"/>
            <a:r>
              <a:rPr lang="en-IN" b="1" dirty="0">
                <a:solidFill>
                  <a:srgbClr val="0070C1"/>
                </a:solidFill>
                <a:latin typeface="TimesNewRomanPS-BoldMT"/>
              </a:rPr>
              <a:t>Internal treatment:</a:t>
            </a:r>
          </a:p>
          <a:p>
            <a:pPr algn="l"/>
            <a:r>
              <a:rPr lang="en-US" dirty="0" err="1">
                <a:solidFill>
                  <a:srgbClr val="000000"/>
                </a:solidFill>
                <a:latin typeface="TimesNewRomanPSMT"/>
              </a:rPr>
              <a:t>i</a:t>
            </a:r>
            <a:r>
              <a:rPr lang="en-US" dirty="0">
                <a:solidFill>
                  <a:srgbClr val="000000"/>
                </a:solidFill>
                <a:latin typeface="TimesNewRomanPSMT"/>
              </a:rPr>
              <a:t>) Sludge formation can be removed by blow down operation. In this case impurities can be removed by an outlet present at the bottom of boiler.</a:t>
            </a:r>
          </a:p>
          <a:p>
            <a:pPr algn="l"/>
            <a:r>
              <a:rPr lang="en-US" dirty="0">
                <a:solidFill>
                  <a:srgbClr val="000000"/>
                </a:solidFill>
                <a:latin typeface="TimesNewRomanPSMT"/>
              </a:rPr>
              <a:t>ii) Scale formation can be prevented by internal treatment that involve addition of chemical to the boiler water either to ppt the scale forming impurities in the form of sludge so that they can be removed by blow down method or to convert them </a:t>
            </a:r>
            <a:r>
              <a:rPr lang="en-IN" dirty="0">
                <a:solidFill>
                  <a:srgbClr val="000000"/>
                </a:solidFill>
                <a:latin typeface="TimesNewRomanPSMT"/>
              </a:rPr>
              <a:t>into soluble compounds.</a:t>
            </a:r>
          </a:p>
          <a:p>
            <a:pPr algn="l"/>
            <a:endParaRPr lang="en-IN" dirty="0">
              <a:solidFill>
                <a:srgbClr val="000000"/>
              </a:solidFill>
              <a:latin typeface="TimesNewRomanPSMT"/>
            </a:endParaRPr>
          </a:p>
          <a:p>
            <a:pPr algn="l"/>
            <a:endParaRPr lang="en-IN" b="1" dirty="0">
              <a:solidFill>
                <a:srgbClr val="C10000"/>
              </a:solidFill>
              <a:latin typeface="TimesNewRomanPS-BoldMT"/>
            </a:endParaRPr>
          </a:p>
          <a:p>
            <a:pPr algn="l"/>
            <a:endParaRPr lang="en-IN" b="1" dirty="0">
              <a:solidFill>
                <a:srgbClr val="000000"/>
              </a:solidFill>
              <a:latin typeface="TimesNewRomanPS-BoldMT"/>
            </a:endParaRPr>
          </a:p>
          <a:p>
            <a:pPr algn="l"/>
            <a:r>
              <a:rPr lang="en-IN" b="1" dirty="0">
                <a:solidFill>
                  <a:srgbClr val="C10000"/>
                </a:solidFill>
                <a:latin typeface="TimesNewRomanPS-BoldMT"/>
              </a:rPr>
              <a:t>b) Phosphate treatment:</a:t>
            </a:r>
          </a:p>
          <a:p>
            <a:pPr algn="l"/>
            <a:r>
              <a:rPr lang="en-US" dirty="0">
                <a:solidFill>
                  <a:srgbClr val="000000"/>
                </a:solidFill>
                <a:latin typeface="TimesNewRomanPSMT"/>
              </a:rPr>
              <a:t>Scale formation can be removed by adding sodium phosphate, which reacts with hardness of water and form soft sludge of Ca and Mg phosphates which can be </a:t>
            </a:r>
            <a:r>
              <a:rPr lang="en-IN" dirty="0">
                <a:solidFill>
                  <a:srgbClr val="000000"/>
                </a:solidFill>
                <a:latin typeface="TimesNewRomanPSMT"/>
              </a:rPr>
              <a:t>removed by blow-down operation.</a:t>
            </a:r>
          </a:p>
          <a:p>
            <a:pPr algn="l"/>
            <a:r>
              <a:rPr lang="pl-PL" dirty="0">
                <a:solidFill>
                  <a:srgbClr val="FF0000"/>
                </a:solidFill>
                <a:latin typeface="TimesNewRomanPSMT"/>
              </a:rPr>
              <a:t>3CaCl</a:t>
            </a:r>
            <a:r>
              <a:rPr lang="pl-PL" baseline="-25000" dirty="0">
                <a:solidFill>
                  <a:srgbClr val="FF0000"/>
                </a:solidFill>
                <a:latin typeface="Times New Roman" panose="02020603050405020304" pitchFamily="18" charset="0"/>
                <a:cs typeface="Times New Roman" panose="02020603050405020304" pitchFamily="18" charset="0"/>
              </a:rPr>
              <a:t>2</a:t>
            </a:r>
            <a:r>
              <a:rPr lang="pl-PL" dirty="0">
                <a:solidFill>
                  <a:srgbClr val="FF0000"/>
                </a:solidFill>
                <a:latin typeface="TimesNewRomanPSMT"/>
              </a:rPr>
              <a:t> + 2Na</a:t>
            </a:r>
            <a:r>
              <a:rPr lang="pl-PL" baseline="-25000" dirty="0">
                <a:solidFill>
                  <a:srgbClr val="FF0000"/>
                </a:solidFill>
                <a:latin typeface="Times New Roman" panose="02020603050405020304" pitchFamily="18" charset="0"/>
                <a:cs typeface="Times New Roman" panose="02020603050405020304" pitchFamily="18" charset="0"/>
              </a:rPr>
              <a:t>3</a:t>
            </a:r>
            <a:r>
              <a:rPr lang="pl-PL" dirty="0">
                <a:solidFill>
                  <a:srgbClr val="FF0000"/>
                </a:solidFill>
                <a:latin typeface="TimesNewRomanPSMT"/>
              </a:rPr>
              <a:t>PO</a:t>
            </a:r>
            <a:r>
              <a:rPr lang="pl-PL" baseline="-25000" dirty="0">
                <a:solidFill>
                  <a:srgbClr val="FF0000"/>
                </a:solidFill>
                <a:latin typeface="Times New Roman" panose="02020603050405020304" pitchFamily="18" charset="0"/>
                <a:cs typeface="Times New Roman" panose="02020603050405020304" pitchFamily="18" charset="0"/>
              </a:rPr>
              <a:t>4</a:t>
            </a:r>
            <a:r>
              <a:rPr lang="pl-PL" dirty="0">
                <a:solidFill>
                  <a:srgbClr val="FF0000"/>
                </a:solidFill>
                <a:latin typeface="TimesNewRomanPSMT"/>
              </a:rPr>
              <a:t> </a:t>
            </a:r>
            <a:r>
              <a:rPr lang="en-US" dirty="0">
                <a:solidFill>
                  <a:srgbClr val="FF0000"/>
                </a:solidFill>
                <a:latin typeface="TimesNewRomanPSMT"/>
              </a:rPr>
              <a:t>                      </a:t>
            </a:r>
            <a:r>
              <a:rPr lang="pl-PL" dirty="0">
                <a:solidFill>
                  <a:srgbClr val="FF0000"/>
                </a:solidFill>
                <a:latin typeface="TimesNewRomanPSMT"/>
              </a:rPr>
              <a:t>Ca</a:t>
            </a:r>
            <a:r>
              <a:rPr lang="pl-PL" baseline="-25000" dirty="0">
                <a:solidFill>
                  <a:srgbClr val="FF0000"/>
                </a:solidFill>
                <a:latin typeface="Times New Roman" panose="02020603050405020304" pitchFamily="18" charset="0"/>
                <a:cs typeface="Times New Roman" panose="02020603050405020304" pitchFamily="18" charset="0"/>
              </a:rPr>
              <a:t>3</a:t>
            </a:r>
            <a:r>
              <a:rPr lang="pl-PL" dirty="0">
                <a:solidFill>
                  <a:srgbClr val="FF0000"/>
                </a:solidFill>
                <a:latin typeface="TimesNewRomanPSMT"/>
              </a:rPr>
              <a:t>(PO</a:t>
            </a:r>
            <a:r>
              <a:rPr lang="pl-PL" baseline="-25000" dirty="0">
                <a:solidFill>
                  <a:srgbClr val="FF0000"/>
                </a:solidFill>
                <a:latin typeface="Times New Roman" panose="02020603050405020304" pitchFamily="18" charset="0"/>
                <a:cs typeface="Times New Roman" panose="02020603050405020304" pitchFamily="18" charset="0"/>
              </a:rPr>
              <a:t>4</a:t>
            </a:r>
            <a:r>
              <a:rPr lang="pl-PL" dirty="0">
                <a:solidFill>
                  <a:srgbClr val="FF0000"/>
                </a:solidFill>
                <a:latin typeface="TimesNewRomanPSMT"/>
              </a:rPr>
              <a:t>)</a:t>
            </a:r>
            <a:r>
              <a:rPr lang="pl-PL" baseline="-25000" dirty="0">
                <a:solidFill>
                  <a:srgbClr val="FF0000"/>
                </a:solidFill>
                <a:latin typeface="Times New Roman" panose="02020603050405020304" pitchFamily="18" charset="0"/>
                <a:cs typeface="Times New Roman" panose="02020603050405020304" pitchFamily="18" charset="0"/>
              </a:rPr>
              <a:t>2</a:t>
            </a:r>
            <a:r>
              <a:rPr lang="pl-PL" dirty="0">
                <a:solidFill>
                  <a:srgbClr val="FF0000"/>
                </a:solidFill>
                <a:latin typeface="TimesNewRomanPSMT"/>
              </a:rPr>
              <a:t>↓ + 6NaCl</a:t>
            </a:r>
          </a:p>
          <a:p>
            <a:pPr algn="l"/>
            <a:r>
              <a:rPr lang="pl-PL" dirty="0">
                <a:solidFill>
                  <a:srgbClr val="FF0000"/>
                </a:solidFill>
                <a:latin typeface="TimesNewRomanPSMT"/>
              </a:rPr>
              <a:t>MgSO</a:t>
            </a:r>
            <a:r>
              <a:rPr lang="pl-PL" baseline="-25000" dirty="0">
                <a:solidFill>
                  <a:srgbClr val="FF0000"/>
                </a:solidFill>
                <a:latin typeface="Times New Roman" panose="02020603050405020304" pitchFamily="18" charset="0"/>
                <a:cs typeface="Times New Roman" panose="02020603050405020304" pitchFamily="18" charset="0"/>
              </a:rPr>
              <a:t>4</a:t>
            </a:r>
            <a:r>
              <a:rPr lang="pl-PL" dirty="0">
                <a:solidFill>
                  <a:srgbClr val="FF0000"/>
                </a:solidFill>
                <a:latin typeface="TimesNewRomanPSMT"/>
              </a:rPr>
              <a:t> + 2Na</a:t>
            </a:r>
            <a:r>
              <a:rPr lang="pl-PL" baseline="-25000" dirty="0">
                <a:solidFill>
                  <a:srgbClr val="FF0000"/>
                </a:solidFill>
                <a:latin typeface="Times New Roman" panose="02020603050405020304" pitchFamily="18" charset="0"/>
                <a:cs typeface="Times New Roman" panose="02020603050405020304" pitchFamily="18" charset="0"/>
              </a:rPr>
              <a:t>3</a:t>
            </a:r>
            <a:r>
              <a:rPr lang="pl-PL" dirty="0">
                <a:solidFill>
                  <a:srgbClr val="FF0000"/>
                </a:solidFill>
                <a:latin typeface="TimesNewRomanPSMT"/>
              </a:rPr>
              <a:t>PO</a:t>
            </a:r>
            <a:r>
              <a:rPr lang="pl-PL" baseline="-25000" dirty="0">
                <a:solidFill>
                  <a:srgbClr val="FF0000"/>
                </a:solidFill>
                <a:latin typeface="Times New Roman" panose="02020603050405020304" pitchFamily="18" charset="0"/>
                <a:cs typeface="Times New Roman" panose="02020603050405020304" pitchFamily="18" charset="0"/>
              </a:rPr>
              <a:t>4</a:t>
            </a:r>
            <a:r>
              <a:rPr lang="pl-PL" dirty="0">
                <a:solidFill>
                  <a:srgbClr val="FF0000"/>
                </a:solidFill>
                <a:latin typeface="TimesNewRomanPSMT"/>
              </a:rPr>
              <a:t> </a:t>
            </a:r>
            <a:r>
              <a:rPr lang="en-US" dirty="0">
                <a:solidFill>
                  <a:srgbClr val="FF0000"/>
                </a:solidFill>
                <a:latin typeface="TimesNewRomanPSMT"/>
              </a:rPr>
              <a:t>                    </a:t>
            </a:r>
            <a:r>
              <a:rPr lang="pl-PL" dirty="0">
                <a:solidFill>
                  <a:srgbClr val="FF0000"/>
                </a:solidFill>
                <a:latin typeface="TimesNewRomanPSMT"/>
              </a:rPr>
              <a:t>Mg</a:t>
            </a:r>
            <a:r>
              <a:rPr lang="pl-PL" baseline="-25000" dirty="0">
                <a:solidFill>
                  <a:srgbClr val="FF0000"/>
                </a:solidFill>
                <a:latin typeface="Times New Roman" panose="02020603050405020304" pitchFamily="18" charset="0"/>
                <a:cs typeface="Times New Roman" panose="02020603050405020304" pitchFamily="18" charset="0"/>
              </a:rPr>
              <a:t>3</a:t>
            </a:r>
            <a:r>
              <a:rPr lang="pl-PL" dirty="0">
                <a:solidFill>
                  <a:srgbClr val="FF0000"/>
                </a:solidFill>
                <a:latin typeface="TimesNewRomanPSMT"/>
              </a:rPr>
              <a:t>(PO</a:t>
            </a:r>
            <a:r>
              <a:rPr lang="pl-PL" baseline="-25000" dirty="0">
                <a:solidFill>
                  <a:srgbClr val="FF0000"/>
                </a:solidFill>
                <a:latin typeface="Times New Roman" panose="02020603050405020304" pitchFamily="18" charset="0"/>
                <a:cs typeface="Times New Roman" panose="02020603050405020304" pitchFamily="18" charset="0"/>
              </a:rPr>
              <a:t>4</a:t>
            </a:r>
            <a:r>
              <a:rPr lang="pl-PL" dirty="0">
                <a:solidFill>
                  <a:srgbClr val="FF0000"/>
                </a:solidFill>
                <a:latin typeface="TimesNewRomanPSMT"/>
              </a:rPr>
              <a:t>)</a:t>
            </a:r>
            <a:r>
              <a:rPr lang="pl-PL" baseline="-25000" dirty="0">
                <a:solidFill>
                  <a:srgbClr val="FF0000"/>
                </a:solidFill>
                <a:latin typeface="Times New Roman" panose="02020603050405020304" pitchFamily="18" charset="0"/>
                <a:cs typeface="Times New Roman" panose="02020603050405020304" pitchFamily="18" charset="0"/>
              </a:rPr>
              <a:t>2</a:t>
            </a:r>
            <a:r>
              <a:rPr lang="pl-PL" dirty="0">
                <a:solidFill>
                  <a:srgbClr val="FF0000"/>
                </a:solidFill>
                <a:latin typeface="TimesNewRomanPSMT"/>
              </a:rPr>
              <a:t>↓ + 3Na</a:t>
            </a:r>
            <a:r>
              <a:rPr lang="pl-PL" baseline="-25000" dirty="0">
                <a:solidFill>
                  <a:srgbClr val="FF0000"/>
                </a:solidFill>
                <a:latin typeface="Times New Roman" panose="02020603050405020304" pitchFamily="18" charset="0"/>
                <a:cs typeface="Times New Roman" panose="02020603050405020304" pitchFamily="18" charset="0"/>
              </a:rPr>
              <a:t>2</a:t>
            </a:r>
            <a:r>
              <a:rPr lang="pl-PL" dirty="0">
                <a:solidFill>
                  <a:srgbClr val="FF0000"/>
                </a:solidFill>
                <a:latin typeface="TimesNewRomanPSMT"/>
              </a:rPr>
              <a:t>SO</a:t>
            </a:r>
            <a:r>
              <a:rPr lang="pl-PL" baseline="-25000" dirty="0">
                <a:solidFill>
                  <a:srgbClr val="FF0000"/>
                </a:solidFill>
                <a:latin typeface="Times New Roman" panose="02020603050405020304" pitchFamily="18" charset="0"/>
                <a:cs typeface="Times New Roman" panose="02020603050405020304" pitchFamily="18" charset="0"/>
              </a:rPr>
              <a:t>4</a:t>
            </a:r>
            <a:endParaRPr lang="en-US" baseline="-25000" dirty="0">
              <a:solidFill>
                <a:srgbClr val="FF0000"/>
              </a:solidFill>
              <a:latin typeface="Times New Roman" panose="02020603050405020304" pitchFamily="18" charset="0"/>
              <a:cs typeface="Times New Roman" panose="02020603050405020304" pitchFamily="18" charset="0"/>
            </a:endParaRPr>
          </a:p>
        </p:txBody>
      </p:sp>
      <p:cxnSp>
        <p:nvCxnSpPr>
          <p:cNvPr id="9" name="Straight Arrow Connector 8">
            <a:extLst>
              <a:ext uri="{FF2B5EF4-FFF2-40B4-BE49-F238E27FC236}">
                <a16:creationId xmlns:a16="http://schemas.microsoft.com/office/drawing/2014/main" id="{D22EC0D5-2460-2F2C-7BA4-CCD9B9D28956}"/>
              </a:ext>
            </a:extLst>
          </p:cNvPr>
          <p:cNvCxnSpPr/>
          <p:nvPr/>
        </p:nvCxnSpPr>
        <p:spPr>
          <a:xfrm>
            <a:off x="2287216" y="4734917"/>
            <a:ext cx="719418"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0" name="Straight Arrow Connector 9">
            <a:extLst>
              <a:ext uri="{FF2B5EF4-FFF2-40B4-BE49-F238E27FC236}">
                <a16:creationId xmlns:a16="http://schemas.microsoft.com/office/drawing/2014/main" id="{A62B4ACD-BF84-B2D6-79EA-6279FCE41A9F}"/>
              </a:ext>
            </a:extLst>
          </p:cNvPr>
          <p:cNvCxnSpPr/>
          <p:nvPr/>
        </p:nvCxnSpPr>
        <p:spPr>
          <a:xfrm>
            <a:off x="2287216" y="5064396"/>
            <a:ext cx="719418"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831164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5A0A7FF-6A77-E645-7142-F36C0169D357}"/>
              </a:ext>
            </a:extLst>
          </p:cNvPr>
          <p:cNvPicPr>
            <a:picLocks noChangeAspect="1"/>
          </p:cNvPicPr>
          <p:nvPr/>
        </p:nvPicPr>
        <p:blipFill>
          <a:blip r:embed="rId2"/>
          <a:stretch>
            <a:fillRect/>
          </a:stretch>
        </p:blipFill>
        <p:spPr>
          <a:xfrm>
            <a:off x="90488" y="995399"/>
            <a:ext cx="8963025" cy="4862439"/>
          </a:xfrm>
          <a:prstGeom prst="rect">
            <a:avLst/>
          </a:prstGeom>
          <a:noFill/>
        </p:spPr>
      </p:pic>
    </p:spTree>
    <p:extLst>
      <p:ext uri="{BB962C8B-B14F-4D97-AF65-F5344CB8AC3E}">
        <p14:creationId xmlns:p14="http://schemas.microsoft.com/office/powerpoint/2010/main" val="35896007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93BF8643-D939-66FB-C898-C3450DBBFC69}"/>
              </a:ext>
            </a:extLst>
          </p:cNvPr>
          <p:cNvPicPr>
            <a:picLocks noGrp="1" noChangeAspect="1"/>
          </p:cNvPicPr>
          <p:nvPr>
            <p:ph idx="1"/>
          </p:nvPr>
        </p:nvPicPr>
        <p:blipFill>
          <a:blip r:embed="rId2"/>
          <a:stretch>
            <a:fillRect/>
          </a:stretch>
        </p:blipFill>
        <p:spPr>
          <a:xfrm>
            <a:off x="90488" y="1096232"/>
            <a:ext cx="8963025" cy="4660773"/>
          </a:xfrm>
          <a:prstGeom prst="rect">
            <a:avLst/>
          </a:prstGeom>
          <a:noFill/>
        </p:spPr>
      </p:pic>
    </p:spTree>
    <p:extLst>
      <p:ext uri="{BB962C8B-B14F-4D97-AF65-F5344CB8AC3E}">
        <p14:creationId xmlns:p14="http://schemas.microsoft.com/office/powerpoint/2010/main" val="91763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text on a white background&#10;&#10;AI-generated content may be incorrect.">
            <a:extLst>
              <a:ext uri="{FF2B5EF4-FFF2-40B4-BE49-F238E27FC236}">
                <a16:creationId xmlns:a16="http://schemas.microsoft.com/office/drawing/2014/main" id="{610B1F7B-96F9-77F9-8C10-17A877A5CCAE}"/>
              </a:ext>
            </a:extLst>
          </p:cNvPr>
          <p:cNvPicPr>
            <a:picLocks noGrp="1" noChangeAspect="1"/>
          </p:cNvPicPr>
          <p:nvPr>
            <p:ph idx="1"/>
          </p:nvPr>
        </p:nvPicPr>
        <p:blipFill>
          <a:blip r:embed="rId2"/>
          <a:stretch>
            <a:fillRect/>
          </a:stretch>
        </p:blipFill>
        <p:spPr>
          <a:xfrm>
            <a:off x="90488" y="1779664"/>
            <a:ext cx="8963025" cy="3293910"/>
          </a:xfrm>
          <a:prstGeom prst="rect">
            <a:avLst/>
          </a:prstGeom>
          <a:noFill/>
        </p:spPr>
      </p:pic>
    </p:spTree>
    <p:extLst>
      <p:ext uri="{BB962C8B-B14F-4D97-AF65-F5344CB8AC3E}">
        <p14:creationId xmlns:p14="http://schemas.microsoft.com/office/powerpoint/2010/main" val="15038332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5A82AA8B-848E-86A7-6D6C-48BE7BD4D3A0}"/>
              </a:ext>
            </a:extLst>
          </p:cNvPr>
          <p:cNvPicPr>
            <a:picLocks noGrp="1" noChangeAspect="1"/>
          </p:cNvPicPr>
          <p:nvPr>
            <p:ph idx="1"/>
          </p:nvPr>
        </p:nvPicPr>
        <p:blipFill>
          <a:blip r:embed="rId2"/>
          <a:stretch>
            <a:fillRect/>
          </a:stretch>
        </p:blipFill>
        <p:spPr>
          <a:xfrm>
            <a:off x="90488" y="928176"/>
            <a:ext cx="8963025" cy="4996885"/>
          </a:xfrm>
          <a:prstGeom prst="rect">
            <a:avLst/>
          </a:prstGeom>
          <a:noFill/>
        </p:spPr>
      </p:pic>
    </p:spTree>
    <p:extLst>
      <p:ext uri="{BB962C8B-B14F-4D97-AF65-F5344CB8AC3E}">
        <p14:creationId xmlns:p14="http://schemas.microsoft.com/office/powerpoint/2010/main" val="40243849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diagram of a chemical reaction&#10;&#10;AI-generated content may be incorrect.">
            <a:extLst>
              <a:ext uri="{FF2B5EF4-FFF2-40B4-BE49-F238E27FC236}">
                <a16:creationId xmlns:a16="http://schemas.microsoft.com/office/drawing/2014/main" id="{9D7D3F09-4B5C-F020-CEAA-B969803F74EE}"/>
              </a:ext>
            </a:extLst>
          </p:cNvPr>
          <p:cNvPicPr>
            <a:picLocks noGrp="1" noChangeAspect="1"/>
          </p:cNvPicPr>
          <p:nvPr>
            <p:ph idx="1"/>
          </p:nvPr>
        </p:nvPicPr>
        <p:blipFill>
          <a:blip r:embed="rId2"/>
          <a:stretch>
            <a:fillRect/>
          </a:stretch>
        </p:blipFill>
        <p:spPr>
          <a:xfrm>
            <a:off x="181928" y="794516"/>
            <a:ext cx="8963025" cy="2173533"/>
          </a:xfrm>
          <a:prstGeom prst="rect">
            <a:avLst/>
          </a:prstGeom>
          <a:noFill/>
        </p:spPr>
      </p:pic>
      <p:pic>
        <p:nvPicPr>
          <p:cNvPr id="5" name="Picture 4">
            <a:extLst>
              <a:ext uri="{FF2B5EF4-FFF2-40B4-BE49-F238E27FC236}">
                <a16:creationId xmlns:a16="http://schemas.microsoft.com/office/drawing/2014/main" id="{73828B2C-BC8B-DD2D-4778-F4CEB717CDFD}"/>
              </a:ext>
            </a:extLst>
          </p:cNvPr>
          <p:cNvPicPr>
            <a:picLocks noChangeAspect="1"/>
          </p:cNvPicPr>
          <p:nvPr/>
        </p:nvPicPr>
        <p:blipFill>
          <a:blip r:embed="rId3"/>
          <a:stretch>
            <a:fillRect/>
          </a:stretch>
        </p:blipFill>
        <p:spPr>
          <a:xfrm>
            <a:off x="186881" y="3430905"/>
            <a:ext cx="8953119" cy="2647950"/>
          </a:xfrm>
          <a:prstGeom prst="rect">
            <a:avLst/>
          </a:prstGeom>
        </p:spPr>
      </p:pic>
    </p:spTree>
    <p:extLst>
      <p:ext uri="{BB962C8B-B14F-4D97-AF65-F5344CB8AC3E}">
        <p14:creationId xmlns:p14="http://schemas.microsoft.com/office/powerpoint/2010/main" val="37390387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E5595855-0167-72E0-677D-A78F7F750F0A}"/>
              </a:ext>
            </a:extLst>
          </p:cNvPr>
          <p:cNvPicPr>
            <a:picLocks noGrp="1" noChangeAspect="1"/>
          </p:cNvPicPr>
          <p:nvPr>
            <p:ph idx="1"/>
          </p:nvPr>
        </p:nvPicPr>
        <p:blipFill>
          <a:blip r:embed="rId2"/>
          <a:stretch>
            <a:fillRect/>
          </a:stretch>
        </p:blipFill>
        <p:spPr>
          <a:xfrm>
            <a:off x="90488" y="276870"/>
            <a:ext cx="8963025" cy="5041700"/>
          </a:xfrm>
          <a:prstGeom prst="rect">
            <a:avLst/>
          </a:prstGeom>
          <a:noFill/>
        </p:spPr>
      </p:pic>
      <p:sp>
        <p:nvSpPr>
          <p:cNvPr id="5" name="TextBox 4">
            <a:extLst>
              <a:ext uri="{FF2B5EF4-FFF2-40B4-BE49-F238E27FC236}">
                <a16:creationId xmlns:a16="http://schemas.microsoft.com/office/drawing/2014/main" id="{9E011975-A4A2-53B4-F65F-99204FBC00E9}"/>
              </a:ext>
            </a:extLst>
          </p:cNvPr>
          <p:cNvSpPr txBox="1"/>
          <p:nvPr/>
        </p:nvSpPr>
        <p:spPr>
          <a:xfrm>
            <a:off x="165711" y="5067134"/>
            <a:ext cx="8812579" cy="13747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ts val="2025"/>
              </a:lnSpc>
            </a:pPr>
            <a:r>
              <a:rPr lang="en-US" dirty="0">
                <a:latin typeface="TimesNewRomanPSMT"/>
                <a:cs typeface="Segoe UI"/>
              </a:rPr>
              <a:t>Scale formation can be removed by adding sodium phosphate, which reacts with hardness of water and form soft sludge of Ca and Mg phosphates which can be </a:t>
            </a:r>
            <a:r>
              <a:rPr lang="en-IN" dirty="0">
                <a:latin typeface="TimesNewRomanPSMT"/>
                <a:cs typeface="Segoe UI"/>
              </a:rPr>
              <a:t>removed by blow-down operation.</a:t>
            </a:r>
            <a:r>
              <a:rPr lang="en-US" dirty="0">
                <a:latin typeface="TimesNewRomanPSMT"/>
                <a:cs typeface="Segoe UI"/>
              </a:rPr>
              <a:t>​</a:t>
            </a:r>
          </a:p>
          <a:p>
            <a:pPr>
              <a:lnSpc>
                <a:spcPts val="2025"/>
              </a:lnSpc>
            </a:pPr>
            <a:r>
              <a:rPr lang="pl-PL" dirty="0">
                <a:solidFill>
                  <a:srgbClr val="FF0000"/>
                </a:solidFill>
                <a:latin typeface="TimesNewRomanPSMT"/>
                <a:cs typeface="Segoe UI"/>
              </a:rPr>
              <a:t>3CaCl</a:t>
            </a:r>
            <a:r>
              <a:rPr lang="pl-PL" sz="1200" baseline="-25000" dirty="0">
                <a:solidFill>
                  <a:srgbClr val="FF0000"/>
                </a:solidFill>
                <a:latin typeface="Times New Roman"/>
                <a:cs typeface="Segoe UI"/>
              </a:rPr>
              <a:t>2</a:t>
            </a:r>
            <a:r>
              <a:rPr lang="pl-PL" dirty="0">
                <a:solidFill>
                  <a:srgbClr val="FF0000"/>
                </a:solidFill>
                <a:latin typeface="TimesNewRomanPSMT"/>
                <a:cs typeface="Segoe UI"/>
              </a:rPr>
              <a:t> + 2Na</a:t>
            </a:r>
            <a:r>
              <a:rPr lang="pl-PL" sz="1200" baseline="-25000" dirty="0">
                <a:solidFill>
                  <a:srgbClr val="FF0000"/>
                </a:solidFill>
                <a:latin typeface="Times New Roman"/>
                <a:cs typeface="Segoe UI"/>
              </a:rPr>
              <a:t>3</a:t>
            </a:r>
            <a:r>
              <a:rPr lang="pl-PL" dirty="0">
                <a:solidFill>
                  <a:srgbClr val="FF0000"/>
                </a:solidFill>
                <a:latin typeface="TimesNewRomanPSMT"/>
                <a:cs typeface="Segoe UI"/>
              </a:rPr>
              <a:t>PO</a:t>
            </a:r>
            <a:r>
              <a:rPr lang="pl-PL" sz="1200" baseline="-25000" dirty="0">
                <a:solidFill>
                  <a:srgbClr val="FF0000"/>
                </a:solidFill>
                <a:latin typeface="Times New Roman"/>
                <a:cs typeface="Segoe UI"/>
              </a:rPr>
              <a:t>4       </a:t>
            </a:r>
            <a:r>
              <a:rPr lang="pl-PL" dirty="0">
                <a:solidFill>
                  <a:srgbClr val="FF0000"/>
                </a:solidFill>
                <a:latin typeface="TimesNewRomanPSMT"/>
                <a:cs typeface="Segoe UI"/>
              </a:rPr>
              <a:t>            Ca</a:t>
            </a:r>
            <a:r>
              <a:rPr lang="pl-PL" sz="1200" baseline="-25000" dirty="0">
                <a:solidFill>
                  <a:srgbClr val="FF0000"/>
                </a:solidFill>
                <a:latin typeface="Times New Roman"/>
                <a:cs typeface="Segoe UI"/>
              </a:rPr>
              <a:t>3</a:t>
            </a:r>
            <a:r>
              <a:rPr lang="pl-PL" dirty="0">
                <a:solidFill>
                  <a:srgbClr val="FF0000"/>
                </a:solidFill>
                <a:latin typeface="TimesNewRomanPSMT"/>
                <a:cs typeface="Segoe UI"/>
              </a:rPr>
              <a:t>(PO</a:t>
            </a:r>
            <a:r>
              <a:rPr lang="pl-PL" sz="1200" baseline="-25000" dirty="0">
                <a:solidFill>
                  <a:srgbClr val="FF0000"/>
                </a:solidFill>
                <a:latin typeface="Times New Roman"/>
                <a:cs typeface="Segoe UI"/>
              </a:rPr>
              <a:t>4</a:t>
            </a:r>
            <a:r>
              <a:rPr lang="pl-PL" dirty="0">
                <a:solidFill>
                  <a:srgbClr val="FF0000"/>
                </a:solidFill>
                <a:latin typeface="TimesNewRomanPSMT"/>
                <a:cs typeface="Segoe UI"/>
              </a:rPr>
              <a:t>)</a:t>
            </a:r>
            <a:r>
              <a:rPr lang="pl-PL" sz="1200" baseline="-25000" dirty="0">
                <a:solidFill>
                  <a:srgbClr val="FF0000"/>
                </a:solidFill>
                <a:latin typeface="Times New Roman"/>
                <a:cs typeface="Segoe UI"/>
              </a:rPr>
              <a:t>2</a:t>
            </a:r>
            <a:r>
              <a:rPr lang="pl-PL" dirty="0">
                <a:solidFill>
                  <a:srgbClr val="FF0000"/>
                </a:solidFill>
                <a:latin typeface="TimesNewRomanPSMT"/>
                <a:cs typeface="Segoe UI"/>
              </a:rPr>
              <a:t>↓ + 6NaCl</a:t>
            </a:r>
            <a:r>
              <a:rPr lang="en-US" dirty="0">
                <a:latin typeface="TimesNewRomanPSMT"/>
                <a:cs typeface="Segoe UI"/>
              </a:rPr>
              <a:t>​</a:t>
            </a:r>
          </a:p>
          <a:p>
            <a:pPr>
              <a:lnSpc>
                <a:spcPts val="2025"/>
              </a:lnSpc>
            </a:pPr>
            <a:r>
              <a:rPr lang="pl-PL" dirty="0">
                <a:solidFill>
                  <a:srgbClr val="FF0000"/>
                </a:solidFill>
                <a:latin typeface="TimesNewRomanPSMT"/>
                <a:cs typeface="Segoe UI"/>
              </a:rPr>
              <a:t>MgSO</a:t>
            </a:r>
            <a:r>
              <a:rPr lang="pl-PL" sz="1200" baseline="-25000" dirty="0">
                <a:solidFill>
                  <a:srgbClr val="FF0000"/>
                </a:solidFill>
                <a:latin typeface="Times New Roman"/>
                <a:cs typeface="Segoe UI"/>
              </a:rPr>
              <a:t>4</a:t>
            </a:r>
            <a:r>
              <a:rPr lang="pl-PL" dirty="0">
                <a:solidFill>
                  <a:srgbClr val="FF0000"/>
                </a:solidFill>
                <a:latin typeface="TimesNewRomanPSMT"/>
                <a:cs typeface="Segoe UI"/>
              </a:rPr>
              <a:t> + 2Na</a:t>
            </a:r>
            <a:r>
              <a:rPr lang="pl-PL" sz="1200" baseline="-25000" dirty="0">
                <a:solidFill>
                  <a:srgbClr val="FF0000"/>
                </a:solidFill>
                <a:latin typeface="Times New Roman"/>
                <a:cs typeface="Segoe UI"/>
              </a:rPr>
              <a:t>3</a:t>
            </a:r>
            <a:r>
              <a:rPr lang="pl-PL" dirty="0">
                <a:solidFill>
                  <a:srgbClr val="FF0000"/>
                </a:solidFill>
                <a:latin typeface="TimesNewRomanPSMT"/>
                <a:cs typeface="Segoe UI"/>
              </a:rPr>
              <a:t>PO</a:t>
            </a:r>
            <a:r>
              <a:rPr lang="pl-PL" sz="1200" baseline="-25000" dirty="0">
                <a:solidFill>
                  <a:srgbClr val="FF0000"/>
                </a:solidFill>
                <a:latin typeface="Times New Roman"/>
                <a:cs typeface="Segoe UI"/>
              </a:rPr>
              <a:t>4       </a:t>
            </a:r>
            <a:r>
              <a:rPr lang="pl-PL" dirty="0">
                <a:solidFill>
                  <a:srgbClr val="FF0000"/>
                </a:solidFill>
                <a:latin typeface="TimesNewRomanPSMT"/>
                <a:cs typeface="Segoe UI"/>
              </a:rPr>
              <a:t>           Mg</a:t>
            </a:r>
            <a:r>
              <a:rPr lang="pl-PL" sz="1200" baseline="-25000" dirty="0">
                <a:solidFill>
                  <a:srgbClr val="FF0000"/>
                </a:solidFill>
                <a:latin typeface="Times New Roman"/>
                <a:cs typeface="Segoe UI"/>
              </a:rPr>
              <a:t>3</a:t>
            </a:r>
            <a:r>
              <a:rPr lang="pl-PL" dirty="0">
                <a:solidFill>
                  <a:srgbClr val="FF0000"/>
                </a:solidFill>
                <a:latin typeface="TimesNewRomanPSMT"/>
                <a:cs typeface="Segoe UI"/>
              </a:rPr>
              <a:t>(PO</a:t>
            </a:r>
            <a:r>
              <a:rPr lang="pl-PL" sz="1200" baseline="-25000" dirty="0">
                <a:solidFill>
                  <a:srgbClr val="FF0000"/>
                </a:solidFill>
                <a:latin typeface="Times New Roman"/>
                <a:cs typeface="Segoe UI"/>
              </a:rPr>
              <a:t>4</a:t>
            </a:r>
            <a:r>
              <a:rPr lang="pl-PL" dirty="0">
                <a:solidFill>
                  <a:srgbClr val="FF0000"/>
                </a:solidFill>
                <a:latin typeface="TimesNewRomanPSMT"/>
                <a:cs typeface="Segoe UI"/>
              </a:rPr>
              <a:t>)</a:t>
            </a:r>
            <a:r>
              <a:rPr lang="pl-PL" sz="1200" baseline="-25000" dirty="0">
                <a:solidFill>
                  <a:srgbClr val="FF0000"/>
                </a:solidFill>
                <a:latin typeface="Times New Roman"/>
                <a:cs typeface="Segoe UI"/>
              </a:rPr>
              <a:t>2</a:t>
            </a:r>
            <a:r>
              <a:rPr lang="pl-PL" dirty="0">
                <a:solidFill>
                  <a:srgbClr val="FF0000"/>
                </a:solidFill>
                <a:latin typeface="TimesNewRomanPSMT"/>
                <a:cs typeface="Segoe UI"/>
              </a:rPr>
              <a:t>↓ + 3Na</a:t>
            </a:r>
            <a:r>
              <a:rPr lang="pl-PL" sz="1200" baseline="-25000" dirty="0">
                <a:solidFill>
                  <a:srgbClr val="FF0000"/>
                </a:solidFill>
                <a:latin typeface="Times New Roman"/>
                <a:cs typeface="Segoe UI"/>
              </a:rPr>
              <a:t>2</a:t>
            </a:r>
            <a:r>
              <a:rPr lang="pl-PL" dirty="0">
                <a:solidFill>
                  <a:srgbClr val="FF0000"/>
                </a:solidFill>
                <a:latin typeface="TimesNewRomanPSMT"/>
                <a:cs typeface="Segoe UI"/>
              </a:rPr>
              <a:t>SO</a:t>
            </a:r>
            <a:r>
              <a:rPr lang="pl-PL" sz="1200" baseline="-25000" dirty="0">
                <a:solidFill>
                  <a:srgbClr val="FF0000"/>
                </a:solidFill>
                <a:latin typeface="Times New Roman"/>
                <a:cs typeface="Segoe UI"/>
              </a:rPr>
              <a:t>4</a:t>
            </a:r>
          </a:p>
        </p:txBody>
      </p:sp>
      <p:cxnSp>
        <p:nvCxnSpPr>
          <p:cNvPr id="7" name="Straight Arrow Connector 6">
            <a:extLst>
              <a:ext uri="{FF2B5EF4-FFF2-40B4-BE49-F238E27FC236}">
                <a16:creationId xmlns:a16="http://schemas.microsoft.com/office/drawing/2014/main" id="{C80C9780-50EC-E18C-0AE8-32C65DC4BD79}"/>
              </a:ext>
            </a:extLst>
          </p:cNvPr>
          <p:cNvCxnSpPr/>
          <p:nvPr/>
        </p:nvCxnSpPr>
        <p:spPr>
          <a:xfrm>
            <a:off x="2127495" y="6062594"/>
            <a:ext cx="719418"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9" name="Straight Arrow Connector 8">
            <a:extLst>
              <a:ext uri="{FF2B5EF4-FFF2-40B4-BE49-F238E27FC236}">
                <a16:creationId xmlns:a16="http://schemas.microsoft.com/office/drawing/2014/main" id="{0D377348-08D4-FB93-F512-66F968CDDE32}"/>
              </a:ext>
            </a:extLst>
          </p:cNvPr>
          <p:cNvCxnSpPr/>
          <p:nvPr/>
        </p:nvCxnSpPr>
        <p:spPr>
          <a:xfrm>
            <a:off x="2127495" y="6392073"/>
            <a:ext cx="719418"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4521676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75612B9F-22B8-BF35-069A-C08D249B433D}"/>
              </a:ext>
            </a:extLst>
          </p:cNvPr>
          <p:cNvPicPr>
            <a:picLocks noGrp="1" noChangeAspect="1"/>
          </p:cNvPicPr>
          <p:nvPr>
            <p:ph idx="1"/>
          </p:nvPr>
        </p:nvPicPr>
        <p:blipFill>
          <a:blip r:embed="rId2"/>
          <a:stretch>
            <a:fillRect/>
          </a:stretch>
        </p:blipFill>
        <p:spPr>
          <a:xfrm>
            <a:off x="580424" y="373063"/>
            <a:ext cx="7983152" cy="6107112"/>
          </a:xfrm>
          <a:prstGeom prst="rect">
            <a:avLst/>
          </a:prstGeom>
          <a:noFill/>
        </p:spPr>
      </p:pic>
    </p:spTree>
    <p:extLst>
      <p:ext uri="{BB962C8B-B14F-4D97-AF65-F5344CB8AC3E}">
        <p14:creationId xmlns:p14="http://schemas.microsoft.com/office/powerpoint/2010/main" val="9040365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E0F437D7-B9B4-1496-F174-3E6B545B39BB}"/>
              </a:ext>
            </a:extLst>
          </p:cNvPr>
          <p:cNvPicPr>
            <a:picLocks noGrp="1" noChangeAspect="1"/>
          </p:cNvPicPr>
          <p:nvPr>
            <p:ph idx="1"/>
          </p:nvPr>
        </p:nvPicPr>
        <p:blipFill>
          <a:blip r:embed="rId2"/>
          <a:stretch>
            <a:fillRect/>
          </a:stretch>
        </p:blipFill>
        <p:spPr>
          <a:xfrm>
            <a:off x="90488" y="961788"/>
            <a:ext cx="8963025" cy="4929662"/>
          </a:xfrm>
          <a:prstGeom prst="rect">
            <a:avLst/>
          </a:prstGeom>
          <a:noFill/>
        </p:spPr>
      </p:pic>
    </p:spTree>
    <p:extLst>
      <p:ext uri="{BB962C8B-B14F-4D97-AF65-F5344CB8AC3E}">
        <p14:creationId xmlns:p14="http://schemas.microsoft.com/office/powerpoint/2010/main" val="33224606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92335F2A-9473-70F5-F6C9-9B0F34E4135F}"/>
              </a:ext>
            </a:extLst>
          </p:cNvPr>
          <p:cNvPicPr>
            <a:picLocks noGrp="1" noChangeAspect="1"/>
          </p:cNvPicPr>
          <p:nvPr>
            <p:ph idx="1"/>
          </p:nvPr>
        </p:nvPicPr>
        <p:blipFill>
          <a:blip r:embed="rId2"/>
          <a:stretch>
            <a:fillRect/>
          </a:stretch>
        </p:blipFill>
        <p:spPr>
          <a:xfrm>
            <a:off x="90488" y="315790"/>
            <a:ext cx="8963025" cy="5243369"/>
          </a:xfrm>
          <a:prstGeom prst="rect">
            <a:avLst/>
          </a:prstGeom>
          <a:noFill/>
        </p:spPr>
      </p:pic>
      <p:sp>
        <p:nvSpPr>
          <p:cNvPr id="6" name="TextBox 5">
            <a:extLst>
              <a:ext uri="{FF2B5EF4-FFF2-40B4-BE49-F238E27FC236}">
                <a16:creationId xmlns:a16="http://schemas.microsoft.com/office/drawing/2014/main" id="{70390EF7-3261-9F23-F112-2C8CF757AF42}"/>
              </a:ext>
            </a:extLst>
          </p:cNvPr>
          <p:cNvSpPr txBox="1"/>
          <p:nvPr/>
        </p:nvSpPr>
        <p:spPr>
          <a:xfrm>
            <a:off x="315448" y="5176941"/>
            <a:ext cx="8742701" cy="159530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indent="-228600">
              <a:buFont typeface=""/>
              <a:buChar char="•"/>
            </a:pPr>
            <a:endParaRPr lang="en-IN">
              <a:latin typeface="Arial"/>
              <a:cs typeface="Arial"/>
            </a:endParaRPr>
          </a:p>
          <a:p>
            <a:pPr marL="228600" indent="-228600">
              <a:lnSpc>
                <a:spcPts val="2025"/>
              </a:lnSpc>
              <a:buFont typeface=""/>
              <a:buChar char="•"/>
            </a:pPr>
            <a:r>
              <a:rPr lang="en-US" dirty="0">
                <a:latin typeface="Segoe UI"/>
                <a:cs typeface="Arial"/>
              </a:rPr>
              <a:t>Calgon is sodium meta </a:t>
            </a:r>
            <a:r>
              <a:rPr lang="en-US" dirty="0" err="1">
                <a:latin typeface="Segoe UI"/>
                <a:cs typeface="Arial"/>
              </a:rPr>
              <a:t>hexaphoaphate</a:t>
            </a:r>
            <a:r>
              <a:rPr lang="en-US" dirty="0">
                <a:latin typeface="Segoe UI"/>
                <a:cs typeface="Arial"/>
              </a:rPr>
              <a:t>, which can be used to covert CaSO4 into​ </a:t>
            </a:r>
            <a:r>
              <a:rPr lang="en-IN" dirty="0">
                <a:latin typeface="Segoe UI"/>
                <a:cs typeface="Arial"/>
              </a:rPr>
              <a:t>soluble complex.</a:t>
            </a:r>
            <a:r>
              <a:rPr lang="en-US" dirty="0">
                <a:latin typeface="Segoe UI"/>
                <a:cs typeface="Arial"/>
              </a:rPr>
              <a:t>​</a:t>
            </a:r>
          </a:p>
          <a:p>
            <a:pPr marL="228600" indent="-228600">
              <a:lnSpc>
                <a:spcPts val="1350"/>
              </a:lnSpc>
              <a:buFont typeface=""/>
              <a:buChar char="•"/>
            </a:pPr>
            <a:r>
              <a:rPr lang="pl-PL" sz="2000" dirty="0">
                <a:solidFill>
                  <a:srgbClr val="FF0000"/>
                </a:solidFill>
                <a:latin typeface="Segoe UI"/>
                <a:cs typeface="Arial"/>
              </a:rPr>
              <a:t>Na</a:t>
            </a:r>
            <a:r>
              <a:rPr lang="pl-PL" sz="2000" baseline="-25000" dirty="0">
                <a:solidFill>
                  <a:srgbClr val="FF0000"/>
                </a:solidFill>
                <a:latin typeface="Times New Roman"/>
                <a:cs typeface="Arial"/>
              </a:rPr>
              <a:t>2</a:t>
            </a:r>
            <a:r>
              <a:rPr lang="pl-PL" sz="2000" dirty="0">
                <a:solidFill>
                  <a:srgbClr val="FF0000"/>
                </a:solidFill>
                <a:latin typeface="Segoe UI"/>
                <a:cs typeface="Arial"/>
              </a:rPr>
              <a:t>[Na</a:t>
            </a:r>
            <a:r>
              <a:rPr lang="pl-PL" sz="2000" baseline="-25000" dirty="0">
                <a:solidFill>
                  <a:srgbClr val="FF0000"/>
                </a:solidFill>
                <a:latin typeface="Times New Roman"/>
                <a:cs typeface="Arial"/>
              </a:rPr>
              <a:t>4</a:t>
            </a:r>
            <a:r>
              <a:rPr lang="pl-PL" sz="2000" dirty="0">
                <a:solidFill>
                  <a:srgbClr val="FF0000"/>
                </a:solidFill>
                <a:latin typeface="Segoe UI"/>
                <a:cs typeface="Arial"/>
              </a:rPr>
              <a:t>(PO</a:t>
            </a:r>
            <a:r>
              <a:rPr lang="pl-PL" sz="2000" baseline="-25000" dirty="0">
                <a:solidFill>
                  <a:srgbClr val="FF0000"/>
                </a:solidFill>
                <a:latin typeface="Times New Roman"/>
                <a:cs typeface="Arial"/>
              </a:rPr>
              <a:t>3</a:t>
            </a:r>
            <a:r>
              <a:rPr lang="pl-PL" sz="2000" dirty="0">
                <a:solidFill>
                  <a:srgbClr val="FF0000"/>
                </a:solidFill>
                <a:latin typeface="Segoe UI"/>
                <a:cs typeface="Arial"/>
              </a:rPr>
              <a:t>)</a:t>
            </a:r>
            <a:r>
              <a:rPr lang="pl-PL" sz="2000" baseline="-25000" dirty="0">
                <a:solidFill>
                  <a:srgbClr val="FF0000"/>
                </a:solidFill>
                <a:latin typeface="Times New Roman"/>
                <a:cs typeface="Arial"/>
              </a:rPr>
              <a:t>6</a:t>
            </a:r>
            <a:r>
              <a:rPr lang="pl-PL" sz="2000" dirty="0">
                <a:solidFill>
                  <a:srgbClr val="FF0000"/>
                </a:solidFill>
                <a:latin typeface="Segoe UI"/>
                <a:cs typeface="Arial"/>
              </a:rPr>
              <a:t>] + 2CaSO</a:t>
            </a:r>
            <a:r>
              <a:rPr lang="pl-PL" sz="2000" baseline="-25000" dirty="0">
                <a:solidFill>
                  <a:srgbClr val="FF0000"/>
                </a:solidFill>
                <a:latin typeface="Times New Roman"/>
                <a:cs typeface="Arial"/>
              </a:rPr>
              <a:t>4</a:t>
            </a:r>
            <a:r>
              <a:rPr lang="pl-PL" sz="2000" dirty="0">
                <a:solidFill>
                  <a:srgbClr val="FF0000"/>
                </a:solidFill>
                <a:latin typeface="Segoe UI"/>
                <a:cs typeface="Arial"/>
              </a:rPr>
              <a:t>            Na</a:t>
            </a:r>
            <a:r>
              <a:rPr lang="pl-PL" sz="2000" baseline="-25000" dirty="0">
                <a:solidFill>
                  <a:srgbClr val="FF0000"/>
                </a:solidFill>
                <a:latin typeface="Times New Roman"/>
                <a:cs typeface="Arial"/>
              </a:rPr>
              <a:t>2</a:t>
            </a:r>
            <a:r>
              <a:rPr lang="pl-PL" sz="2000" dirty="0">
                <a:solidFill>
                  <a:srgbClr val="FF0000"/>
                </a:solidFill>
                <a:latin typeface="Segoe UI"/>
                <a:cs typeface="Arial"/>
              </a:rPr>
              <a:t>[Ca</a:t>
            </a:r>
            <a:r>
              <a:rPr lang="pl-PL" sz="2000" baseline="-25000" dirty="0">
                <a:solidFill>
                  <a:srgbClr val="FF0000"/>
                </a:solidFill>
                <a:latin typeface="Times New Roman"/>
                <a:cs typeface="Arial"/>
              </a:rPr>
              <a:t>2</a:t>
            </a:r>
            <a:r>
              <a:rPr lang="pl-PL" sz="2000" dirty="0">
                <a:solidFill>
                  <a:srgbClr val="FF0000"/>
                </a:solidFill>
                <a:latin typeface="Segoe UI"/>
                <a:cs typeface="Arial"/>
              </a:rPr>
              <a:t>(PO</a:t>
            </a:r>
            <a:r>
              <a:rPr lang="pl-PL" sz="2000" baseline="-25000" dirty="0">
                <a:solidFill>
                  <a:srgbClr val="FF0000"/>
                </a:solidFill>
                <a:latin typeface="Times New Roman"/>
                <a:cs typeface="Arial"/>
              </a:rPr>
              <a:t>3</a:t>
            </a:r>
            <a:r>
              <a:rPr lang="pl-PL" sz="2000" dirty="0">
                <a:solidFill>
                  <a:srgbClr val="FF0000"/>
                </a:solidFill>
                <a:latin typeface="Segoe UI"/>
                <a:cs typeface="Arial"/>
              </a:rPr>
              <a:t>)</a:t>
            </a:r>
            <a:r>
              <a:rPr lang="pl-PL" sz="2000" baseline="-25000" dirty="0">
                <a:solidFill>
                  <a:srgbClr val="FF0000"/>
                </a:solidFill>
                <a:latin typeface="Times New Roman"/>
                <a:cs typeface="Arial"/>
              </a:rPr>
              <a:t>6</a:t>
            </a:r>
            <a:r>
              <a:rPr lang="pl-PL" sz="2000" dirty="0">
                <a:solidFill>
                  <a:srgbClr val="FF0000"/>
                </a:solidFill>
                <a:latin typeface="Segoe UI"/>
                <a:cs typeface="Arial"/>
              </a:rPr>
              <a:t>] + 2Na</a:t>
            </a:r>
            <a:r>
              <a:rPr lang="pl-PL" sz="2000" baseline="-25000" dirty="0">
                <a:solidFill>
                  <a:srgbClr val="FF0000"/>
                </a:solidFill>
                <a:latin typeface="Times New Roman"/>
                <a:cs typeface="Arial"/>
              </a:rPr>
              <a:t>2</a:t>
            </a:r>
            <a:r>
              <a:rPr lang="pl-PL" sz="2000" dirty="0">
                <a:solidFill>
                  <a:srgbClr val="FF0000"/>
                </a:solidFill>
                <a:latin typeface="Segoe UI"/>
                <a:cs typeface="Arial"/>
              </a:rPr>
              <a:t>SO</a:t>
            </a:r>
            <a:r>
              <a:rPr lang="pl-PL" sz="2000" baseline="-25000" dirty="0">
                <a:solidFill>
                  <a:srgbClr val="FF0000"/>
                </a:solidFill>
                <a:latin typeface="Times New Roman"/>
                <a:cs typeface="Arial"/>
              </a:rPr>
              <a:t>4</a:t>
            </a:r>
            <a:r>
              <a:rPr lang="en-GB" sz="2000" dirty="0">
                <a:latin typeface="Times New Roman"/>
                <a:cs typeface="Arial"/>
              </a:rPr>
              <a:t>​</a:t>
            </a:r>
          </a:p>
          <a:p>
            <a:pPr marL="228600" indent="-228600">
              <a:lnSpc>
                <a:spcPts val="2025"/>
              </a:lnSpc>
              <a:buFont typeface=""/>
              <a:buChar char="•"/>
            </a:pPr>
            <a:r>
              <a:rPr lang="en-IN" b="1" dirty="0">
                <a:latin typeface="Segoe UI"/>
                <a:cs typeface="Arial"/>
              </a:rPr>
              <a:t>Calgon soluble</a:t>
            </a:r>
            <a:r>
              <a:rPr lang="en-US" dirty="0">
                <a:latin typeface="Segoe UI"/>
                <a:cs typeface="Arial"/>
              </a:rPr>
              <a:t>​</a:t>
            </a:r>
          </a:p>
          <a:p>
            <a:pPr marL="228600" indent="-228600">
              <a:buFont typeface=""/>
              <a:buChar char="•"/>
            </a:pPr>
            <a:endParaRPr lang="en-GB">
              <a:latin typeface="Arial"/>
              <a:cs typeface="Arial"/>
            </a:endParaRPr>
          </a:p>
        </p:txBody>
      </p:sp>
      <p:cxnSp>
        <p:nvCxnSpPr>
          <p:cNvPr id="12" name="Straight Arrow Connector 11">
            <a:extLst>
              <a:ext uri="{FF2B5EF4-FFF2-40B4-BE49-F238E27FC236}">
                <a16:creationId xmlns:a16="http://schemas.microsoft.com/office/drawing/2014/main" id="{1C304550-4536-9144-339B-72ACECBFD849}"/>
              </a:ext>
            </a:extLst>
          </p:cNvPr>
          <p:cNvCxnSpPr/>
          <p:nvPr/>
        </p:nvCxnSpPr>
        <p:spPr>
          <a:xfrm>
            <a:off x="3406717" y="6110635"/>
            <a:ext cx="719418"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689922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text on a page&#10;&#10;AI-generated content may be incorrect.">
            <a:extLst>
              <a:ext uri="{FF2B5EF4-FFF2-40B4-BE49-F238E27FC236}">
                <a16:creationId xmlns:a16="http://schemas.microsoft.com/office/drawing/2014/main" id="{94A1F8AD-6C01-5BFE-6185-447A66BE6F83}"/>
              </a:ext>
            </a:extLst>
          </p:cNvPr>
          <p:cNvPicPr>
            <a:picLocks noGrp="1" noChangeAspect="1"/>
          </p:cNvPicPr>
          <p:nvPr>
            <p:ph idx="1"/>
          </p:nvPr>
        </p:nvPicPr>
        <p:blipFill>
          <a:blip r:embed="rId2"/>
          <a:stretch>
            <a:fillRect/>
          </a:stretch>
        </p:blipFill>
        <p:spPr>
          <a:xfrm>
            <a:off x="90488" y="435210"/>
            <a:ext cx="8963025" cy="5982818"/>
          </a:xfrm>
          <a:prstGeom prst="rect">
            <a:avLst/>
          </a:prstGeom>
          <a:noFill/>
        </p:spPr>
      </p:pic>
    </p:spTree>
    <p:extLst>
      <p:ext uri="{BB962C8B-B14F-4D97-AF65-F5344CB8AC3E}">
        <p14:creationId xmlns:p14="http://schemas.microsoft.com/office/powerpoint/2010/main" val="3897852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FCD49-9941-C738-AD8F-209EF507D72E}"/>
              </a:ext>
            </a:extLst>
          </p:cNvPr>
          <p:cNvSpPr>
            <a:spLocks noGrp="1"/>
          </p:cNvSpPr>
          <p:nvPr>
            <p:ph type="title"/>
          </p:nvPr>
        </p:nvSpPr>
        <p:spPr/>
        <p:txBody>
          <a:bodyPr/>
          <a:lstStyle/>
          <a:p>
            <a:r>
              <a:rPr lang="en-GB" b="1" dirty="0">
                <a:solidFill>
                  <a:srgbClr val="C00000"/>
                </a:solidFill>
              </a:rPr>
              <a:t>Take away of the session</a:t>
            </a:r>
            <a:endParaRPr lang="en-US" dirty="0">
              <a:solidFill>
                <a:srgbClr val="C00000"/>
              </a:solidFill>
            </a:endParaRPr>
          </a:p>
        </p:txBody>
      </p:sp>
      <p:sp>
        <p:nvSpPr>
          <p:cNvPr id="3" name="Content Placeholder 2">
            <a:extLst>
              <a:ext uri="{FF2B5EF4-FFF2-40B4-BE49-F238E27FC236}">
                <a16:creationId xmlns:a16="http://schemas.microsoft.com/office/drawing/2014/main" id="{BA7AAC60-6C94-BE21-A17A-6CC0CDE963C5}"/>
              </a:ext>
            </a:extLst>
          </p:cNvPr>
          <p:cNvSpPr>
            <a:spLocks noGrp="1"/>
          </p:cNvSpPr>
          <p:nvPr>
            <p:ph idx="1"/>
          </p:nvPr>
        </p:nvSpPr>
        <p:spPr/>
        <p:txBody>
          <a:bodyPr vert="horz" lIns="68580" tIns="34290" rIns="68580" bIns="34290" rtlCol="0" anchor="t">
            <a:normAutofit fontScale="77500" lnSpcReduction="20000"/>
          </a:bodyPr>
          <a:lstStyle/>
          <a:p>
            <a:r>
              <a:rPr lang="en-US" b="1">
                <a:ea typeface="+mn-lt"/>
                <a:cs typeface="+mn-lt"/>
              </a:rPr>
              <a:t>Purpose:</a:t>
            </a:r>
            <a:r>
              <a:rPr lang="en-US">
                <a:ea typeface="+mn-lt"/>
                <a:cs typeface="+mn-lt"/>
              </a:rPr>
              <a:t> Treats boiler water </a:t>
            </a:r>
            <a:r>
              <a:rPr lang="en-US" i="1">
                <a:ea typeface="+mn-lt"/>
                <a:cs typeface="+mn-lt"/>
              </a:rPr>
              <a:t>inside</a:t>
            </a:r>
            <a:r>
              <a:rPr lang="en-US">
                <a:ea typeface="+mn-lt"/>
                <a:cs typeface="+mn-lt"/>
              </a:rPr>
              <a:t> the boiler to prevent scale, corrosion, and carryover.</a:t>
            </a:r>
          </a:p>
          <a:p>
            <a:r>
              <a:rPr lang="en-US" b="1">
                <a:ea typeface="+mn-lt"/>
                <a:cs typeface="+mn-lt"/>
              </a:rPr>
              <a:t>Method:</a:t>
            </a:r>
            <a:r>
              <a:rPr lang="en-US">
                <a:ea typeface="+mn-lt"/>
                <a:cs typeface="+mn-lt"/>
              </a:rPr>
              <a:t> Chemicals are added directly to boiler water to react with impurities.</a:t>
            </a:r>
          </a:p>
          <a:p>
            <a:r>
              <a:rPr lang="en-US" b="1">
                <a:ea typeface="+mn-lt"/>
                <a:cs typeface="+mn-lt"/>
              </a:rPr>
              <a:t>Common Treatments:</a:t>
            </a:r>
            <a:endParaRPr lang="en-US">
              <a:ea typeface="+mn-lt"/>
              <a:cs typeface="+mn-lt"/>
            </a:endParaRPr>
          </a:p>
          <a:p>
            <a:pPr lvl="1"/>
            <a:r>
              <a:rPr lang="en-US" b="1" dirty="0">
                <a:ea typeface="+mn-lt"/>
                <a:cs typeface="+mn-lt"/>
              </a:rPr>
              <a:t>Phosphate conditioning</a:t>
            </a:r>
            <a:r>
              <a:rPr lang="en-US" dirty="0">
                <a:ea typeface="+mn-lt"/>
                <a:cs typeface="+mn-lt"/>
              </a:rPr>
              <a:t> – Prevents scale by forming soft sludge.</a:t>
            </a:r>
          </a:p>
          <a:p>
            <a:pPr lvl="1"/>
            <a:r>
              <a:rPr lang="en-US" b="1" dirty="0">
                <a:ea typeface="+mn-lt"/>
                <a:cs typeface="+mn-lt"/>
              </a:rPr>
              <a:t>Calgon conditioning</a:t>
            </a:r>
            <a:r>
              <a:rPr lang="en-US" dirty="0">
                <a:ea typeface="+mn-lt"/>
                <a:cs typeface="+mn-lt"/>
              </a:rPr>
              <a:t> – Prevents scale by forming soluble complexes.</a:t>
            </a:r>
          </a:p>
          <a:p>
            <a:pPr lvl="1"/>
            <a:r>
              <a:rPr lang="en-US" b="1" dirty="0">
                <a:ea typeface="+mn-lt"/>
                <a:cs typeface="+mn-lt"/>
              </a:rPr>
              <a:t>Carbonate and sodium aluminate conditioning</a:t>
            </a:r>
            <a:r>
              <a:rPr lang="en-US" dirty="0">
                <a:ea typeface="+mn-lt"/>
                <a:cs typeface="+mn-lt"/>
              </a:rPr>
              <a:t> – Converts scale-forming salts into sludge.</a:t>
            </a:r>
            <a:endParaRPr lang="en-US"/>
          </a:p>
          <a:p>
            <a:r>
              <a:rPr lang="en-US" b="1" dirty="0">
                <a:ea typeface="+mn-lt"/>
                <a:cs typeface="+mn-lt"/>
              </a:rPr>
              <a:t>Sludge Removal:</a:t>
            </a:r>
            <a:r>
              <a:rPr lang="en-US" dirty="0">
                <a:ea typeface="+mn-lt"/>
                <a:cs typeface="+mn-lt"/>
              </a:rPr>
              <a:t> Soft sludge formed is removed by </a:t>
            </a:r>
            <a:r>
              <a:rPr lang="en-US" b="1" dirty="0">
                <a:ea typeface="+mn-lt"/>
                <a:cs typeface="+mn-lt"/>
              </a:rPr>
              <a:t>blowdown operation</a:t>
            </a:r>
            <a:r>
              <a:rPr lang="en-US" dirty="0">
                <a:ea typeface="+mn-lt"/>
                <a:cs typeface="+mn-lt"/>
              </a:rPr>
              <a:t>.</a:t>
            </a:r>
          </a:p>
          <a:p>
            <a:r>
              <a:rPr lang="en-US" b="1" dirty="0">
                <a:ea typeface="+mn-lt"/>
                <a:cs typeface="+mn-lt"/>
              </a:rPr>
              <a:t>Benefits:</a:t>
            </a:r>
            <a:r>
              <a:rPr lang="en-US" dirty="0">
                <a:ea typeface="+mn-lt"/>
                <a:cs typeface="+mn-lt"/>
              </a:rPr>
              <a:t> Controls pH, prevents scale/corrosion, increases boiler efficiency.</a:t>
            </a:r>
            <a:endParaRPr lang="en-US" dirty="0"/>
          </a:p>
          <a:p>
            <a:endParaRPr lang="en-US" dirty="0"/>
          </a:p>
        </p:txBody>
      </p:sp>
    </p:spTree>
    <p:extLst>
      <p:ext uri="{BB962C8B-B14F-4D97-AF65-F5344CB8AC3E}">
        <p14:creationId xmlns:p14="http://schemas.microsoft.com/office/powerpoint/2010/main" val="30998336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CB7391-DBBB-1E77-4701-C0DAEBB4E565}"/>
              </a:ext>
            </a:extLst>
          </p:cNvPr>
          <p:cNvSpPr>
            <a:spLocks noGrp="1"/>
          </p:cNvSpPr>
          <p:nvPr>
            <p:ph type="title"/>
          </p:nvPr>
        </p:nvSpPr>
        <p:spPr>
          <a:xfrm>
            <a:off x="628650" y="18255"/>
            <a:ext cx="7886700" cy="1325563"/>
          </a:xfrm>
        </p:spPr>
        <p:txBody>
          <a:bodyPr/>
          <a:lstStyle/>
          <a:p>
            <a:r>
              <a:rPr lang="en-GB" b="1" dirty="0">
                <a:solidFill>
                  <a:srgbClr val="C00000"/>
                </a:solidFill>
              </a:rPr>
              <a:t>Questions</a:t>
            </a:r>
            <a:endParaRPr lang="en-IN" b="1" dirty="0">
              <a:solidFill>
                <a:srgbClr val="C00000"/>
              </a:solidFill>
            </a:endParaRPr>
          </a:p>
        </p:txBody>
      </p:sp>
      <p:sp>
        <p:nvSpPr>
          <p:cNvPr id="3" name="Content Placeholder 2">
            <a:extLst>
              <a:ext uri="{FF2B5EF4-FFF2-40B4-BE49-F238E27FC236}">
                <a16:creationId xmlns:a16="http://schemas.microsoft.com/office/drawing/2014/main" id="{CECA9C9F-C3B2-55F7-8FC7-29D69603438C}"/>
              </a:ext>
            </a:extLst>
          </p:cNvPr>
          <p:cNvSpPr>
            <a:spLocks noGrp="1"/>
          </p:cNvSpPr>
          <p:nvPr>
            <p:ph idx="1"/>
          </p:nvPr>
        </p:nvSpPr>
        <p:spPr>
          <a:xfrm>
            <a:off x="628650" y="1074420"/>
            <a:ext cx="7886700" cy="5600700"/>
          </a:xfrm>
        </p:spPr>
        <p:txBody>
          <a:bodyPr vert="horz" lIns="68580" tIns="34290" rIns="68580" bIns="34290" rtlCol="0" anchor="t">
            <a:normAutofit lnSpcReduction="10000"/>
          </a:bodyPr>
          <a:lstStyle/>
          <a:p>
            <a:pPr marL="514350" indent="-514350">
              <a:buAutoNum type="arabicPeriod"/>
            </a:pPr>
            <a:r>
              <a:rPr lang="en-GB" sz="1400" b="1" dirty="0">
                <a:solidFill>
                  <a:schemeClr val="accent1"/>
                </a:solidFill>
                <a:ea typeface="+mn-lt"/>
                <a:cs typeface="+mn-lt"/>
              </a:rPr>
              <a:t>What is the main purpose of internal treatment in boiler water?</a:t>
            </a:r>
            <a:br>
              <a:rPr lang="en-GB" sz="1400" b="1" dirty="0">
                <a:solidFill>
                  <a:schemeClr val="accent1"/>
                </a:solidFill>
                <a:ea typeface="+mn-lt"/>
                <a:cs typeface="+mn-lt"/>
              </a:rPr>
            </a:br>
            <a:r>
              <a:rPr lang="en-GB" sz="1400" dirty="0">
                <a:solidFill>
                  <a:schemeClr val="accent1"/>
                </a:solidFill>
                <a:ea typeface="+mn-lt"/>
                <a:cs typeface="+mn-lt"/>
              </a:rPr>
              <a:t> A. Remove suspended solids</a:t>
            </a:r>
            <a:br>
              <a:rPr lang="en-GB" sz="1400" dirty="0">
                <a:solidFill>
                  <a:schemeClr val="accent1"/>
                </a:solidFill>
                <a:ea typeface="+mn-lt"/>
                <a:cs typeface="+mn-lt"/>
              </a:rPr>
            </a:br>
            <a:r>
              <a:rPr lang="en-GB" sz="1400" dirty="0">
                <a:solidFill>
                  <a:schemeClr val="accent1"/>
                </a:solidFill>
                <a:ea typeface="+mn-lt"/>
                <a:cs typeface="+mn-lt"/>
              </a:rPr>
              <a:t> B. Prevent scale and corrosion inside the boiler</a:t>
            </a:r>
            <a:br>
              <a:rPr lang="en-GB" sz="1400" dirty="0">
                <a:solidFill>
                  <a:schemeClr val="accent1"/>
                </a:solidFill>
                <a:ea typeface="+mn-lt"/>
                <a:cs typeface="+mn-lt"/>
              </a:rPr>
            </a:br>
            <a:r>
              <a:rPr lang="en-GB" sz="1400" dirty="0">
                <a:solidFill>
                  <a:schemeClr val="accent1"/>
                </a:solidFill>
                <a:ea typeface="+mn-lt"/>
                <a:cs typeface="+mn-lt"/>
              </a:rPr>
              <a:t> C. Remove oil and grease</a:t>
            </a:r>
            <a:br>
              <a:rPr lang="en-GB" sz="1400" dirty="0">
                <a:solidFill>
                  <a:schemeClr val="accent1"/>
                </a:solidFill>
                <a:ea typeface="+mn-lt"/>
                <a:cs typeface="+mn-lt"/>
              </a:rPr>
            </a:br>
            <a:r>
              <a:rPr lang="en-GB" sz="1400" dirty="0">
                <a:solidFill>
                  <a:schemeClr val="accent1"/>
                </a:solidFill>
                <a:ea typeface="+mn-lt"/>
                <a:cs typeface="+mn-lt"/>
              </a:rPr>
              <a:t> D. Reduce turbidity</a:t>
            </a:r>
            <a:br>
              <a:rPr lang="en-GB" sz="1400" b="1" dirty="0">
                <a:solidFill>
                  <a:schemeClr val="accent1"/>
                </a:solidFill>
                <a:ea typeface="+mn-lt"/>
                <a:cs typeface="+mn-lt"/>
              </a:rPr>
            </a:br>
            <a:endParaRPr lang="en-GB" sz="1400" b="1" dirty="0">
              <a:solidFill>
                <a:schemeClr val="accent1"/>
              </a:solidFill>
              <a:ea typeface="+mn-lt"/>
              <a:cs typeface="+mn-lt"/>
            </a:endParaRPr>
          </a:p>
          <a:p>
            <a:pPr marL="514350" indent="-514350">
              <a:buAutoNum type="arabicPeriod"/>
            </a:pPr>
            <a:r>
              <a:rPr lang="en-GB" sz="1400" b="1" dirty="0">
                <a:solidFill>
                  <a:schemeClr val="accent1"/>
                </a:solidFill>
                <a:ea typeface="+mn-lt"/>
                <a:cs typeface="+mn-lt"/>
              </a:rPr>
              <a:t>Which chemical is used in phosphate conditioning?</a:t>
            </a:r>
            <a:br>
              <a:rPr lang="en-GB" sz="1400" b="1" dirty="0">
                <a:solidFill>
                  <a:schemeClr val="accent1"/>
                </a:solidFill>
                <a:ea typeface="+mn-lt"/>
                <a:cs typeface="+mn-lt"/>
              </a:rPr>
            </a:br>
            <a:r>
              <a:rPr lang="en-GB" sz="1400" dirty="0">
                <a:solidFill>
                  <a:schemeClr val="accent1"/>
                </a:solidFill>
                <a:ea typeface="+mn-lt"/>
                <a:cs typeface="+mn-lt"/>
              </a:rPr>
              <a:t> A. </a:t>
            </a:r>
            <a:r>
              <a:rPr lang="en-GB" sz="1400" dirty="0" err="1">
                <a:solidFill>
                  <a:schemeClr val="accent1"/>
                </a:solidFill>
                <a:ea typeface="+mn-lt"/>
                <a:cs typeface="+mn-lt"/>
              </a:rPr>
              <a:t>Na₂CO</a:t>
            </a:r>
            <a:r>
              <a:rPr lang="en-GB" sz="1400" dirty="0">
                <a:solidFill>
                  <a:schemeClr val="accent1"/>
                </a:solidFill>
                <a:ea typeface="+mn-lt"/>
                <a:cs typeface="+mn-lt"/>
              </a:rPr>
              <a:t>₃</a:t>
            </a:r>
            <a:br>
              <a:rPr lang="en-GB" sz="1400" dirty="0">
                <a:solidFill>
                  <a:schemeClr val="accent1"/>
                </a:solidFill>
                <a:ea typeface="+mn-lt"/>
                <a:cs typeface="+mn-lt"/>
              </a:rPr>
            </a:br>
            <a:r>
              <a:rPr lang="en-GB" sz="1400" dirty="0">
                <a:solidFill>
                  <a:schemeClr val="accent1"/>
                </a:solidFill>
                <a:ea typeface="+mn-lt"/>
                <a:cs typeface="+mn-lt"/>
              </a:rPr>
              <a:t> B. </a:t>
            </a:r>
            <a:r>
              <a:rPr lang="en-GB" sz="1400" dirty="0" err="1">
                <a:solidFill>
                  <a:schemeClr val="accent1"/>
                </a:solidFill>
                <a:ea typeface="+mn-lt"/>
                <a:cs typeface="+mn-lt"/>
              </a:rPr>
              <a:t>Na₃PO</a:t>
            </a:r>
            <a:r>
              <a:rPr lang="en-GB" sz="1400" dirty="0">
                <a:solidFill>
                  <a:schemeClr val="accent1"/>
                </a:solidFill>
                <a:ea typeface="+mn-lt"/>
                <a:cs typeface="+mn-lt"/>
              </a:rPr>
              <a:t>₄</a:t>
            </a:r>
            <a:br>
              <a:rPr lang="en-GB" sz="1400" dirty="0">
                <a:solidFill>
                  <a:schemeClr val="accent1"/>
                </a:solidFill>
                <a:ea typeface="+mn-lt"/>
                <a:cs typeface="+mn-lt"/>
              </a:rPr>
            </a:br>
            <a:r>
              <a:rPr lang="en-GB" sz="1400" dirty="0">
                <a:solidFill>
                  <a:schemeClr val="accent1"/>
                </a:solidFill>
                <a:ea typeface="+mn-lt"/>
                <a:cs typeface="+mn-lt"/>
              </a:rPr>
              <a:t> C. NaCl</a:t>
            </a:r>
            <a:br>
              <a:rPr lang="en-GB" sz="1400" dirty="0">
                <a:solidFill>
                  <a:schemeClr val="accent1"/>
                </a:solidFill>
                <a:ea typeface="+mn-lt"/>
                <a:cs typeface="+mn-lt"/>
              </a:rPr>
            </a:br>
            <a:r>
              <a:rPr lang="en-GB" sz="1400" dirty="0">
                <a:solidFill>
                  <a:schemeClr val="accent1"/>
                </a:solidFill>
                <a:ea typeface="+mn-lt"/>
                <a:cs typeface="+mn-lt"/>
              </a:rPr>
              <a:t> D. H₂SO₄</a:t>
            </a:r>
            <a:br>
              <a:rPr lang="en-GB" sz="1400" b="1" dirty="0">
                <a:solidFill>
                  <a:schemeClr val="accent1"/>
                </a:solidFill>
                <a:ea typeface="+mn-lt"/>
                <a:cs typeface="+mn-lt"/>
              </a:rPr>
            </a:br>
            <a:r>
              <a:rPr lang="en-GB" sz="1400" b="1" dirty="0">
                <a:solidFill>
                  <a:schemeClr val="accent1"/>
                </a:solidFill>
                <a:ea typeface="+mn-lt"/>
                <a:cs typeface="+mn-lt"/>
              </a:rPr>
              <a:t> </a:t>
            </a:r>
          </a:p>
          <a:p>
            <a:pPr marL="514350" indent="-514350">
              <a:buAutoNum type="arabicPeriod"/>
            </a:pPr>
            <a:r>
              <a:rPr lang="en-GB" sz="1400" b="1" dirty="0">
                <a:solidFill>
                  <a:schemeClr val="accent1"/>
                </a:solidFill>
                <a:ea typeface="+mn-lt"/>
                <a:cs typeface="+mn-lt"/>
              </a:rPr>
              <a:t>What is the function of Calgon in internal treatment?</a:t>
            </a:r>
            <a:br>
              <a:rPr lang="en-GB" sz="1400" b="1" dirty="0">
                <a:solidFill>
                  <a:schemeClr val="accent1"/>
                </a:solidFill>
                <a:ea typeface="+mn-lt"/>
                <a:cs typeface="+mn-lt"/>
              </a:rPr>
            </a:br>
            <a:r>
              <a:rPr lang="en-GB" sz="1400" dirty="0">
                <a:solidFill>
                  <a:schemeClr val="accent1"/>
                </a:solidFill>
                <a:ea typeface="+mn-lt"/>
                <a:cs typeface="+mn-lt"/>
              </a:rPr>
              <a:t> A. Disinfect water</a:t>
            </a:r>
            <a:br>
              <a:rPr lang="en-GB" sz="1400" dirty="0">
                <a:solidFill>
                  <a:schemeClr val="accent1"/>
                </a:solidFill>
                <a:ea typeface="+mn-lt"/>
                <a:cs typeface="+mn-lt"/>
              </a:rPr>
            </a:br>
            <a:r>
              <a:rPr lang="en-GB" sz="1400" dirty="0">
                <a:solidFill>
                  <a:schemeClr val="accent1"/>
                </a:solidFill>
                <a:ea typeface="+mn-lt"/>
                <a:cs typeface="+mn-lt"/>
              </a:rPr>
              <a:t> B. Form soluble complexes with calcium</a:t>
            </a:r>
            <a:br>
              <a:rPr lang="en-GB" sz="1400" dirty="0">
                <a:solidFill>
                  <a:schemeClr val="accent1"/>
                </a:solidFill>
                <a:ea typeface="+mn-lt"/>
                <a:cs typeface="+mn-lt"/>
              </a:rPr>
            </a:br>
            <a:r>
              <a:rPr lang="en-GB" sz="1400" dirty="0">
                <a:solidFill>
                  <a:schemeClr val="accent1"/>
                </a:solidFill>
                <a:ea typeface="+mn-lt"/>
                <a:cs typeface="+mn-lt"/>
              </a:rPr>
              <a:t> C. Lower water temperature</a:t>
            </a:r>
            <a:br>
              <a:rPr lang="en-GB" sz="1400" dirty="0">
                <a:solidFill>
                  <a:schemeClr val="accent1"/>
                </a:solidFill>
                <a:ea typeface="+mn-lt"/>
                <a:cs typeface="+mn-lt"/>
              </a:rPr>
            </a:br>
            <a:r>
              <a:rPr lang="en-GB" sz="1400" dirty="0">
                <a:solidFill>
                  <a:schemeClr val="accent1"/>
                </a:solidFill>
                <a:ea typeface="+mn-lt"/>
                <a:cs typeface="+mn-lt"/>
              </a:rPr>
              <a:t> D. Remove dissolved gases</a:t>
            </a:r>
            <a:br>
              <a:rPr lang="en-GB" sz="1400" b="1" dirty="0">
                <a:solidFill>
                  <a:schemeClr val="accent1"/>
                </a:solidFill>
                <a:ea typeface="+mn-lt"/>
                <a:cs typeface="+mn-lt"/>
              </a:rPr>
            </a:br>
            <a:endParaRPr lang="en-GB" sz="1400" b="1" dirty="0">
              <a:solidFill>
                <a:schemeClr val="accent1"/>
              </a:solidFill>
              <a:ea typeface="+mn-lt"/>
              <a:cs typeface="+mn-lt"/>
            </a:endParaRPr>
          </a:p>
          <a:p>
            <a:pPr marL="514350" indent="-514350">
              <a:buAutoNum type="arabicPeriod"/>
            </a:pPr>
            <a:r>
              <a:rPr lang="en-GB" sz="1400" b="1" dirty="0">
                <a:solidFill>
                  <a:schemeClr val="accent1"/>
                </a:solidFill>
                <a:ea typeface="+mn-lt"/>
                <a:cs typeface="+mn-lt"/>
              </a:rPr>
              <a:t>How is the sludge formed in internal treatment removed from the boiler?</a:t>
            </a:r>
            <a:br>
              <a:rPr lang="en-GB" sz="1400" b="1" dirty="0">
                <a:solidFill>
                  <a:schemeClr val="accent1"/>
                </a:solidFill>
                <a:ea typeface="+mn-lt"/>
                <a:cs typeface="+mn-lt"/>
              </a:rPr>
            </a:br>
            <a:r>
              <a:rPr lang="en-GB" sz="1400" dirty="0">
                <a:solidFill>
                  <a:schemeClr val="accent1"/>
                </a:solidFill>
                <a:ea typeface="+mn-lt"/>
                <a:cs typeface="+mn-lt"/>
              </a:rPr>
              <a:t> A. Filtration</a:t>
            </a:r>
            <a:br>
              <a:rPr lang="en-GB" sz="1400" dirty="0">
                <a:solidFill>
                  <a:schemeClr val="accent1"/>
                </a:solidFill>
                <a:ea typeface="+mn-lt"/>
                <a:cs typeface="+mn-lt"/>
              </a:rPr>
            </a:br>
            <a:r>
              <a:rPr lang="en-GB" sz="1400" dirty="0">
                <a:solidFill>
                  <a:schemeClr val="accent1"/>
                </a:solidFill>
                <a:ea typeface="+mn-lt"/>
                <a:cs typeface="+mn-lt"/>
              </a:rPr>
              <a:t> B. Neutralization</a:t>
            </a:r>
            <a:br>
              <a:rPr lang="en-GB" sz="1400" dirty="0">
                <a:solidFill>
                  <a:schemeClr val="accent1"/>
                </a:solidFill>
                <a:ea typeface="+mn-lt"/>
                <a:cs typeface="+mn-lt"/>
              </a:rPr>
            </a:br>
            <a:r>
              <a:rPr lang="en-GB" sz="1400" dirty="0">
                <a:solidFill>
                  <a:schemeClr val="accent1"/>
                </a:solidFill>
                <a:ea typeface="+mn-lt"/>
                <a:cs typeface="+mn-lt"/>
              </a:rPr>
              <a:t> C. Blowdown operation</a:t>
            </a:r>
            <a:br>
              <a:rPr lang="en-GB" sz="1400" dirty="0">
                <a:solidFill>
                  <a:schemeClr val="accent1"/>
                </a:solidFill>
                <a:ea typeface="+mn-lt"/>
                <a:cs typeface="+mn-lt"/>
              </a:rPr>
            </a:br>
            <a:r>
              <a:rPr lang="en-GB" sz="1400" dirty="0">
                <a:solidFill>
                  <a:schemeClr val="accent1"/>
                </a:solidFill>
                <a:ea typeface="+mn-lt"/>
                <a:cs typeface="+mn-lt"/>
              </a:rPr>
              <a:t> D. Aeration</a:t>
            </a:r>
            <a:br>
              <a:rPr lang="en-GB" sz="1400" b="1" dirty="0">
                <a:solidFill>
                  <a:schemeClr val="accent1"/>
                </a:solidFill>
                <a:ea typeface="+mn-lt"/>
                <a:cs typeface="+mn-lt"/>
              </a:rPr>
            </a:br>
            <a:endParaRPr lang="en-GB" sz="1400" b="1" dirty="0">
              <a:solidFill>
                <a:schemeClr val="accent1"/>
              </a:solidFill>
              <a:ea typeface="+mn-lt"/>
              <a:cs typeface="+mn-lt"/>
            </a:endParaRPr>
          </a:p>
          <a:p>
            <a:pPr marL="514350" indent="-514350">
              <a:buAutoNum type="arabicPeriod"/>
            </a:pPr>
            <a:r>
              <a:rPr lang="en-GB" sz="1400" b="1" dirty="0">
                <a:solidFill>
                  <a:schemeClr val="accent1"/>
                </a:solidFill>
                <a:ea typeface="+mn-lt"/>
                <a:cs typeface="+mn-lt"/>
              </a:rPr>
              <a:t>Which of the following is </a:t>
            </a:r>
            <a:r>
              <a:rPr lang="en-GB" sz="1400" b="1" i="1" dirty="0">
                <a:solidFill>
                  <a:schemeClr val="accent1"/>
                </a:solidFill>
                <a:ea typeface="+mn-lt"/>
                <a:cs typeface="+mn-lt"/>
              </a:rPr>
              <a:t>not</a:t>
            </a:r>
            <a:r>
              <a:rPr lang="en-GB" sz="1400" b="1" dirty="0">
                <a:solidFill>
                  <a:schemeClr val="accent1"/>
                </a:solidFill>
                <a:ea typeface="+mn-lt"/>
                <a:cs typeface="+mn-lt"/>
              </a:rPr>
              <a:t> an internal treatment method?</a:t>
            </a:r>
            <a:br>
              <a:rPr lang="en-GB" sz="1400" b="1" dirty="0">
                <a:solidFill>
                  <a:schemeClr val="accent1"/>
                </a:solidFill>
                <a:ea typeface="+mn-lt"/>
                <a:cs typeface="+mn-lt"/>
              </a:rPr>
            </a:br>
            <a:r>
              <a:rPr lang="en-GB" sz="1400" dirty="0">
                <a:solidFill>
                  <a:schemeClr val="accent1"/>
                </a:solidFill>
                <a:ea typeface="+mn-lt"/>
                <a:cs typeface="+mn-lt"/>
              </a:rPr>
              <a:t> A. Phosphate conditioning</a:t>
            </a:r>
            <a:br>
              <a:rPr lang="en-GB" sz="1400" dirty="0">
                <a:solidFill>
                  <a:schemeClr val="accent1"/>
                </a:solidFill>
                <a:ea typeface="+mn-lt"/>
                <a:cs typeface="+mn-lt"/>
              </a:rPr>
            </a:br>
            <a:r>
              <a:rPr lang="en-GB" sz="1400" dirty="0">
                <a:solidFill>
                  <a:schemeClr val="accent1"/>
                </a:solidFill>
                <a:ea typeface="+mn-lt"/>
                <a:cs typeface="+mn-lt"/>
              </a:rPr>
              <a:t> B. Zeolite softening</a:t>
            </a:r>
            <a:br>
              <a:rPr lang="en-GB" sz="1400" dirty="0">
                <a:solidFill>
                  <a:schemeClr val="accent1"/>
                </a:solidFill>
                <a:ea typeface="+mn-lt"/>
                <a:cs typeface="+mn-lt"/>
              </a:rPr>
            </a:br>
            <a:r>
              <a:rPr lang="en-GB" sz="1400" dirty="0">
                <a:solidFill>
                  <a:schemeClr val="accent1"/>
                </a:solidFill>
                <a:ea typeface="+mn-lt"/>
                <a:cs typeface="+mn-lt"/>
              </a:rPr>
              <a:t> C. Calgon conditioning</a:t>
            </a:r>
            <a:br>
              <a:rPr lang="en-GB" sz="1400" dirty="0">
                <a:solidFill>
                  <a:schemeClr val="accent1"/>
                </a:solidFill>
                <a:ea typeface="+mn-lt"/>
                <a:cs typeface="+mn-lt"/>
              </a:rPr>
            </a:br>
            <a:r>
              <a:rPr lang="en-GB" sz="1400" dirty="0">
                <a:solidFill>
                  <a:schemeClr val="accent1"/>
                </a:solidFill>
                <a:ea typeface="+mn-lt"/>
                <a:cs typeface="+mn-lt"/>
              </a:rPr>
              <a:t> D Carbonate conditioning</a:t>
            </a:r>
          </a:p>
        </p:txBody>
      </p:sp>
    </p:spTree>
    <p:extLst>
      <p:ext uri="{BB962C8B-B14F-4D97-AF65-F5344CB8AC3E}">
        <p14:creationId xmlns:p14="http://schemas.microsoft.com/office/powerpoint/2010/main" val="24305291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ACB075-EB89-2E88-AF05-0A0D70FFA2BB}"/>
              </a:ext>
            </a:extLst>
          </p:cNvPr>
          <p:cNvSpPr>
            <a:spLocks noGrp="1"/>
          </p:cNvSpPr>
          <p:nvPr>
            <p:ph type="title"/>
          </p:nvPr>
        </p:nvSpPr>
        <p:spPr/>
        <p:txBody>
          <a:bodyPr/>
          <a:lstStyle/>
          <a:p>
            <a:r>
              <a:rPr lang="en-GB" b="1" dirty="0">
                <a:solidFill>
                  <a:schemeClr val="accent5"/>
                </a:solidFill>
              </a:rPr>
              <a:t>References</a:t>
            </a:r>
            <a:endParaRPr lang="en-IN" b="1" dirty="0">
              <a:solidFill>
                <a:schemeClr val="accent5"/>
              </a:solidFill>
            </a:endParaRPr>
          </a:p>
        </p:txBody>
      </p:sp>
      <p:sp>
        <p:nvSpPr>
          <p:cNvPr id="3" name="Content Placeholder 2">
            <a:extLst>
              <a:ext uri="{FF2B5EF4-FFF2-40B4-BE49-F238E27FC236}">
                <a16:creationId xmlns:a16="http://schemas.microsoft.com/office/drawing/2014/main" id="{665745FD-DF0D-8F43-EA79-B945895DD50A}"/>
              </a:ext>
            </a:extLst>
          </p:cNvPr>
          <p:cNvSpPr>
            <a:spLocks noGrp="1"/>
          </p:cNvSpPr>
          <p:nvPr>
            <p:ph idx="1"/>
          </p:nvPr>
        </p:nvSpPr>
        <p:spPr/>
        <p:txBody>
          <a:bodyPr vert="horz" lIns="91440" tIns="45720" rIns="91440" bIns="45720" rtlCol="0" anchor="t">
            <a:normAutofit/>
          </a:bodyPr>
          <a:lstStyle/>
          <a:p>
            <a:r>
              <a:rPr lang="en-US" dirty="0"/>
              <a:t>Engineering Chemistry by Jain and Jain.</a:t>
            </a:r>
          </a:p>
          <a:p>
            <a:r>
              <a:rPr lang="en-US" dirty="0">
                <a:ea typeface="+mn-lt"/>
                <a:cs typeface="+mn-lt"/>
                <a:hlinkClick r:id="rId2"/>
              </a:rPr>
              <a:t>Internal Methods of Water treatment | PPTX | Chemistry | Science</a:t>
            </a:r>
            <a:endParaRPr lang="en-US" dirty="0"/>
          </a:p>
        </p:txBody>
      </p:sp>
    </p:spTree>
    <p:extLst>
      <p:ext uri="{BB962C8B-B14F-4D97-AF65-F5344CB8AC3E}">
        <p14:creationId xmlns:p14="http://schemas.microsoft.com/office/powerpoint/2010/main" val="399507513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595</TotalTime>
  <Words>1588</Words>
  <Application>Microsoft Office PowerPoint</Application>
  <PresentationFormat>On-screen Show (4:3)</PresentationFormat>
  <Paragraphs>127</Paragraphs>
  <Slides>24</Slides>
  <Notes>1</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Office Theme</vt:lpstr>
      <vt:lpstr>PowerPoint Presentation</vt:lpstr>
      <vt:lpstr>Course Overview</vt:lpstr>
      <vt:lpstr>PowerPoint Presentation</vt:lpstr>
      <vt:lpstr>PowerPoint Presentation</vt:lpstr>
      <vt:lpstr>PowerPoint Presentation</vt:lpstr>
      <vt:lpstr>PowerPoint Presentation</vt:lpstr>
      <vt:lpstr>WATER SOFTENING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Take away of the session</vt:lpstr>
      <vt:lpstr>Questions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pratibha.s</dc:creator>
  <cp:lastModifiedBy>pratibha.s</cp:lastModifiedBy>
  <cp:revision>130</cp:revision>
  <dcterms:created xsi:type="dcterms:W3CDTF">2024-10-29T09:41:06Z</dcterms:created>
  <dcterms:modified xsi:type="dcterms:W3CDTF">2025-08-26T09:04:48Z</dcterms:modified>
</cp:coreProperties>
</file>