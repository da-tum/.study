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574" r:id="rId2"/>
    <p:sldId id="565" r:id="rId3"/>
    <p:sldId id="575" r:id="rId4"/>
    <p:sldId id="592" r:id="rId5"/>
    <p:sldId id="601" r:id="rId6"/>
    <p:sldId id="424" r:id="rId7"/>
    <p:sldId id="595" r:id="rId8"/>
    <p:sldId id="425" r:id="rId9"/>
    <p:sldId id="593" r:id="rId10"/>
    <p:sldId id="602" r:id="rId11"/>
    <p:sldId id="603" r:id="rId12"/>
    <p:sldId id="596" r:id="rId13"/>
    <p:sldId id="604" r:id="rId14"/>
    <p:sldId id="606" r:id="rId15"/>
    <p:sldId id="426" r:id="rId16"/>
    <p:sldId id="600" r:id="rId17"/>
    <p:sldId id="605" r:id="rId18"/>
    <p:sldId id="607" r:id="rId19"/>
    <p:sldId id="599" r:id="rId20"/>
    <p:sldId id="608" r:id="rId21"/>
    <p:sldId id="572" r:id="rId22"/>
    <p:sldId id="590" r:id="rId23"/>
    <p:sldId id="573" r:id="rId24"/>
    <p:sldId id="571" r:id="rId25"/>
    <p:sldId id="58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2B42B-3C31-ED57-11FC-88F583BACD4F}" v="64" dt="2025-08-26T09:07:19.1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bha.s" userId="S::pratibha.s@krmangalam.edu.in::c81b94cf-77d6-4481-93e7-f045f6238cd8" providerId="AD" clId="Web-{F7A2B42B-3C31-ED57-11FC-88F583BACD4F}"/>
    <pc:docChg chg="addSld delSld modSld sldOrd">
      <pc:chgData name="pratibha.s" userId="S::pratibha.s@krmangalam.edu.in::c81b94cf-77d6-4481-93e7-f045f6238cd8" providerId="AD" clId="Web-{F7A2B42B-3C31-ED57-11FC-88F583BACD4F}" dt="2025-08-26T09:07:19.105" v="62"/>
      <pc:docMkLst>
        <pc:docMk/>
      </pc:docMkLst>
      <pc:sldChg chg="modSp add">
        <pc:chgData name="pratibha.s" userId="S::pratibha.s@krmangalam.edu.in::c81b94cf-77d6-4481-93e7-f045f6238cd8" providerId="AD" clId="Web-{F7A2B42B-3C31-ED57-11FC-88F583BACD4F}" dt="2025-08-26T08:28:14.230" v="16" actId="1076"/>
        <pc:sldMkLst>
          <pc:docMk/>
          <pc:sldMk cId="1383235052" sldId="426"/>
        </pc:sldMkLst>
        <pc:cxnChg chg="mod">
          <ac:chgData name="pratibha.s" userId="S::pratibha.s@krmangalam.edu.in::c81b94cf-77d6-4481-93e7-f045f6238cd8" providerId="AD" clId="Web-{F7A2B42B-3C31-ED57-11FC-88F583BACD4F}" dt="2025-08-26T08:28:04.636" v="13" actId="1076"/>
          <ac:cxnSpMkLst>
            <pc:docMk/>
            <pc:sldMk cId="1383235052" sldId="426"/>
            <ac:cxnSpMk id="6" creationId="{DF6E97AE-2B9E-A225-F96F-814D44E84D84}"/>
          </ac:cxnSpMkLst>
        </pc:cxnChg>
        <pc:cxnChg chg="mod">
          <ac:chgData name="pratibha.s" userId="S::pratibha.s@krmangalam.edu.in::c81b94cf-77d6-4481-93e7-f045f6238cd8" providerId="AD" clId="Web-{F7A2B42B-3C31-ED57-11FC-88F583BACD4F}" dt="2025-08-26T08:28:14.230" v="16" actId="1076"/>
          <ac:cxnSpMkLst>
            <pc:docMk/>
            <pc:sldMk cId="1383235052" sldId="426"/>
            <ac:cxnSpMk id="8" creationId="{09B82E41-8878-EE28-DEFC-55FA606BC749}"/>
          </ac:cxnSpMkLst>
        </pc:cxnChg>
        <pc:cxnChg chg="mod">
          <ac:chgData name="pratibha.s" userId="S::pratibha.s@krmangalam.edu.in::c81b94cf-77d6-4481-93e7-f045f6238cd8" providerId="AD" clId="Web-{F7A2B42B-3C31-ED57-11FC-88F583BACD4F}" dt="2025-08-26T08:28:12.293" v="15" actId="1076"/>
          <ac:cxnSpMkLst>
            <pc:docMk/>
            <pc:sldMk cId="1383235052" sldId="426"/>
            <ac:cxnSpMk id="9" creationId="{D22EC0D5-2460-2F2C-7BA4-CCD9B9D28956}"/>
          </ac:cxnSpMkLst>
        </pc:cxnChg>
        <pc:cxnChg chg="mod">
          <ac:chgData name="pratibha.s" userId="S::pratibha.s@krmangalam.edu.in::c81b94cf-77d6-4481-93e7-f045f6238cd8" providerId="AD" clId="Web-{F7A2B42B-3C31-ED57-11FC-88F583BACD4F}" dt="2025-08-26T08:28:08.683" v="14" actId="1076"/>
          <ac:cxnSpMkLst>
            <pc:docMk/>
            <pc:sldMk cId="1383235052" sldId="426"/>
            <ac:cxnSpMk id="10" creationId="{F83795F3-2793-6572-4E41-ADCDD0BB26A2}"/>
          </ac:cxnSpMkLst>
        </pc:cxnChg>
      </pc:sldChg>
      <pc:sldChg chg="del">
        <pc:chgData name="pratibha.s" userId="S::pratibha.s@krmangalam.edu.in::c81b94cf-77d6-4481-93e7-f045f6238cd8" providerId="AD" clId="Web-{F7A2B42B-3C31-ED57-11FC-88F583BACD4F}" dt="2025-08-26T09:06:58.760" v="57"/>
        <pc:sldMkLst>
          <pc:docMk/>
          <pc:sldMk cId="2045312203" sldId="427"/>
        </pc:sldMkLst>
      </pc:sldChg>
      <pc:sldChg chg="del">
        <pc:chgData name="pratibha.s" userId="S::pratibha.s@krmangalam.edu.in::c81b94cf-77d6-4481-93e7-f045f6238cd8" providerId="AD" clId="Web-{F7A2B42B-3C31-ED57-11FC-88F583BACD4F}" dt="2025-08-26T09:07:05.886" v="60"/>
        <pc:sldMkLst>
          <pc:docMk/>
          <pc:sldMk cId="2035515083" sldId="428"/>
        </pc:sldMkLst>
      </pc:sldChg>
      <pc:sldChg chg="modSp">
        <pc:chgData name="pratibha.s" userId="S::pratibha.s@krmangalam.edu.in::c81b94cf-77d6-4481-93e7-f045f6238cd8" providerId="AD" clId="Web-{F7A2B42B-3C31-ED57-11FC-88F583BACD4F}" dt="2025-08-26T09:07:19.105" v="62"/>
        <pc:sldMkLst>
          <pc:docMk/>
          <pc:sldMk cId="1025779149" sldId="571"/>
        </pc:sldMkLst>
        <pc:spChg chg="mod">
          <ac:chgData name="pratibha.s" userId="S::pratibha.s@krmangalam.edu.in::c81b94cf-77d6-4481-93e7-f045f6238cd8" providerId="AD" clId="Web-{F7A2B42B-3C31-ED57-11FC-88F583BACD4F}" dt="2025-08-26T09:07:19.105" v="62"/>
          <ac:spMkLst>
            <pc:docMk/>
            <pc:sldMk cId="1025779149" sldId="571"/>
            <ac:spMk id="3" creationId="{CECA9C9F-C3B2-55F7-8FC7-29D69603438C}"/>
          </ac:spMkLst>
        </pc:spChg>
      </pc:sldChg>
      <pc:sldChg chg="modSp">
        <pc:chgData name="pratibha.s" userId="S::pratibha.s@krmangalam.edu.in::c81b94cf-77d6-4481-93e7-f045f6238cd8" providerId="AD" clId="Web-{F7A2B42B-3C31-ED57-11FC-88F583BACD4F}" dt="2025-08-26T09:06:39.354" v="56"/>
        <pc:sldMkLst>
          <pc:docMk/>
          <pc:sldMk cId="2194087652" sldId="573"/>
        </pc:sldMkLst>
        <pc:spChg chg="mod">
          <ac:chgData name="pratibha.s" userId="S::pratibha.s@krmangalam.edu.in::c81b94cf-77d6-4481-93e7-f045f6238cd8" providerId="AD" clId="Web-{F7A2B42B-3C31-ED57-11FC-88F583BACD4F}" dt="2025-08-26T09:06:39.354" v="56"/>
          <ac:spMkLst>
            <pc:docMk/>
            <pc:sldMk cId="2194087652" sldId="573"/>
            <ac:spMk id="3" creationId="{CECA9C9F-C3B2-55F7-8FC7-29D69603438C}"/>
          </ac:spMkLst>
        </pc:spChg>
      </pc:sldChg>
      <pc:sldChg chg="del">
        <pc:chgData name="pratibha.s" userId="S::pratibha.s@krmangalam.edu.in::c81b94cf-77d6-4481-93e7-f045f6238cd8" providerId="AD" clId="Web-{F7A2B42B-3C31-ED57-11FC-88F583BACD4F}" dt="2025-08-26T09:07:04.698" v="59"/>
        <pc:sldMkLst>
          <pc:docMk/>
          <pc:sldMk cId="1383235052" sldId="589"/>
        </pc:sldMkLst>
      </pc:sldChg>
      <pc:sldChg chg="ord">
        <pc:chgData name="pratibha.s" userId="S::pratibha.s@krmangalam.edu.in::c81b94cf-77d6-4481-93e7-f045f6238cd8" providerId="AD" clId="Web-{F7A2B42B-3C31-ED57-11FC-88F583BACD4F}" dt="2025-08-26T09:07:08.573" v="61"/>
        <pc:sldMkLst>
          <pc:docMk/>
          <pc:sldMk cId="3166750141" sldId="590"/>
        </pc:sldMkLst>
      </pc:sldChg>
      <pc:sldChg chg="del">
        <pc:chgData name="pratibha.s" userId="S::pratibha.s@krmangalam.edu.in::c81b94cf-77d6-4481-93e7-f045f6238cd8" providerId="AD" clId="Web-{F7A2B42B-3C31-ED57-11FC-88F583BACD4F}" dt="2025-08-26T09:07:00.589" v="58"/>
        <pc:sldMkLst>
          <pc:docMk/>
          <pc:sldMk cId="959427289" sldId="591"/>
        </pc:sldMkLst>
      </pc:sldChg>
      <pc:sldChg chg="modSp">
        <pc:chgData name="pratibha.s" userId="S::pratibha.s@krmangalam.edu.in::c81b94cf-77d6-4481-93e7-f045f6238cd8" providerId="AD" clId="Web-{F7A2B42B-3C31-ED57-11FC-88F583BACD4F}" dt="2025-08-26T08:26:36.791" v="8" actId="20577"/>
        <pc:sldMkLst>
          <pc:docMk/>
          <pc:sldMk cId="2791100386" sldId="592"/>
        </pc:sldMkLst>
        <pc:spChg chg="mod">
          <ac:chgData name="pratibha.s" userId="S::pratibha.s@krmangalam.edu.in::c81b94cf-77d6-4481-93e7-f045f6238cd8" providerId="AD" clId="Web-{F7A2B42B-3C31-ED57-11FC-88F583BACD4F}" dt="2025-08-26T08:26:36.791" v="8" actId="20577"/>
          <ac:spMkLst>
            <pc:docMk/>
            <pc:sldMk cId="2791100386" sldId="592"/>
            <ac:spMk id="3" creationId="{E211E0C1-FB06-5A7E-0D4A-C50A6016B4DA}"/>
          </ac:spMkLst>
        </pc:spChg>
      </pc:sldChg>
      <pc:sldChg chg="addSp modSp new mod ord modClrScheme chgLayout">
        <pc:chgData name="pratibha.s" userId="S::pratibha.s@krmangalam.edu.in::c81b94cf-77d6-4481-93e7-f045f6238cd8" providerId="AD" clId="Web-{F7A2B42B-3C31-ED57-11FC-88F583BACD4F}" dt="2025-08-26T09:00:53.607" v="39"/>
        <pc:sldMkLst>
          <pc:docMk/>
          <pc:sldMk cId="1502936556" sldId="596"/>
        </pc:sldMkLst>
        <pc:picChg chg="add mod">
          <ac:chgData name="pratibha.s" userId="S::pratibha.s@krmangalam.edu.in::c81b94cf-77d6-4481-93e7-f045f6238cd8" providerId="AD" clId="Web-{F7A2B42B-3C31-ED57-11FC-88F583BACD4F}" dt="2025-08-26T08:24:52.320" v="2"/>
          <ac:picMkLst>
            <pc:docMk/>
            <pc:sldMk cId="1502936556" sldId="596"/>
            <ac:picMk id="2" creationId="{B8C41A92-C23A-D474-15C7-EE4F5BF821C7}"/>
          </ac:picMkLst>
        </pc:picChg>
      </pc:sldChg>
      <pc:sldChg chg="addSp delSp modSp new del">
        <pc:chgData name="pratibha.s" userId="S::pratibha.s@krmangalam.edu.in::c81b94cf-77d6-4481-93e7-f045f6238cd8" providerId="AD" clId="Web-{F7A2B42B-3C31-ED57-11FC-88F583BACD4F}" dt="2025-08-26T08:28:57.122" v="22"/>
        <pc:sldMkLst>
          <pc:docMk/>
          <pc:sldMk cId="1844668979" sldId="597"/>
        </pc:sldMkLst>
        <pc:spChg chg="del">
          <ac:chgData name="pratibha.s" userId="S::pratibha.s@krmangalam.edu.in::c81b94cf-77d6-4481-93e7-f045f6238cd8" providerId="AD" clId="Web-{F7A2B42B-3C31-ED57-11FC-88F583BACD4F}" dt="2025-08-26T08:25:02.586" v="5"/>
          <ac:spMkLst>
            <pc:docMk/>
            <pc:sldMk cId="1844668979" sldId="597"/>
            <ac:spMk id="2" creationId="{61464DD6-C099-3E73-4DF9-2E673369898D}"/>
          </ac:spMkLst>
        </pc:spChg>
        <pc:spChg chg="del">
          <ac:chgData name="pratibha.s" userId="S::pratibha.s@krmangalam.edu.in::c81b94cf-77d6-4481-93e7-f045f6238cd8" providerId="AD" clId="Web-{F7A2B42B-3C31-ED57-11FC-88F583BACD4F}" dt="2025-08-26T08:24:58.992" v="4"/>
          <ac:spMkLst>
            <pc:docMk/>
            <pc:sldMk cId="1844668979" sldId="597"/>
            <ac:spMk id="3" creationId="{940EDFBD-8051-9A33-D20C-960E6D3220DF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8:25:02.586" v="5"/>
          <ac:picMkLst>
            <pc:docMk/>
            <pc:sldMk cId="1844668979" sldId="597"/>
            <ac:picMk id="4" creationId="{ABDC1E25-55D1-5B36-1927-EF4D91AE11EA}"/>
          </ac:picMkLst>
        </pc:picChg>
      </pc:sldChg>
      <pc:sldChg chg="new del">
        <pc:chgData name="pratibha.s" userId="S::pratibha.s@krmangalam.edu.in::c81b94cf-77d6-4481-93e7-f045f6238cd8" providerId="AD" clId="Web-{F7A2B42B-3C31-ED57-11FC-88F583BACD4F}" dt="2025-08-26T08:27:51.636" v="12"/>
        <pc:sldMkLst>
          <pc:docMk/>
          <pc:sldMk cId="1926852152" sldId="598"/>
        </pc:sldMkLst>
      </pc:sldChg>
      <pc:sldChg chg="add">
        <pc:chgData name="pratibha.s" userId="S::pratibha.s@krmangalam.edu.in::c81b94cf-77d6-4481-93e7-f045f6238cd8" providerId="AD" clId="Web-{F7A2B42B-3C31-ED57-11FC-88F583BACD4F}" dt="2025-08-26T08:27:48.183" v="11"/>
        <pc:sldMkLst>
          <pc:docMk/>
          <pc:sldMk cId="2953385170" sldId="599"/>
        </pc:sldMkLst>
      </pc:sldChg>
      <pc:sldChg chg="addSp modSp new mod modClrScheme chgLayout">
        <pc:chgData name="pratibha.s" userId="S::pratibha.s@krmangalam.edu.in::c81b94cf-77d6-4481-93e7-f045f6238cd8" providerId="AD" clId="Web-{F7A2B42B-3C31-ED57-11FC-88F583BACD4F}" dt="2025-08-26T08:28:34.090" v="20"/>
        <pc:sldMkLst>
          <pc:docMk/>
          <pc:sldMk cId="1138548552" sldId="600"/>
        </pc:sldMkLst>
        <pc:picChg chg="add mod">
          <ac:chgData name="pratibha.s" userId="S::pratibha.s@krmangalam.edu.in::c81b94cf-77d6-4481-93e7-f045f6238cd8" providerId="AD" clId="Web-{F7A2B42B-3C31-ED57-11FC-88F583BACD4F}" dt="2025-08-26T08:28:34.090" v="20"/>
          <ac:picMkLst>
            <pc:docMk/>
            <pc:sldMk cId="1138548552" sldId="600"/>
            <ac:picMk id="3" creationId="{7615F979-C922-7578-43CF-653FC2B74C8E}"/>
          </ac:picMkLst>
        </pc:picChg>
      </pc:sldChg>
      <pc:sldChg chg="addSp modSp new mod ord modClrScheme chgLayout">
        <pc:chgData name="pratibha.s" userId="S::pratibha.s@krmangalam.edu.in::c81b94cf-77d6-4481-93e7-f045f6238cd8" providerId="AD" clId="Web-{F7A2B42B-3C31-ED57-11FC-88F583BACD4F}" dt="2025-08-26T09:05:35.836" v="55"/>
        <pc:sldMkLst>
          <pc:docMk/>
          <pc:sldMk cId="1416025753" sldId="601"/>
        </pc:sldMkLst>
        <pc:spChg chg="add mod">
          <ac:chgData name="pratibha.s" userId="S::pratibha.s@krmangalam.edu.in::c81b94cf-77d6-4481-93e7-f045f6238cd8" providerId="AD" clId="Web-{F7A2B42B-3C31-ED57-11FC-88F583BACD4F}" dt="2025-08-26T08:53:11.701" v="32" actId="20577"/>
          <ac:spMkLst>
            <pc:docMk/>
            <pc:sldMk cId="1416025753" sldId="601"/>
            <ac:spMk id="7" creationId="{BC05125C-B536-2F8C-13D4-B96CA15A6F6C}"/>
          </ac:spMkLst>
        </pc:spChg>
        <pc:picChg chg="add mod">
          <ac:chgData name="pratibha.s" userId="S::pratibha.s@krmangalam.edu.in::c81b94cf-77d6-4481-93e7-f045f6238cd8" providerId="AD" clId="Web-{F7A2B42B-3C31-ED57-11FC-88F583BACD4F}" dt="2025-08-26T08:53:06.857" v="25"/>
          <ac:picMkLst>
            <pc:docMk/>
            <pc:sldMk cId="1416025753" sldId="601"/>
            <ac:picMk id="2" creationId="{3F98B85C-BDEB-96EF-D253-3CF9BD87C054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F7A2B42B-3C31-ED57-11FC-88F583BACD4F}" dt="2025-08-26T08:54:01.249" v="35"/>
        <pc:sldMkLst>
          <pc:docMk/>
          <pc:sldMk cId="1103849350" sldId="602"/>
        </pc:sldMkLst>
        <pc:picChg chg="add mod">
          <ac:chgData name="pratibha.s" userId="S::pratibha.s@krmangalam.edu.in::c81b94cf-77d6-4481-93e7-f045f6238cd8" providerId="AD" clId="Web-{F7A2B42B-3C31-ED57-11FC-88F583BACD4F}" dt="2025-08-26T08:54:01.249" v="35"/>
          <ac:picMkLst>
            <pc:docMk/>
            <pc:sldMk cId="1103849350" sldId="602"/>
            <ac:picMk id="2" creationId="{84047793-FBF3-5C18-71E0-C15FE0E0315D}"/>
          </ac:picMkLst>
        </pc:picChg>
      </pc:sldChg>
      <pc:sldChg chg="addSp delSp modSp new">
        <pc:chgData name="pratibha.s" userId="S::pratibha.s@krmangalam.edu.in::c81b94cf-77d6-4481-93e7-f045f6238cd8" providerId="AD" clId="Web-{F7A2B42B-3C31-ED57-11FC-88F583BACD4F}" dt="2025-08-26T09:00:28.374" v="38"/>
        <pc:sldMkLst>
          <pc:docMk/>
          <pc:sldMk cId="748297270" sldId="603"/>
        </pc:sldMkLst>
        <pc:spChg chg="del">
          <ac:chgData name="pratibha.s" userId="S::pratibha.s@krmangalam.edu.in::c81b94cf-77d6-4481-93e7-f045f6238cd8" providerId="AD" clId="Web-{F7A2B42B-3C31-ED57-11FC-88F583BACD4F}" dt="2025-08-26T09:00:28.374" v="38"/>
          <ac:spMkLst>
            <pc:docMk/>
            <pc:sldMk cId="748297270" sldId="603"/>
            <ac:spMk id="2" creationId="{316E215B-183B-CF61-4213-6CB0160C05FF}"/>
          </ac:spMkLst>
        </pc:spChg>
        <pc:spChg chg="del">
          <ac:chgData name="pratibha.s" userId="S::pratibha.s@krmangalam.edu.in::c81b94cf-77d6-4481-93e7-f045f6238cd8" providerId="AD" clId="Web-{F7A2B42B-3C31-ED57-11FC-88F583BACD4F}" dt="2025-08-26T09:00:25.387" v="37"/>
          <ac:spMkLst>
            <pc:docMk/>
            <pc:sldMk cId="748297270" sldId="603"/>
            <ac:spMk id="3" creationId="{257C9C04-FBC4-341D-DD92-A507BB5EEF38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9:00:28.374" v="38"/>
          <ac:picMkLst>
            <pc:docMk/>
            <pc:sldMk cId="748297270" sldId="603"/>
            <ac:picMk id="4" creationId="{9005D7D1-FC16-B587-E660-A23BB3B16535}"/>
          </ac:picMkLst>
        </pc:picChg>
      </pc:sldChg>
      <pc:sldChg chg="addSp delSp modSp new">
        <pc:chgData name="pratibha.s" userId="S::pratibha.s@krmangalam.edu.in::c81b94cf-77d6-4481-93e7-f045f6238cd8" providerId="AD" clId="Web-{F7A2B42B-3C31-ED57-11FC-88F583BACD4F}" dt="2025-08-26T09:01:03.982" v="42"/>
        <pc:sldMkLst>
          <pc:docMk/>
          <pc:sldMk cId="2184336142" sldId="604"/>
        </pc:sldMkLst>
        <pc:spChg chg="del">
          <ac:chgData name="pratibha.s" userId="S::pratibha.s@krmangalam.edu.in::c81b94cf-77d6-4481-93e7-f045f6238cd8" providerId="AD" clId="Web-{F7A2B42B-3C31-ED57-11FC-88F583BACD4F}" dt="2025-08-26T09:01:03.982" v="42"/>
          <ac:spMkLst>
            <pc:docMk/>
            <pc:sldMk cId="2184336142" sldId="604"/>
            <ac:spMk id="2" creationId="{8FD6710A-7075-7375-6465-D713AD779EE9}"/>
          </ac:spMkLst>
        </pc:spChg>
        <pc:spChg chg="del">
          <ac:chgData name="pratibha.s" userId="S::pratibha.s@krmangalam.edu.in::c81b94cf-77d6-4481-93e7-f045f6238cd8" providerId="AD" clId="Web-{F7A2B42B-3C31-ED57-11FC-88F583BACD4F}" dt="2025-08-26T09:01:00.451" v="41"/>
          <ac:spMkLst>
            <pc:docMk/>
            <pc:sldMk cId="2184336142" sldId="604"/>
            <ac:spMk id="3" creationId="{996B27B1-8E2B-719A-B9FF-97FF66BAEE6F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9:01:03.982" v="42"/>
          <ac:picMkLst>
            <pc:docMk/>
            <pc:sldMk cId="2184336142" sldId="604"/>
            <ac:picMk id="4" creationId="{5575855D-A338-C77B-0F92-8FB552AE9DBA}"/>
          </ac:picMkLst>
        </pc:picChg>
      </pc:sldChg>
      <pc:sldChg chg="addSp delSp modSp new">
        <pc:chgData name="pratibha.s" userId="S::pratibha.s@krmangalam.edu.in::c81b94cf-77d6-4481-93e7-f045f6238cd8" providerId="AD" clId="Web-{F7A2B42B-3C31-ED57-11FC-88F583BACD4F}" dt="2025-08-26T09:01:37.093" v="45"/>
        <pc:sldMkLst>
          <pc:docMk/>
          <pc:sldMk cId="1247883334" sldId="605"/>
        </pc:sldMkLst>
        <pc:spChg chg="del">
          <ac:chgData name="pratibha.s" userId="S::pratibha.s@krmangalam.edu.in::c81b94cf-77d6-4481-93e7-f045f6238cd8" providerId="AD" clId="Web-{F7A2B42B-3C31-ED57-11FC-88F583BACD4F}" dt="2025-08-26T09:01:37.093" v="45"/>
          <ac:spMkLst>
            <pc:docMk/>
            <pc:sldMk cId="1247883334" sldId="605"/>
            <ac:spMk id="2" creationId="{8790A10C-746C-B402-F5D8-EAD3C02F3D01}"/>
          </ac:spMkLst>
        </pc:spChg>
        <pc:spChg chg="del">
          <ac:chgData name="pratibha.s" userId="S::pratibha.s@krmangalam.edu.in::c81b94cf-77d6-4481-93e7-f045f6238cd8" providerId="AD" clId="Web-{F7A2B42B-3C31-ED57-11FC-88F583BACD4F}" dt="2025-08-26T09:01:34.765" v="44"/>
          <ac:spMkLst>
            <pc:docMk/>
            <pc:sldMk cId="1247883334" sldId="605"/>
            <ac:spMk id="3" creationId="{49F25250-815A-2FD2-260A-8FC34DA73B3C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9:01:37.093" v="45"/>
          <ac:picMkLst>
            <pc:docMk/>
            <pc:sldMk cId="1247883334" sldId="605"/>
            <ac:picMk id="4" creationId="{46312088-39F8-8E85-6B36-96843FC85927}"/>
          </ac:picMkLst>
        </pc:picChg>
      </pc:sldChg>
      <pc:sldChg chg="addSp delSp modSp new">
        <pc:chgData name="pratibha.s" userId="S::pratibha.s@krmangalam.edu.in::c81b94cf-77d6-4481-93e7-f045f6238cd8" providerId="AD" clId="Web-{F7A2B42B-3C31-ED57-11FC-88F583BACD4F}" dt="2025-08-26T09:02:14.969" v="48"/>
        <pc:sldMkLst>
          <pc:docMk/>
          <pc:sldMk cId="2248604836" sldId="606"/>
        </pc:sldMkLst>
        <pc:spChg chg="del">
          <ac:chgData name="pratibha.s" userId="S::pratibha.s@krmangalam.edu.in::c81b94cf-77d6-4481-93e7-f045f6238cd8" providerId="AD" clId="Web-{F7A2B42B-3C31-ED57-11FC-88F583BACD4F}" dt="2025-08-26T09:02:14.969" v="48"/>
          <ac:spMkLst>
            <pc:docMk/>
            <pc:sldMk cId="2248604836" sldId="606"/>
            <ac:spMk id="2" creationId="{D4A2B40E-3369-AC0D-D9E8-21D4A7BA4534}"/>
          </ac:spMkLst>
        </pc:spChg>
        <pc:spChg chg="del">
          <ac:chgData name="pratibha.s" userId="S::pratibha.s@krmangalam.edu.in::c81b94cf-77d6-4481-93e7-f045f6238cd8" providerId="AD" clId="Web-{F7A2B42B-3C31-ED57-11FC-88F583BACD4F}" dt="2025-08-26T09:02:11.703" v="47"/>
          <ac:spMkLst>
            <pc:docMk/>
            <pc:sldMk cId="2248604836" sldId="606"/>
            <ac:spMk id="3" creationId="{6DD5F2E7-0A1A-A192-26DE-6C4E0960881A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9:02:14.969" v="48"/>
          <ac:picMkLst>
            <pc:docMk/>
            <pc:sldMk cId="2248604836" sldId="606"/>
            <ac:picMk id="4" creationId="{F971BF37-0F5C-ADB4-5113-57A9AF15B115}"/>
          </ac:picMkLst>
        </pc:picChg>
      </pc:sldChg>
      <pc:sldChg chg="addSp delSp modSp new">
        <pc:chgData name="pratibha.s" userId="S::pratibha.s@krmangalam.edu.in::c81b94cf-77d6-4481-93e7-f045f6238cd8" providerId="AD" clId="Web-{F7A2B42B-3C31-ED57-11FC-88F583BACD4F}" dt="2025-08-26T09:02:41.548" v="51"/>
        <pc:sldMkLst>
          <pc:docMk/>
          <pc:sldMk cId="1798442039" sldId="607"/>
        </pc:sldMkLst>
        <pc:spChg chg="del">
          <ac:chgData name="pratibha.s" userId="S::pratibha.s@krmangalam.edu.in::c81b94cf-77d6-4481-93e7-f045f6238cd8" providerId="AD" clId="Web-{F7A2B42B-3C31-ED57-11FC-88F583BACD4F}" dt="2025-08-26T09:02:41.548" v="51"/>
          <ac:spMkLst>
            <pc:docMk/>
            <pc:sldMk cId="1798442039" sldId="607"/>
            <ac:spMk id="2" creationId="{6F3F7B47-56BB-64DE-E9B1-61E2A01CF584}"/>
          </ac:spMkLst>
        </pc:spChg>
        <pc:spChg chg="del">
          <ac:chgData name="pratibha.s" userId="S::pratibha.s@krmangalam.edu.in::c81b94cf-77d6-4481-93e7-f045f6238cd8" providerId="AD" clId="Web-{F7A2B42B-3C31-ED57-11FC-88F583BACD4F}" dt="2025-08-26T09:02:38.626" v="50"/>
          <ac:spMkLst>
            <pc:docMk/>
            <pc:sldMk cId="1798442039" sldId="607"/>
            <ac:spMk id="3" creationId="{B4C1B69A-170C-E56C-F2A5-2B09DE59CEA5}"/>
          </ac:spMkLst>
        </pc:spChg>
        <pc:picChg chg="add mod ord">
          <ac:chgData name="pratibha.s" userId="S::pratibha.s@krmangalam.edu.in::c81b94cf-77d6-4481-93e7-f045f6238cd8" providerId="AD" clId="Web-{F7A2B42B-3C31-ED57-11FC-88F583BACD4F}" dt="2025-08-26T09:02:41.548" v="51"/>
          <ac:picMkLst>
            <pc:docMk/>
            <pc:sldMk cId="1798442039" sldId="607"/>
            <ac:picMk id="4" creationId="{E2634EC7-7B8D-E0C6-3A4D-5F41453108ED}"/>
          </ac:picMkLst>
        </pc:picChg>
      </pc:sldChg>
      <pc:sldChg chg="addSp modSp new mod modClrScheme chgLayout">
        <pc:chgData name="pratibha.s" userId="S::pratibha.s@krmangalam.edu.in::c81b94cf-77d6-4481-93e7-f045f6238cd8" providerId="AD" clId="Web-{F7A2B42B-3C31-ED57-11FC-88F583BACD4F}" dt="2025-08-26T09:03:00.283" v="54"/>
        <pc:sldMkLst>
          <pc:docMk/>
          <pc:sldMk cId="1982430885" sldId="608"/>
        </pc:sldMkLst>
        <pc:picChg chg="add mod">
          <ac:chgData name="pratibha.s" userId="S::pratibha.s@krmangalam.edu.in::c81b94cf-77d6-4481-93e7-f045f6238cd8" providerId="AD" clId="Web-{F7A2B42B-3C31-ED57-11FC-88F583BACD4F}" dt="2025-08-26T09:03:00.283" v="54"/>
          <ac:picMkLst>
            <pc:docMk/>
            <pc:sldMk cId="1982430885" sldId="608"/>
            <ac:picMk id="2" creationId="{2E85632D-B58A-F625-BF05-9766851E066A}"/>
          </ac:picMkLst>
        </pc:picChg>
      </pc:sldChg>
    </pc:docChg>
  </pc:docChgLst>
  <pc:docChgLst>
    <pc:chgData name="pratibha.s" userId="S::pratibha.s@krmangalam.edu.in::c81b94cf-77d6-4481-93e7-f045f6238cd8" providerId="AD" clId="Web-{C216BD33-0853-9E6E-1DCD-D8752C3D2466}"/>
    <pc:docChg chg="addSld delSld modSld">
      <pc:chgData name="pratibha.s" userId="S::pratibha.s@krmangalam.edu.in::c81b94cf-77d6-4481-93e7-f045f6238cd8" providerId="AD" clId="Web-{C216BD33-0853-9E6E-1DCD-D8752C3D2466}" dt="2025-04-07T08:41:45.946" v="10" actId="20577"/>
      <pc:docMkLst>
        <pc:docMk/>
      </pc:docMkLst>
      <pc:sldChg chg="del">
        <pc:chgData name="pratibha.s" userId="S::pratibha.s@krmangalam.edu.in::c81b94cf-77d6-4481-93e7-f045f6238cd8" providerId="AD" clId="Web-{C216BD33-0853-9E6E-1DCD-D8752C3D2466}" dt="2025-04-07T08:41:09.523" v="6"/>
        <pc:sldMkLst>
          <pc:docMk/>
          <pc:sldMk cId="1551643713" sldId="395"/>
        </pc:sldMkLst>
      </pc:sldChg>
      <pc:sldChg chg="add">
        <pc:chgData name="pratibha.s" userId="S::pratibha.s@krmangalam.edu.in::c81b94cf-77d6-4481-93e7-f045f6238cd8" providerId="AD" clId="Web-{C216BD33-0853-9E6E-1DCD-D8752C3D2466}" dt="2025-04-07T08:27:52.264" v="0"/>
        <pc:sldMkLst>
          <pc:docMk/>
          <pc:sldMk cId="1137161756" sldId="549"/>
        </pc:sldMkLst>
      </pc:sldChg>
      <pc:sldChg chg="add del">
        <pc:chgData name="pratibha.s" userId="S::pratibha.s@krmangalam.edu.in::c81b94cf-77d6-4481-93e7-f045f6238cd8" providerId="AD" clId="Web-{C216BD33-0853-9E6E-1DCD-D8752C3D2466}" dt="2025-04-07T08:29:40.721" v="4"/>
        <pc:sldMkLst>
          <pc:docMk/>
          <pc:sldMk cId="2742220809" sldId="560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37.148" v="8" actId="20577"/>
        <pc:sldMkLst>
          <pc:docMk/>
          <pc:sldMk cId="2992620617" sldId="572"/>
        </pc:sldMkLst>
      </pc:sldChg>
      <pc:sldChg chg="modSp add">
        <pc:chgData name="pratibha.s" userId="S::pratibha.s@krmangalam.edu.in::c81b94cf-77d6-4481-93e7-f045f6238cd8" providerId="AD" clId="Web-{C216BD33-0853-9E6E-1DCD-D8752C3D2466}" dt="2025-04-07T08:41:45.946" v="10" actId="20577"/>
        <pc:sldMkLst>
          <pc:docMk/>
          <pc:sldMk cId="2430529132" sldId="573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197D1C-C8C7-4B7D-A14A-F8DDC3A6DC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E7A032A-16F1-46AF-8B22-86037CEB9DA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CO1: </a:t>
          </a:r>
          <a:r>
            <a:rPr lang="en-US" b="1" dirty="0"/>
            <a:t>Understand</a:t>
          </a:r>
          <a:r>
            <a:rPr lang="en-US" dirty="0"/>
            <a:t> the methods for water hardness and the basics of boiler water treatment and analyze fuel calorific values and battery.</a:t>
          </a:r>
        </a:p>
      </dgm:t>
    </dgm:pt>
    <dgm:pt modelId="{F86E09F7-486D-4BEF-A923-F14FEC225C64}" type="parTrans" cxnId="{3320C3F2-A6CD-41CE-AF17-60423ED069A6}">
      <dgm:prSet/>
      <dgm:spPr/>
      <dgm:t>
        <a:bodyPr/>
        <a:lstStyle/>
        <a:p>
          <a:endParaRPr lang="en-US"/>
        </a:p>
      </dgm:t>
    </dgm:pt>
    <dgm:pt modelId="{3FC4EF5E-B808-440A-9E2C-4F7831C8CE8C}" type="sibTrans" cxnId="{3320C3F2-A6CD-41CE-AF17-60423ED069A6}">
      <dgm:prSet/>
      <dgm:spPr/>
      <dgm:t>
        <a:bodyPr/>
        <a:lstStyle/>
        <a:p>
          <a:endParaRPr lang="en-US"/>
        </a:p>
      </dgm:t>
    </dgm:pt>
    <dgm:pt modelId="{0B198A1D-F0DF-4034-A8BC-B066E7FF3ED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CO2: </a:t>
          </a:r>
          <a:r>
            <a:rPr lang="en-US" b="1" dirty="0"/>
            <a:t>Explain</a:t>
          </a:r>
          <a:r>
            <a:rPr lang="en-US" dirty="0"/>
            <a:t> the characteristics and working principles of different battery types and types of fuels. </a:t>
          </a:r>
          <a:endParaRPr lang="en-IN" dirty="0"/>
        </a:p>
      </dgm:t>
    </dgm:pt>
    <dgm:pt modelId="{134E97FE-7EA1-4ADC-83A6-E3D5A6596EBE}" type="parTrans" cxnId="{3D6D94CC-9AFE-4BCD-A5DC-7F3DCEE6B33F}">
      <dgm:prSet/>
      <dgm:spPr/>
      <dgm:t>
        <a:bodyPr/>
        <a:lstStyle/>
        <a:p>
          <a:endParaRPr lang="en-IN"/>
        </a:p>
      </dgm:t>
    </dgm:pt>
    <dgm:pt modelId="{04E66C80-9E50-4D38-B67A-F4FA2D865CE3}" type="sibTrans" cxnId="{3D6D94CC-9AFE-4BCD-A5DC-7F3DCEE6B33F}">
      <dgm:prSet/>
      <dgm:spPr/>
      <dgm:t>
        <a:bodyPr/>
        <a:lstStyle/>
        <a:p>
          <a:endParaRPr lang="en-IN"/>
        </a:p>
      </dgm:t>
    </dgm:pt>
    <dgm:pt modelId="{EEB38B72-A912-468A-BFC3-8EE4A0CB542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CO3: </a:t>
          </a:r>
          <a:r>
            <a:rPr lang="en-US" b="1" dirty="0"/>
            <a:t>Determine</a:t>
          </a:r>
          <a:r>
            <a:rPr lang="en-US" dirty="0"/>
            <a:t> the differences between batteries and fuel cells and classify fuel cell types based on their components.</a:t>
          </a:r>
          <a:r>
            <a:rPr lang="en-IN" dirty="0"/>
            <a:t>. </a:t>
          </a:r>
        </a:p>
      </dgm:t>
    </dgm:pt>
    <dgm:pt modelId="{740ADBB8-CDAC-40D3-99FE-E2752AA6F6F5}" type="parTrans" cxnId="{5AC764CA-156A-405F-A245-8AE6D91B80B0}">
      <dgm:prSet/>
      <dgm:spPr/>
      <dgm:t>
        <a:bodyPr/>
        <a:lstStyle/>
        <a:p>
          <a:endParaRPr lang="en-IN"/>
        </a:p>
      </dgm:t>
    </dgm:pt>
    <dgm:pt modelId="{B2634535-4686-436F-A9EC-5C2A6D4668CD}" type="sibTrans" cxnId="{5AC764CA-156A-405F-A245-8AE6D91B80B0}">
      <dgm:prSet/>
      <dgm:spPr/>
      <dgm:t>
        <a:bodyPr/>
        <a:lstStyle/>
        <a:p>
          <a:endParaRPr lang="en-IN"/>
        </a:p>
      </dgm:t>
    </dgm:pt>
    <dgm:pt modelId="{862F3A91-D739-459C-AA59-ACC91F40100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 dirty="0"/>
            <a:t>CO4: </a:t>
          </a:r>
          <a:r>
            <a:rPr lang="en-US" b="1" dirty="0"/>
            <a:t>Identify</a:t>
          </a:r>
          <a:r>
            <a:rPr lang="en-US" dirty="0"/>
            <a:t> between hard and soft water, solve the related numerical problems on water purification and emf and its significance in industry and daily life.</a:t>
          </a:r>
          <a:endParaRPr lang="en-IN" dirty="0"/>
        </a:p>
      </dgm:t>
    </dgm:pt>
    <dgm:pt modelId="{921011F5-0208-4207-BF03-301150786E64}" type="parTrans" cxnId="{3D8F8866-8328-49C1-81AE-8F591F259B99}">
      <dgm:prSet/>
      <dgm:spPr/>
      <dgm:t>
        <a:bodyPr/>
        <a:lstStyle/>
        <a:p>
          <a:endParaRPr lang="en-IN"/>
        </a:p>
      </dgm:t>
    </dgm:pt>
    <dgm:pt modelId="{831DC015-3E12-4E16-A5EC-98A7F0C54591}" type="sibTrans" cxnId="{3D8F8866-8328-49C1-81AE-8F591F259B99}">
      <dgm:prSet/>
      <dgm:spPr/>
      <dgm:t>
        <a:bodyPr/>
        <a:lstStyle/>
        <a:p>
          <a:endParaRPr lang="en-IN"/>
        </a:p>
      </dgm:t>
    </dgm:pt>
    <dgm:pt modelId="{2536D237-47EA-4B37-A454-BB90BD199B6A}" type="pres">
      <dgm:prSet presAssocID="{98197D1C-C8C7-4B7D-A14A-F8DDC3A6DCEA}" presName="root" presStyleCnt="0">
        <dgm:presLayoutVars>
          <dgm:dir/>
          <dgm:resizeHandles val="exact"/>
        </dgm:presLayoutVars>
      </dgm:prSet>
      <dgm:spPr/>
    </dgm:pt>
    <dgm:pt modelId="{379558B8-FE68-46C2-8D91-F37CFA5AF511}" type="pres">
      <dgm:prSet presAssocID="{1E7A032A-16F1-46AF-8B22-86037CEB9DA0}" presName="compNode" presStyleCnt="0"/>
      <dgm:spPr/>
    </dgm:pt>
    <dgm:pt modelId="{F41D418F-7B3C-47CC-81B2-AE3147FC537D}" type="pres">
      <dgm:prSet presAssocID="{1E7A032A-16F1-46AF-8B22-86037CEB9DA0}" presName="bgRect" presStyleLbl="bgShp" presStyleIdx="0" presStyleCnt="4"/>
      <dgm:spPr/>
    </dgm:pt>
    <dgm:pt modelId="{8CBEF6DD-AA1D-47DF-9638-57CD9E704645}" type="pres">
      <dgm:prSet presAssocID="{1E7A032A-16F1-46AF-8B22-86037CEB9D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D399F639-EE39-4BCB-8E7E-86EA8EBD54FF}" type="pres">
      <dgm:prSet presAssocID="{1E7A032A-16F1-46AF-8B22-86037CEB9DA0}" presName="spaceRect" presStyleCnt="0"/>
      <dgm:spPr/>
    </dgm:pt>
    <dgm:pt modelId="{C859899F-9E11-47BC-ABD7-B1ADA39E6E4E}" type="pres">
      <dgm:prSet presAssocID="{1E7A032A-16F1-46AF-8B22-86037CEB9DA0}" presName="parTx" presStyleLbl="revTx" presStyleIdx="0" presStyleCnt="4">
        <dgm:presLayoutVars>
          <dgm:chMax val="0"/>
          <dgm:chPref val="0"/>
        </dgm:presLayoutVars>
      </dgm:prSet>
      <dgm:spPr/>
    </dgm:pt>
    <dgm:pt modelId="{90216848-D318-4661-B39E-EF10D6A71FA1}" type="pres">
      <dgm:prSet presAssocID="{3FC4EF5E-B808-440A-9E2C-4F7831C8CE8C}" presName="sibTrans" presStyleCnt="0"/>
      <dgm:spPr/>
    </dgm:pt>
    <dgm:pt modelId="{F95D8AB0-6A9B-485A-BDE4-E4A68A9A505E}" type="pres">
      <dgm:prSet presAssocID="{0B198A1D-F0DF-4034-A8BC-B066E7FF3EDB}" presName="compNode" presStyleCnt="0"/>
      <dgm:spPr/>
    </dgm:pt>
    <dgm:pt modelId="{C012FC80-3824-4EFE-9F5A-114D1483AA54}" type="pres">
      <dgm:prSet presAssocID="{0B198A1D-F0DF-4034-A8BC-B066E7FF3EDB}" presName="bgRect" presStyleLbl="bgShp" presStyleIdx="1" presStyleCnt="4"/>
      <dgm:spPr/>
    </dgm:pt>
    <dgm:pt modelId="{B4D3A1C4-4BA4-4014-841A-6B71C45548B0}" type="pres">
      <dgm:prSet presAssocID="{0B198A1D-F0DF-4034-A8BC-B066E7FF3ED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7EBC6868-9C28-4991-8CF1-9D70A6D813FC}" type="pres">
      <dgm:prSet presAssocID="{0B198A1D-F0DF-4034-A8BC-B066E7FF3EDB}" presName="spaceRect" presStyleCnt="0"/>
      <dgm:spPr/>
    </dgm:pt>
    <dgm:pt modelId="{D44C2E2F-D83F-4A52-A6C0-E2CA822CE068}" type="pres">
      <dgm:prSet presAssocID="{0B198A1D-F0DF-4034-A8BC-B066E7FF3EDB}" presName="parTx" presStyleLbl="revTx" presStyleIdx="1" presStyleCnt="4">
        <dgm:presLayoutVars>
          <dgm:chMax val="0"/>
          <dgm:chPref val="0"/>
        </dgm:presLayoutVars>
      </dgm:prSet>
      <dgm:spPr/>
    </dgm:pt>
    <dgm:pt modelId="{B24887C3-295A-4F94-953B-202027765959}" type="pres">
      <dgm:prSet presAssocID="{04E66C80-9E50-4D38-B67A-F4FA2D865CE3}" presName="sibTrans" presStyleCnt="0"/>
      <dgm:spPr/>
    </dgm:pt>
    <dgm:pt modelId="{9E014CA1-8CB7-4B47-837C-FDA9CD13B899}" type="pres">
      <dgm:prSet presAssocID="{EEB38B72-A912-468A-BFC3-8EE4A0CB542B}" presName="compNode" presStyleCnt="0"/>
      <dgm:spPr/>
    </dgm:pt>
    <dgm:pt modelId="{1AE007B7-B3F8-4079-A7C6-8FECDDD7FCAC}" type="pres">
      <dgm:prSet presAssocID="{EEB38B72-A912-468A-BFC3-8EE4A0CB542B}" presName="bgRect" presStyleLbl="bgShp" presStyleIdx="2" presStyleCnt="4"/>
      <dgm:spPr/>
    </dgm:pt>
    <dgm:pt modelId="{78CE3D94-A17F-4373-8F94-FFA0F916D308}" type="pres">
      <dgm:prSet presAssocID="{EEB38B72-A912-468A-BFC3-8EE4A0CB54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2320A3BD-2636-4C64-8E3B-441C52220EBB}" type="pres">
      <dgm:prSet presAssocID="{EEB38B72-A912-468A-BFC3-8EE4A0CB542B}" presName="spaceRect" presStyleCnt="0"/>
      <dgm:spPr/>
    </dgm:pt>
    <dgm:pt modelId="{CDF8F216-6DF1-4747-B11D-32515D5ADACC}" type="pres">
      <dgm:prSet presAssocID="{EEB38B72-A912-468A-BFC3-8EE4A0CB542B}" presName="parTx" presStyleLbl="revTx" presStyleIdx="2" presStyleCnt="4">
        <dgm:presLayoutVars>
          <dgm:chMax val="0"/>
          <dgm:chPref val="0"/>
        </dgm:presLayoutVars>
      </dgm:prSet>
      <dgm:spPr/>
    </dgm:pt>
    <dgm:pt modelId="{CD869F62-C8BC-47A1-9B89-E65DF783C3B1}" type="pres">
      <dgm:prSet presAssocID="{B2634535-4686-436F-A9EC-5C2A6D4668CD}" presName="sibTrans" presStyleCnt="0"/>
      <dgm:spPr/>
    </dgm:pt>
    <dgm:pt modelId="{F41339C3-1E4E-4314-A8CA-390171776897}" type="pres">
      <dgm:prSet presAssocID="{862F3A91-D739-459C-AA59-ACC91F401002}" presName="compNode" presStyleCnt="0"/>
      <dgm:spPr/>
    </dgm:pt>
    <dgm:pt modelId="{9CC8D97A-242E-4192-9D22-094C754722C1}" type="pres">
      <dgm:prSet presAssocID="{862F3A91-D739-459C-AA59-ACC91F401002}" presName="bgRect" presStyleLbl="bgShp" presStyleIdx="3" presStyleCnt="4"/>
      <dgm:spPr/>
    </dgm:pt>
    <dgm:pt modelId="{E3801F28-382D-48CB-999F-D64AC321BFEA}" type="pres">
      <dgm:prSet presAssocID="{862F3A91-D739-459C-AA59-ACC91F40100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0EA0F913-274C-4385-B0AF-55AA690A1A7F}" type="pres">
      <dgm:prSet presAssocID="{862F3A91-D739-459C-AA59-ACC91F401002}" presName="spaceRect" presStyleCnt="0"/>
      <dgm:spPr/>
    </dgm:pt>
    <dgm:pt modelId="{C5518254-9836-41F1-BF89-7570967DD110}" type="pres">
      <dgm:prSet presAssocID="{862F3A91-D739-459C-AA59-ACC91F40100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8F8866-8328-49C1-81AE-8F591F259B99}" srcId="{98197D1C-C8C7-4B7D-A14A-F8DDC3A6DCEA}" destId="{862F3A91-D739-459C-AA59-ACC91F401002}" srcOrd="3" destOrd="0" parTransId="{921011F5-0208-4207-BF03-301150786E64}" sibTransId="{831DC015-3E12-4E16-A5EC-98A7F0C54591}"/>
    <dgm:cxn modelId="{7FF79680-C74E-4147-8765-BB0459743B26}" type="presOf" srcId="{0B198A1D-F0DF-4034-A8BC-B066E7FF3EDB}" destId="{D44C2E2F-D83F-4A52-A6C0-E2CA822CE068}" srcOrd="0" destOrd="0" presId="urn:microsoft.com/office/officeart/2018/2/layout/IconVerticalSolidList"/>
    <dgm:cxn modelId="{F2724193-C788-48B3-869C-44D64BE70F35}" type="presOf" srcId="{98197D1C-C8C7-4B7D-A14A-F8DDC3A6DCEA}" destId="{2536D237-47EA-4B37-A454-BB90BD199B6A}" srcOrd="0" destOrd="0" presId="urn:microsoft.com/office/officeart/2018/2/layout/IconVerticalSolidList"/>
    <dgm:cxn modelId="{4D6F67AE-90DC-485B-BE19-E2CDF252AE39}" type="presOf" srcId="{1E7A032A-16F1-46AF-8B22-86037CEB9DA0}" destId="{C859899F-9E11-47BC-ABD7-B1ADA39E6E4E}" srcOrd="0" destOrd="0" presId="urn:microsoft.com/office/officeart/2018/2/layout/IconVerticalSolidList"/>
    <dgm:cxn modelId="{5AC764CA-156A-405F-A245-8AE6D91B80B0}" srcId="{98197D1C-C8C7-4B7D-A14A-F8DDC3A6DCEA}" destId="{EEB38B72-A912-468A-BFC3-8EE4A0CB542B}" srcOrd="2" destOrd="0" parTransId="{740ADBB8-CDAC-40D3-99FE-E2752AA6F6F5}" sibTransId="{B2634535-4686-436F-A9EC-5C2A6D4668CD}"/>
    <dgm:cxn modelId="{3D6D94CC-9AFE-4BCD-A5DC-7F3DCEE6B33F}" srcId="{98197D1C-C8C7-4B7D-A14A-F8DDC3A6DCEA}" destId="{0B198A1D-F0DF-4034-A8BC-B066E7FF3EDB}" srcOrd="1" destOrd="0" parTransId="{134E97FE-7EA1-4ADC-83A6-E3D5A6596EBE}" sibTransId="{04E66C80-9E50-4D38-B67A-F4FA2D865CE3}"/>
    <dgm:cxn modelId="{90315EDD-841C-4C65-B532-5FDF41F45327}" type="presOf" srcId="{862F3A91-D739-459C-AA59-ACC91F401002}" destId="{C5518254-9836-41F1-BF89-7570967DD110}" srcOrd="0" destOrd="0" presId="urn:microsoft.com/office/officeart/2018/2/layout/IconVerticalSolidList"/>
    <dgm:cxn modelId="{0B1CC3F2-2869-45FB-B2DC-E7696F446ED2}" type="presOf" srcId="{EEB38B72-A912-468A-BFC3-8EE4A0CB542B}" destId="{CDF8F216-6DF1-4747-B11D-32515D5ADACC}" srcOrd="0" destOrd="0" presId="urn:microsoft.com/office/officeart/2018/2/layout/IconVerticalSolidList"/>
    <dgm:cxn modelId="{3320C3F2-A6CD-41CE-AF17-60423ED069A6}" srcId="{98197D1C-C8C7-4B7D-A14A-F8DDC3A6DCEA}" destId="{1E7A032A-16F1-46AF-8B22-86037CEB9DA0}" srcOrd="0" destOrd="0" parTransId="{F86E09F7-486D-4BEF-A923-F14FEC225C64}" sibTransId="{3FC4EF5E-B808-440A-9E2C-4F7831C8CE8C}"/>
    <dgm:cxn modelId="{A7E58C7C-9633-4835-8FF9-137585CDD281}" type="presParOf" srcId="{2536D237-47EA-4B37-A454-BB90BD199B6A}" destId="{379558B8-FE68-46C2-8D91-F37CFA5AF511}" srcOrd="0" destOrd="0" presId="urn:microsoft.com/office/officeart/2018/2/layout/IconVerticalSolidList"/>
    <dgm:cxn modelId="{D6839034-7F36-4C87-877D-BCEA1DF0AAE2}" type="presParOf" srcId="{379558B8-FE68-46C2-8D91-F37CFA5AF511}" destId="{F41D418F-7B3C-47CC-81B2-AE3147FC537D}" srcOrd="0" destOrd="0" presId="urn:microsoft.com/office/officeart/2018/2/layout/IconVerticalSolidList"/>
    <dgm:cxn modelId="{C772F475-AEC7-4165-8E78-CA78B73AC580}" type="presParOf" srcId="{379558B8-FE68-46C2-8D91-F37CFA5AF511}" destId="{8CBEF6DD-AA1D-47DF-9638-57CD9E704645}" srcOrd="1" destOrd="0" presId="urn:microsoft.com/office/officeart/2018/2/layout/IconVerticalSolidList"/>
    <dgm:cxn modelId="{B9C7E122-50C4-492F-BACB-FBF01BE7CFB4}" type="presParOf" srcId="{379558B8-FE68-46C2-8D91-F37CFA5AF511}" destId="{D399F639-EE39-4BCB-8E7E-86EA8EBD54FF}" srcOrd="2" destOrd="0" presId="urn:microsoft.com/office/officeart/2018/2/layout/IconVerticalSolidList"/>
    <dgm:cxn modelId="{F950B035-4802-415D-9C4D-9A0A42946510}" type="presParOf" srcId="{379558B8-FE68-46C2-8D91-F37CFA5AF511}" destId="{C859899F-9E11-47BC-ABD7-B1ADA39E6E4E}" srcOrd="3" destOrd="0" presId="urn:microsoft.com/office/officeart/2018/2/layout/IconVerticalSolidList"/>
    <dgm:cxn modelId="{A58F67E3-027C-4BB9-9E5D-14FE5448C7E7}" type="presParOf" srcId="{2536D237-47EA-4B37-A454-BB90BD199B6A}" destId="{90216848-D318-4661-B39E-EF10D6A71FA1}" srcOrd="1" destOrd="0" presId="urn:microsoft.com/office/officeart/2018/2/layout/IconVerticalSolidList"/>
    <dgm:cxn modelId="{AFF4472D-11E2-44EF-AEE9-BC46928775DB}" type="presParOf" srcId="{2536D237-47EA-4B37-A454-BB90BD199B6A}" destId="{F95D8AB0-6A9B-485A-BDE4-E4A68A9A505E}" srcOrd="2" destOrd="0" presId="urn:microsoft.com/office/officeart/2018/2/layout/IconVerticalSolidList"/>
    <dgm:cxn modelId="{16EBCC3C-736D-4D2A-8013-62BA698A83A1}" type="presParOf" srcId="{F95D8AB0-6A9B-485A-BDE4-E4A68A9A505E}" destId="{C012FC80-3824-4EFE-9F5A-114D1483AA54}" srcOrd="0" destOrd="0" presId="urn:microsoft.com/office/officeart/2018/2/layout/IconVerticalSolidList"/>
    <dgm:cxn modelId="{1C3F6AF7-4688-4FE7-BBAF-6D6D009A92C1}" type="presParOf" srcId="{F95D8AB0-6A9B-485A-BDE4-E4A68A9A505E}" destId="{B4D3A1C4-4BA4-4014-841A-6B71C45548B0}" srcOrd="1" destOrd="0" presId="urn:microsoft.com/office/officeart/2018/2/layout/IconVerticalSolidList"/>
    <dgm:cxn modelId="{741DDDD6-1A7A-49A0-A205-695A360CD3D5}" type="presParOf" srcId="{F95D8AB0-6A9B-485A-BDE4-E4A68A9A505E}" destId="{7EBC6868-9C28-4991-8CF1-9D70A6D813FC}" srcOrd="2" destOrd="0" presId="urn:microsoft.com/office/officeart/2018/2/layout/IconVerticalSolidList"/>
    <dgm:cxn modelId="{473E02D5-9413-4752-9FD7-748EB0176B1B}" type="presParOf" srcId="{F95D8AB0-6A9B-485A-BDE4-E4A68A9A505E}" destId="{D44C2E2F-D83F-4A52-A6C0-E2CA822CE068}" srcOrd="3" destOrd="0" presId="urn:microsoft.com/office/officeart/2018/2/layout/IconVerticalSolidList"/>
    <dgm:cxn modelId="{2D14FF92-2CE5-48DF-BA8A-3D26E76DB63F}" type="presParOf" srcId="{2536D237-47EA-4B37-A454-BB90BD199B6A}" destId="{B24887C3-295A-4F94-953B-202027765959}" srcOrd="3" destOrd="0" presId="urn:microsoft.com/office/officeart/2018/2/layout/IconVerticalSolidList"/>
    <dgm:cxn modelId="{C6437333-FA7E-49ED-B122-6D318377C414}" type="presParOf" srcId="{2536D237-47EA-4B37-A454-BB90BD199B6A}" destId="{9E014CA1-8CB7-4B47-837C-FDA9CD13B899}" srcOrd="4" destOrd="0" presId="urn:microsoft.com/office/officeart/2018/2/layout/IconVerticalSolidList"/>
    <dgm:cxn modelId="{EC635338-9943-4F64-9AD4-47109EE7231A}" type="presParOf" srcId="{9E014CA1-8CB7-4B47-837C-FDA9CD13B899}" destId="{1AE007B7-B3F8-4079-A7C6-8FECDDD7FCAC}" srcOrd="0" destOrd="0" presId="urn:microsoft.com/office/officeart/2018/2/layout/IconVerticalSolidList"/>
    <dgm:cxn modelId="{5B4BE7A5-A3D9-4F81-A48A-C883D324BD01}" type="presParOf" srcId="{9E014CA1-8CB7-4B47-837C-FDA9CD13B899}" destId="{78CE3D94-A17F-4373-8F94-FFA0F916D308}" srcOrd="1" destOrd="0" presId="urn:microsoft.com/office/officeart/2018/2/layout/IconVerticalSolidList"/>
    <dgm:cxn modelId="{6AFFA396-8C5F-4D9A-91DA-B320C31EEB85}" type="presParOf" srcId="{9E014CA1-8CB7-4B47-837C-FDA9CD13B899}" destId="{2320A3BD-2636-4C64-8E3B-441C52220EBB}" srcOrd="2" destOrd="0" presId="urn:microsoft.com/office/officeart/2018/2/layout/IconVerticalSolidList"/>
    <dgm:cxn modelId="{B68984CC-3A55-4DD2-9B98-E4509ED4CE58}" type="presParOf" srcId="{9E014CA1-8CB7-4B47-837C-FDA9CD13B899}" destId="{CDF8F216-6DF1-4747-B11D-32515D5ADACC}" srcOrd="3" destOrd="0" presId="urn:microsoft.com/office/officeart/2018/2/layout/IconVerticalSolidList"/>
    <dgm:cxn modelId="{92C9A28A-550C-473E-9379-C3ECA8579662}" type="presParOf" srcId="{2536D237-47EA-4B37-A454-BB90BD199B6A}" destId="{CD869F62-C8BC-47A1-9B89-E65DF783C3B1}" srcOrd="5" destOrd="0" presId="urn:microsoft.com/office/officeart/2018/2/layout/IconVerticalSolidList"/>
    <dgm:cxn modelId="{01CA2A13-DD93-4DA8-AA24-124810860048}" type="presParOf" srcId="{2536D237-47EA-4B37-A454-BB90BD199B6A}" destId="{F41339C3-1E4E-4314-A8CA-390171776897}" srcOrd="6" destOrd="0" presId="urn:microsoft.com/office/officeart/2018/2/layout/IconVerticalSolidList"/>
    <dgm:cxn modelId="{7D57C925-29C7-474F-BF3E-5E31B5E7207F}" type="presParOf" srcId="{F41339C3-1E4E-4314-A8CA-390171776897}" destId="{9CC8D97A-242E-4192-9D22-094C754722C1}" srcOrd="0" destOrd="0" presId="urn:microsoft.com/office/officeart/2018/2/layout/IconVerticalSolidList"/>
    <dgm:cxn modelId="{E9CDB2B8-0FDC-4228-85DE-7DD2C23DD343}" type="presParOf" srcId="{F41339C3-1E4E-4314-A8CA-390171776897}" destId="{E3801F28-382D-48CB-999F-D64AC321BFEA}" srcOrd="1" destOrd="0" presId="urn:microsoft.com/office/officeart/2018/2/layout/IconVerticalSolidList"/>
    <dgm:cxn modelId="{72612AEB-4519-4A62-9E83-A46F32ED653C}" type="presParOf" srcId="{F41339C3-1E4E-4314-A8CA-390171776897}" destId="{0EA0F913-274C-4385-B0AF-55AA690A1A7F}" srcOrd="2" destOrd="0" presId="urn:microsoft.com/office/officeart/2018/2/layout/IconVerticalSolidList"/>
    <dgm:cxn modelId="{814CA231-7D7A-489D-861E-E27CB4DE072E}" type="presParOf" srcId="{F41339C3-1E4E-4314-A8CA-390171776897}" destId="{C5518254-9836-41F1-BF89-7570967DD1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D418F-7B3C-47CC-81B2-AE3147FC537D}">
      <dsp:nvSpPr>
        <dsp:cNvPr id="0" name=""/>
        <dsp:cNvSpPr/>
      </dsp:nvSpPr>
      <dsp:spPr>
        <a:xfrm>
          <a:off x="0" y="331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EF6DD-AA1D-47DF-9638-57CD9E704645}">
      <dsp:nvSpPr>
        <dsp:cNvPr id="0" name=""/>
        <dsp:cNvSpPr/>
      </dsp:nvSpPr>
      <dsp:spPr>
        <a:xfrm>
          <a:off x="346792" y="261259"/>
          <a:ext cx="631148" cy="6305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9899F-9E11-47BC-ABD7-B1ADA39E6E4E}">
      <dsp:nvSpPr>
        <dsp:cNvPr id="0" name=""/>
        <dsp:cNvSpPr/>
      </dsp:nvSpPr>
      <dsp:spPr>
        <a:xfrm>
          <a:off x="1324733" y="331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CO1: </a:t>
          </a:r>
          <a:r>
            <a:rPr lang="en-US" sz="1400" b="1" kern="1200" dirty="0"/>
            <a:t>Understand</a:t>
          </a:r>
          <a:r>
            <a:rPr lang="en-US" sz="1400" kern="1200" dirty="0"/>
            <a:t> the methods for water hardness and the basics of boiler water treatment and analyze fuel calorific values and battery.</a:t>
          </a:r>
        </a:p>
      </dsp:txBody>
      <dsp:txXfrm>
        <a:off x="1324733" y="3314"/>
        <a:ext cx="2762446" cy="1147542"/>
      </dsp:txXfrm>
    </dsp:sp>
    <dsp:sp modelId="{C012FC80-3824-4EFE-9F5A-114D1483AA54}">
      <dsp:nvSpPr>
        <dsp:cNvPr id="0" name=""/>
        <dsp:cNvSpPr/>
      </dsp:nvSpPr>
      <dsp:spPr>
        <a:xfrm>
          <a:off x="0" y="1429049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3A1C4-4BA4-4014-841A-6B71C45548B0}">
      <dsp:nvSpPr>
        <dsp:cNvPr id="0" name=""/>
        <dsp:cNvSpPr/>
      </dsp:nvSpPr>
      <dsp:spPr>
        <a:xfrm>
          <a:off x="346792" y="1686994"/>
          <a:ext cx="631148" cy="6305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C2E2F-D83F-4A52-A6C0-E2CA822CE068}">
      <dsp:nvSpPr>
        <dsp:cNvPr id="0" name=""/>
        <dsp:cNvSpPr/>
      </dsp:nvSpPr>
      <dsp:spPr>
        <a:xfrm>
          <a:off x="1324733" y="1429049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CO2: </a:t>
          </a:r>
          <a:r>
            <a:rPr lang="en-US" sz="1400" b="1" kern="1200" dirty="0"/>
            <a:t>Explain</a:t>
          </a:r>
          <a:r>
            <a:rPr lang="en-US" sz="1400" kern="1200" dirty="0"/>
            <a:t> the characteristics and working principles of different battery types and types of fuels. </a:t>
          </a:r>
          <a:endParaRPr lang="en-IN" sz="1400" kern="1200" dirty="0"/>
        </a:p>
      </dsp:txBody>
      <dsp:txXfrm>
        <a:off x="1324733" y="1429049"/>
        <a:ext cx="2762446" cy="1147542"/>
      </dsp:txXfrm>
    </dsp:sp>
    <dsp:sp modelId="{1AE007B7-B3F8-4079-A7C6-8FECDDD7FCAC}">
      <dsp:nvSpPr>
        <dsp:cNvPr id="0" name=""/>
        <dsp:cNvSpPr/>
      </dsp:nvSpPr>
      <dsp:spPr>
        <a:xfrm>
          <a:off x="0" y="2854784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E3D94-A17F-4373-8F94-FFA0F916D308}">
      <dsp:nvSpPr>
        <dsp:cNvPr id="0" name=""/>
        <dsp:cNvSpPr/>
      </dsp:nvSpPr>
      <dsp:spPr>
        <a:xfrm>
          <a:off x="346792" y="3112729"/>
          <a:ext cx="631148" cy="6305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F216-6DF1-4747-B11D-32515D5ADACC}">
      <dsp:nvSpPr>
        <dsp:cNvPr id="0" name=""/>
        <dsp:cNvSpPr/>
      </dsp:nvSpPr>
      <dsp:spPr>
        <a:xfrm>
          <a:off x="1324733" y="2854784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CO3: </a:t>
          </a:r>
          <a:r>
            <a:rPr lang="en-US" sz="1400" b="1" kern="1200" dirty="0"/>
            <a:t>Determine</a:t>
          </a:r>
          <a:r>
            <a:rPr lang="en-US" sz="1400" kern="1200" dirty="0"/>
            <a:t> the differences between batteries and fuel cells and classify fuel cell types based on their components.</a:t>
          </a:r>
          <a:r>
            <a:rPr lang="en-IN" sz="1400" kern="1200" dirty="0"/>
            <a:t>. </a:t>
          </a:r>
        </a:p>
      </dsp:txBody>
      <dsp:txXfrm>
        <a:off x="1324733" y="2854784"/>
        <a:ext cx="2762446" cy="1147542"/>
      </dsp:txXfrm>
    </dsp:sp>
    <dsp:sp modelId="{9CC8D97A-242E-4192-9D22-094C754722C1}">
      <dsp:nvSpPr>
        <dsp:cNvPr id="0" name=""/>
        <dsp:cNvSpPr/>
      </dsp:nvSpPr>
      <dsp:spPr>
        <a:xfrm>
          <a:off x="0" y="4280518"/>
          <a:ext cx="4381571" cy="11464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801F28-382D-48CB-999F-D64AC321BFEA}">
      <dsp:nvSpPr>
        <dsp:cNvPr id="0" name=""/>
        <dsp:cNvSpPr/>
      </dsp:nvSpPr>
      <dsp:spPr>
        <a:xfrm>
          <a:off x="346792" y="4538463"/>
          <a:ext cx="631148" cy="6305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18254-9836-41F1-BF89-7570967DD110}">
      <dsp:nvSpPr>
        <dsp:cNvPr id="0" name=""/>
        <dsp:cNvSpPr/>
      </dsp:nvSpPr>
      <dsp:spPr>
        <a:xfrm>
          <a:off x="1324733" y="4280518"/>
          <a:ext cx="2762446" cy="11475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448" tIns="121448" rIns="121448" bIns="12144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CO4: </a:t>
          </a:r>
          <a:r>
            <a:rPr lang="en-US" sz="1400" b="1" kern="1200" dirty="0"/>
            <a:t>Identify</a:t>
          </a:r>
          <a:r>
            <a:rPr lang="en-US" sz="1400" kern="1200" dirty="0"/>
            <a:t> between hard and soft water, solve the related numerical problems on water purification and emf and its significance in industry and daily life.</a:t>
          </a:r>
          <a:endParaRPr lang="en-IN" sz="1400" kern="1200" dirty="0"/>
        </a:p>
      </dsp:txBody>
      <dsp:txXfrm>
        <a:off x="1324733" y="4280518"/>
        <a:ext cx="2762446" cy="11475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07F7F2-8066-4F2A-AE3A-77AF146FA82B}" type="datetimeFigureOut"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620E8-3042-4665-AFE6-0D4EFF4817F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6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F4C811-DA96-46FA-BC8F-4500A40C51F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4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57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22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896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0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C6ED315-77F4-C669-298E-231DEF66A9C9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9EFDD7-7865-2C8A-1FE8-FCC0B6653658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DBCB0-8A8F-7DA1-1B86-3776AA10B2A0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7ED083-19F2-6E8B-9B04-FF6C4C4DF034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C27BB24-8BAB-5DEA-9FC1-0C6A43D5B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8F729C2-F173-0381-4353-1218FA78BDCC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656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7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64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9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35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0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90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42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60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493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59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20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6457950"/>
            <a:ext cx="1076628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64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427CE-9252-4017-A2F1-7A5BA7469A5F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01C172-055D-4287-BA88-A2CF0CF0D7D8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97DFB79-A579-B480-4552-AC3CA7847CE2}"/>
              </a:ext>
            </a:extLst>
          </p:cNvPr>
          <p:cNvGrpSpPr/>
          <p:nvPr userDrawn="1"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CCACE8-7A58-B659-67BE-FE0736BC68EF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B00BDB1-4E66-6E67-EC10-D694C3B17A0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C95144-A583-0E01-9071-3FC5145F3933}"/>
              </a:ext>
            </a:extLst>
          </p:cNvPr>
          <p:cNvGrpSpPr/>
          <p:nvPr userDrawn="1"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909CB5-39DD-3CBA-AE03-2431CF8C1266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079DD2-F864-963B-624A-5F2175D62382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944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EB6A25-0621-10C8-9539-F4E23EC1891E}"/>
              </a:ext>
            </a:extLst>
          </p:cNvPr>
          <p:cNvSpPr/>
          <p:nvPr/>
        </p:nvSpPr>
        <p:spPr>
          <a:xfrm>
            <a:off x="-15214" y="1251437"/>
            <a:ext cx="9159214" cy="5297705"/>
          </a:xfrm>
          <a:prstGeom prst="rect">
            <a:avLst/>
          </a:prstGeom>
          <a:blipFill dpi="0" rotWithShape="1">
            <a:blip r:embed="rId3">
              <a:alphaModFix amt="50000"/>
            </a:blip>
            <a:srcRect/>
            <a:stretch>
              <a:fillRect t="-38621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defRPr/>
            </a:pPr>
            <a:endParaRPr lang="en-IN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910B384-7E13-233A-9F37-02109640C973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A3C5C49-EEE1-635D-59E5-7808D54395A4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26EC0BF-23F7-8D74-28AC-EB3330F5685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4417709-EA2B-EEB2-0124-DBC679B75F59}"/>
              </a:ext>
            </a:extLst>
          </p:cNvPr>
          <p:cNvSpPr txBox="1"/>
          <p:nvPr/>
        </p:nvSpPr>
        <p:spPr>
          <a:xfrm>
            <a:off x="1756081" y="4894133"/>
            <a:ext cx="5616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Pratibha Sharma</a:t>
            </a:r>
          </a:p>
          <a:p>
            <a:pPr algn="ctr">
              <a:defRPr/>
            </a:pP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Chemistry </a:t>
            </a:r>
          </a:p>
          <a:p>
            <a:pPr algn="ctr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School of Basic and Applied Sciences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 Mangalam University</a:t>
            </a:r>
          </a:p>
          <a:p>
            <a:pPr algn="ctr" defTabSz="342900">
              <a:defRPr/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Sohna Road, Gurugram</a:t>
            </a:r>
            <a:endParaRPr lang="en-IN" sz="16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1708C23-8D0C-B7D6-5018-8B0190278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274" y="308857"/>
            <a:ext cx="8572501" cy="9276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4A3F9-E1EE-5DBD-6D95-67CF95DACB77}"/>
              </a:ext>
            </a:extLst>
          </p:cNvPr>
          <p:cNvSpPr txBox="1"/>
          <p:nvPr/>
        </p:nvSpPr>
        <p:spPr>
          <a:xfrm>
            <a:off x="0" y="1960483"/>
            <a:ext cx="9159214" cy="2918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7623" algn="ctr">
              <a:spcBef>
                <a:spcPts val="75"/>
              </a:spcBef>
            </a:pPr>
            <a:r>
              <a:rPr lang="en-US" sz="3200" b="1" dirty="0">
                <a:solidFill>
                  <a:schemeClr val="accent5">
                    <a:lumMod val="75000"/>
                  </a:schemeClr>
                </a:solidFill>
              </a:rPr>
              <a:t>Introduction to Water Chemistry &amp; Hardness 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Code:</a:t>
            </a:r>
            <a:r>
              <a:rPr lang="en-US" sz="3000" b="1" spc="-38" dirty="0">
                <a:latin typeface="Times New Roman"/>
                <a:cs typeface="Times New Roman"/>
              </a:rPr>
              <a:t> </a:t>
            </a:r>
            <a:r>
              <a:rPr lang="en-US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ETMLCH104</a:t>
            </a:r>
          </a:p>
          <a:p>
            <a:pPr marR="27623" algn="ctr">
              <a:spcBef>
                <a:spcPts val="75"/>
              </a:spcBef>
            </a:pPr>
            <a:r>
              <a:rPr lang="en-US" sz="3000" b="1" dirty="0">
                <a:latin typeface="Times New Roman"/>
                <a:cs typeface="Times New Roman"/>
              </a:rPr>
              <a:t>Course</a:t>
            </a:r>
            <a:r>
              <a:rPr lang="en-US" sz="3000" b="1" spc="-4" dirty="0">
                <a:latin typeface="Times New Roman"/>
                <a:cs typeface="Times New Roman"/>
              </a:rPr>
              <a:t> </a:t>
            </a:r>
            <a:r>
              <a:rPr lang="en-US" sz="3000" b="1" dirty="0">
                <a:latin typeface="Times New Roman"/>
                <a:cs typeface="Times New Roman"/>
              </a:rPr>
              <a:t>Name: </a:t>
            </a:r>
            <a:r>
              <a:rPr lang="en-GB" sz="3000" spc="-8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Engineering Chemistry</a:t>
            </a:r>
            <a:endParaRPr lang="en-US" sz="3000" dirty="0">
              <a:latin typeface="Times New Roman"/>
              <a:cs typeface="Times New Roman"/>
            </a:endParaRPr>
          </a:p>
          <a:p>
            <a:pPr marR="27623" algn="ctr"/>
            <a:r>
              <a:rPr lang="en-US" sz="3000" b="1" dirty="0">
                <a:latin typeface="Times New Roman"/>
                <a:cs typeface="Times New Roman"/>
              </a:rPr>
              <a:t>Program:</a:t>
            </a:r>
            <a:r>
              <a:rPr lang="en-US" sz="3000" b="1" spc="-34" dirty="0">
                <a:latin typeface="Times New Roman"/>
                <a:cs typeface="Times New Roman"/>
              </a:rPr>
              <a:t> </a:t>
            </a:r>
            <a:r>
              <a:rPr lang="en-US" sz="3000" dirty="0">
                <a:latin typeface="Times New Roman"/>
                <a:cs typeface="Times New Roman"/>
              </a:rPr>
              <a:t>B.Tech. (AI/ML)</a:t>
            </a:r>
            <a:endParaRPr lang="en-US" sz="3000" b="1" dirty="0">
              <a:latin typeface="Times New Roman"/>
              <a:cs typeface="Times New Roman"/>
            </a:endParaRPr>
          </a:p>
          <a:p>
            <a:pPr algn="ctr"/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Unit1: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technology &amp; Chemical Fuels</a:t>
            </a:r>
          </a:p>
          <a:p>
            <a:pPr algn="ctr"/>
            <a:endParaRPr lang="en-GB" sz="3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6AFDA2C-02FC-7805-B01D-415947BDEB3A}"/>
              </a:ext>
            </a:extLst>
          </p:cNvPr>
          <p:cNvGrpSpPr/>
          <p:nvPr/>
        </p:nvGrpSpPr>
        <p:grpSpPr>
          <a:xfrm>
            <a:off x="0" y="6549143"/>
            <a:ext cx="9159213" cy="304800"/>
            <a:chOff x="1143000" y="857250"/>
            <a:chExt cx="6858000" cy="162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3F716C-7323-768B-D8E3-06127E29334B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26B9DC-430E-BCAA-1219-94197EAAEDFD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382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4566-EF07-295A-8614-F69B473B0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41316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 dirty="0"/>
              <a:t>Course Overview</a:t>
            </a:r>
            <a:endParaRPr lang="en-IN" sz="3850" b="1" dirty="0"/>
          </a:p>
        </p:txBody>
      </p:sp>
      <p:pic>
        <p:nvPicPr>
          <p:cNvPr id="16" name="Graphic 15" descr="Light Bulb and Gear">
            <a:extLst>
              <a:ext uri="{FF2B5EF4-FFF2-40B4-BE49-F238E27FC236}">
                <a16:creationId xmlns:a16="http://schemas.microsoft.com/office/drawing/2014/main" id="{FCFFB6F3-DA0B-3412-C8A2-1BE79E7120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43622" y="409573"/>
            <a:ext cx="1143455" cy="11434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0C2CCBA-4E1D-3A3B-542F-B4ACC7D7DBAD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815C64-3024-75F8-6AC5-869F89444FDE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ADBD06-79D6-2925-3AF8-7D0CF6747C7B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6CFBC4-5F21-F275-9EBD-9D9241AC9F11}"/>
              </a:ext>
            </a:extLst>
          </p:cNvPr>
          <p:cNvGrpSpPr/>
          <p:nvPr/>
        </p:nvGrpSpPr>
        <p:grpSpPr>
          <a:xfrm>
            <a:off x="-17499" y="6556237"/>
            <a:ext cx="9159213" cy="304800"/>
            <a:chOff x="1143000" y="857250"/>
            <a:chExt cx="6858000" cy="162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2948CE7-0FC8-1E4D-141E-056A81D5DA7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C2A5FB-F07D-39FF-D06E-537DECD7D789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33D2A8-987A-EDED-390D-7B2CBA50B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141045"/>
              </p:ext>
            </p:extLst>
          </p:nvPr>
        </p:nvGraphicFramePr>
        <p:xfrm>
          <a:off x="457200" y="1407332"/>
          <a:ext cx="7886700" cy="485943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1465349">
                  <a:extLst>
                    <a:ext uri="{9D8B030D-6E8A-4147-A177-3AD203B41FA5}">
                      <a16:colId xmlns:a16="http://schemas.microsoft.com/office/drawing/2014/main" val="100830567"/>
                    </a:ext>
                  </a:extLst>
                </a:gridCol>
                <a:gridCol w="4410243">
                  <a:extLst>
                    <a:ext uri="{9D8B030D-6E8A-4147-A177-3AD203B41FA5}">
                      <a16:colId xmlns:a16="http://schemas.microsoft.com/office/drawing/2014/main" val="3169249643"/>
                    </a:ext>
                  </a:extLst>
                </a:gridCol>
                <a:gridCol w="2011108">
                  <a:extLst>
                    <a:ext uri="{9D8B030D-6E8A-4147-A177-3AD203B41FA5}">
                      <a16:colId xmlns:a16="http://schemas.microsoft.com/office/drawing/2014/main" val="3901358825"/>
                    </a:ext>
                  </a:extLst>
                </a:gridCol>
              </a:tblGrid>
              <a:tr h="3483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</a:rPr>
                        <a:t>Unit Number: 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Title:   Water technology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No. of hours:  6 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extLst>
                  <a:ext uri="{0D108BD9-81ED-4DB2-BD59-A6C34878D82A}">
                    <a16:rowId xmlns:a16="http://schemas.microsoft.com/office/drawing/2014/main" val="3816674816"/>
                  </a:ext>
                </a:extLst>
              </a:tr>
              <a:tr h="660393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Introduction, water analysis: Hardness-determination by EDTA method, Treatment of boiler feed water: Internal treatment (Phosphate, Colloidal and Calgon conditioning). External treatments: Ion exchange and lime-soda process, Zeolite processes. Boiler scales formation and ill effects, methods of prevention of scales. Numerical problems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782252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2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Chemical Fuels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9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453086"/>
                  </a:ext>
                </a:extLst>
              </a:tr>
              <a:tr h="990590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Fuels: Introduction, classification, calorific value (HCV &amp; LCV), Determination of calorific value of fuel using Bomb calorimeter.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Solid fuel: Coal- its analysis by proximate and ultimate analysis, Numerical problems.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Liquid fuels: Refining of petroleum, Petroleum cracking, Knocking in IC engine, its ill effects and prevention of knocking. Anti-knocking agent: Leaded and unleaded petrol. 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Gaseous fuels: LPG, CNG and their applications.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38703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3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Battery Technology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10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84328"/>
                  </a:ext>
                </a:extLst>
              </a:tr>
              <a:tr h="825492">
                <a:tc gridSpan="3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Introduction - Galvanic cell, electrode potential, EMF of the cell and cell representation. Batteries and their importance, Classification of batteries- primary, secondary and reserve batteries with examples. Battery characteristics - voltage, capacity, energy density, power density, energy efficiency, cycle life and shelf life.</a:t>
                      </a:r>
                      <a:endParaRPr lang="en-IN" sz="1200" dirty="0">
                        <a:effectLst/>
                      </a:endParaRPr>
                    </a:p>
                    <a:p>
                      <a:pPr algn="just">
                        <a:buNone/>
                      </a:pPr>
                      <a:r>
                        <a:rPr lang="en-US" sz="1200" dirty="0">
                          <a:effectLst/>
                        </a:rPr>
                        <a:t>Construction, working and applications of: Ni-Cd, and Lithium-ion battery. Working principle of an electric vehicle.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673137"/>
                  </a:ext>
                </a:extLst>
              </a:tr>
              <a:tr h="34833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Unit Number: 4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Title:   Polymer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</a:rPr>
                        <a:t>No. of hours:  5</a:t>
                      </a:r>
                      <a:endParaRPr lang="en-IN" sz="12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2345" marR="62345" marT="0" marB="0" anchor="ctr"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407036"/>
                  </a:ext>
                </a:extLst>
              </a:tr>
              <a:tr h="88293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n-US" sz="1200" dirty="0">
                          <a:effectLst/>
                        </a:rPr>
                        <a:t>Basic concepts of polymer, Types of polymers, Thermoplastic &amp; thermosetting plastics, Preparation and application of some industrially important polymers (Natural rubber, Buna S, Buna-N, Neoprene, Isoprene, Nylon-6, nylon-6,6 , </a:t>
                      </a:r>
                      <a:r>
                        <a:rPr lang="en-US" sz="1200" dirty="0" err="1">
                          <a:effectLst/>
                        </a:rPr>
                        <a:t>Decron</a:t>
                      </a:r>
                      <a:r>
                        <a:rPr lang="en-US" sz="1200" dirty="0">
                          <a:effectLst/>
                        </a:rPr>
                        <a:t> and Terylene). Conducting and biodegradable polymers.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345" marR="62345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632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36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95288-229F-A949-3EFC-A483F9FC7EE6}"/>
              </a:ext>
            </a:extLst>
          </p:cNvPr>
          <p:cNvSpPr txBox="1"/>
          <p:nvPr/>
        </p:nvSpPr>
        <p:spPr>
          <a:xfrm>
            <a:off x="628649" y="713312"/>
            <a:ext cx="3101521" cy="5431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OUTCOMES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590F0FE0-AFB9-64D4-CDDB-4AB43EF06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59196"/>
              </p:ext>
            </p:extLst>
          </p:nvPr>
        </p:nvGraphicFramePr>
        <p:xfrm>
          <a:off x="4133778" y="713313"/>
          <a:ext cx="4381571" cy="5431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2BEED39-1873-8320-3237-352C01D0983E}"/>
              </a:ext>
            </a:extLst>
          </p:cNvPr>
          <p:cNvGrpSpPr/>
          <p:nvPr/>
        </p:nvGrpSpPr>
        <p:grpSpPr>
          <a:xfrm>
            <a:off x="-15214" y="0"/>
            <a:ext cx="9159213" cy="304800"/>
            <a:chOff x="1143000" y="857250"/>
            <a:chExt cx="6858000" cy="162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28577-A4D6-304B-CF13-E7CCEB82CEE0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8CD291-A2CA-817A-0BDA-D3418F495547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9CD19E6-5178-14BF-548C-E2A51E27DDD5}"/>
              </a:ext>
            </a:extLst>
          </p:cNvPr>
          <p:cNvGrpSpPr/>
          <p:nvPr/>
        </p:nvGrpSpPr>
        <p:grpSpPr>
          <a:xfrm>
            <a:off x="-8750" y="6553200"/>
            <a:ext cx="9159213" cy="304800"/>
            <a:chOff x="1143000" y="857250"/>
            <a:chExt cx="6858000" cy="162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6B6FFC-0D2C-1B24-61CC-DC64D7CC7F2D}"/>
                </a:ext>
              </a:extLst>
            </p:cNvPr>
            <p:cNvSpPr/>
            <p:nvPr/>
          </p:nvSpPr>
          <p:spPr>
            <a:xfrm>
              <a:off x="4572000" y="857250"/>
              <a:ext cx="3429000" cy="162000"/>
            </a:xfrm>
            <a:prstGeom prst="rect">
              <a:avLst/>
            </a:prstGeom>
            <a:solidFill>
              <a:srgbClr val="341B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23BDCF2-3060-4C52-0D5D-49737F871AF5}"/>
                </a:ext>
              </a:extLst>
            </p:cNvPr>
            <p:cNvSpPr/>
            <p:nvPr/>
          </p:nvSpPr>
          <p:spPr>
            <a:xfrm>
              <a:off x="1143000" y="857250"/>
              <a:ext cx="3429000" cy="16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42900">
                <a:defRPr/>
              </a:pPr>
              <a:endParaRPr lang="en-IN" sz="135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143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46224-A2BC-15E3-74ED-1E4D3EB5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C10A-53E6-6D88-C7AE-615C3C53BF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solidFill>
                  <a:schemeClr val="accent6">
                    <a:lumMod val="75000"/>
                  </a:schemeClr>
                </a:solidFill>
              </a:rPr>
              <a:t>External treatments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1E0C1-FB06-5A7E-0D4A-C50A6016B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Aptos"/>
                <a:cs typeface="Times New Roman"/>
              </a:rPr>
              <a:t>Ion Exchange and Zeolite Process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00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05125C-B536-2F8C-13D4-B96CA15A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Zeolite</a:t>
            </a:r>
          </a:p>
        </p:txBody>
      </p:sp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3F98B85C-BDEB-96EF-D253-3CF9BD87C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77" y="1825625"/>
            <a:ext cx="7770246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602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21A7BDB-2DB0-F00C-BA58-3D2139A88834}"/>
              </a:ext>
            </a:extLst>
          </p:cNvPr>
          <p:cNvGrpSpPr/>
          <p:nvPr/>
        </p:nvGrpSpPr>
        <p:grpSpPr>
          <a:xfrm>
            <a:off x="0" y="438150"/>
            <a:ext cx="9090212" cy="6096909"/>
            <a:chOff x="0" y="970945"/>
            <a:chExt cx="9090212" cy="55641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3055022-1F6C-2E8A-ABFF-26A7CE774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697357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 dirty="0">
                  <a:solidFill>
                    <a:srgbClr val="E31E24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0BEF448-A9CF-5D4F-DFF2-F58D1C6D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94267F-7B74-501B-513A-8C37E3133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392" y="627504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3BB1DEA-17E7-DCE7-E34F-7D760CE829A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37357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IN" sz="2000" b="1" dirty="0">
                  <a:solidFill>
                    <a:srgbClr val="0070C1"/>
                  </a:solidFill>
                  <a:latin typeface="TimesNewRomanPS-BoldMT"/>
                </a:rPr>
                <a:t>a) Zeolite process</a:t>
              </a:r>
            </a:p>
            <a:p>
              <a:pPr algn="l"/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The chemical formula of zeolite is hydrated 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sodium aluminum silicate represented as Na</a:t>
              </a:r>
              <a:r>
                <a:rPr lang="pt-B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OAl</a:t>
              </a:r>
              <a:r>
                <a:rPr lang="pt-B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O</a:t>
              </a:r>
              <a:r>
                <a:rPr lang="pt-B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.xSiO</a:t>
              </a:r>
              <a:r>
                <a:rPr lang="pt-B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.yH</a:t>
              </a:r>
              <a:r>
                <a:rPr lang="pt-BR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pt-BR" sz="2000" dirty="0">
                  <a:solidFill>
                    <a:srgbClr val="000000"/>
                  </a:solidFill>
                  <a:latin typeface="TimesNewRomanPSMT"/>
                </a:rPr>
                <a:t>O (x = 2-10 &amp; y = 2- 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6). </a:t>
              </a:r>
            </a:p>
            <a:p>
              <a:pPr algn="l"/>
              <a:endParaRPr lang="en-US" sz="2000" dirty="0">
                <a:solidFill>
                  <a:srgbClr val="000000"/>
                </a:solidFill>
                <a:latin typeface="TimesNewRomanPSMT"/>
              </a:endParaRPr>
            </a:p>
            <a:p>
              <a:pPr algn="l"/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Zeolites are capable exchanging ions with sodium ions. So it is capable of exchanging hardness producing icons present in water. </a:t>
              </a:r>
            </a:p>
            <a:p>
              <a:pPr algn="l"/>
              <a:endParaRPr lang="en-US" sz="2000" dirty="0">
                <a:solidFill>
                  <a:srgbClr val="000000"/>
                </a:solidFill>
                <a:latin typeface="TimesNewRomanPSMT"/>
              </a:endParaRPr>
            </a:p>
            <a:p>
              <a:pPr algn="l"/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This process also called as </a:t>
              </a:r>
              <a:r>
                <a:rPr lang="en-US" sz="2000" b="1" dirty="0" err="1">
                  <a:solidFill>
                    <a:srgbClr val="002060"/>
                  </a:solidFill>
                  <a:latin typeface="TimesNewRomanPSMT"/>
                </a:rPr>
                <a:t>permutit</a:t>
              </a:r>
              <a:r>
                <a:rPr lang="en-US" sz="2000" b="1" dirty="0">
                  <a:solidFill>
                    <a:srgbClr val="002060"/>
                  </a:solidFill>
                  <a:latin typeface="TimesNewRomanPSMT"/>
                </a:rPr>
                <a:t> process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. Zeolite can be written as Na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Ze The two Na</a:t>
              </a:r>
              <a:r>
                <a:rPr lang="en-US" sz="2000" baseline="30000" dirty="0">
                  <a:solidFill>
                    <a:srgbClr val="000000"/>
                  </a:solidFill>
                  <a:latin typeface="TimesNewRomanPSMT"/>
                </a:rPr>
                <a:t>+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 icons is replaced by one Ca</a:t>
              </a:r>
              <a:r>
                <a:rPr lang="en-US" sz="2000" baseline="30000" dirty="0">
                  <a:solidFill>
                    <a:srgbClr val="000000"/>
                  </a:solidFill>
                  <a:latin typeface="TimesNewRomanPSMT"/>
                </a:rPr>
                <a:t>2+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 or Mg</a:t>
              </a:r>
              <a:r>
                <a:rPr lang="en-US" sz="2000" baseline="30000" dirty="0">
                  <a:solidFill>
                    <a:srgbClr val="000000"/>
                  </a:solidFill>
                  <a:latin typeface="TimesNewRomanPSMT"/>
                </a:rPr>
                <a:t>2+ </a:t>
              </a:r>
              <a:r>
                <a:rPr lang="en-US" sz="2000" dirty="0">
                  <a:solidFill>
                    <a:srgbClr val="000000"/>
                  </a:solidFill>
                  <a:latin typeface="TimesNewRomanPSMT"/>
                </a:rPr>
                <a:t>ions.</a:t>
              </a:r>
            </a:p>
            <a:p>
              <a:pPr algn="l"/>
              <a:endParaRPr lang="en-IN" sz="2000" dirty="0">
                <a:solidFill>
                  <a:srgbClr val="FF0000"/>
                </a:solidFill>
                <a:latin typeface="TimesNewRomanPSMT"/>
              </a:endParaRP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051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8FC0D-125A-B539-1F5C-291BC2342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8958767-A064-9DB9-B9EF-1B9527177101}"/>
              </a:ext>
            </a:extLst>
          </p:cNvPr>
          <p:cNvGrpSpPr/>
          <p:nvPr/>
        </p:nvGrpSpPr>
        <p:grpSpPr>
          <a:xfrm>
            <a:off x="0" y="438150"/>
            <a:ext cx="9090212" cy="6096909"/>
            <a:chOff x="0" y="970945"/>
            <a:chExt cx="9090212" cy="5564114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B86342FD-84D9-4DDF-BCBE-AEDA1FF09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634" y="970945"/>
              <a:ext cx="6973576" cy="438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>
                <a:buSzPct val="25000"/>
              </a:pPr>
              <a:r>
                <a:rPr lang="en-US" sz="2400" b="1" dirty="0">
                  <a:solidFill>
                    <a:srgbClr val="E31E24"/>
                  </a:solidFill>
                  <a:latin typeface="Times New Roman" panose="02020603050405020304" pitchFamily="18" charset="0"/>
                  <a:ea typeface="Verdana" panose="020B0604030504040204" pitchFamily="34" charset="0"/>
                  <a:cs typeface="Times New Roman" panose="02020603050405020304" pitchFamily="18" charset="0"/>
                  <a:sym typeface="Arial"/>
                </a:rPr>
                <a:t>Techniques for water softening (External treatment)</a:t>
              </a:r>
              <a:endParaRPr lang="en-IN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772D6CF-2BC0-D616-FB17-F5DB65D73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1596838"/>
              <a:ext cx="9090212" cy="56498"/>
            </a:xfrm>
            <a:prstGeom prst="line">
              <a:avLst/>
            </a:prstGeom>
            <a:ln w="25400">
              <a:solidFill>
                <a:srgbClr val="0060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A8CB8C9-434B-3AE2-9F25-044A059E3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1392" y="6275041"/>
              <a:ext cx="1808820" cy="26001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BC338B5-EE29-2C31-0C43-6407D3228A76}"/>
                </a:ext>
              </a:extLst>
            </p:cNvPr>
            <p:cNvSpPr txBox="1"/>
            <p:nvPr/>
          </p:nvSpPr>
          <p:spPr>
            <a:xfrm>
              <a:off x="134634" y="1630748"/>
              <a:ext cx="8955578" cy="28930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IN" sz="2000" b="1" dirty="0">
                  <a:solidFill>
                    <a:srgbClr val="0070C1"/>
                  </a:solidFill>
                  <a:latin typeface="TimesNewRomanPS-BoldMT"/>
                </a:rPr>
                <a:t>a) Zeolite process</a:t>
              </a:r>
            </a:p>
            <a:p>
              <a:pPr algn="l"/>
              <a:endParaRPr lang="en-IN" sz="2000" dirty="0">
                <a:solidFill>
                  <a:srgbClr val="FF0000"/>
                </a:solidFill>
                <a:latin typeface="TimesNewRomanPSMT"/>
              </a:endParaRPr>
            </a:p>
            <a:p>
              <a:pPr algn="l"/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Na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Ze + Ca</a:t>
              </a:r>
              <a:r>
                <a:rPr lang="en-IN" sz="2000" baseline="30000" dirty="0">
                  <a:solidFill>
                    <a:srgbClr val="FF0000"/>
                  </a:solidFill>
                  <a:latin typeface="TimesNewRomanPSMT"/>
                </a:rPr>
                <a:t>2+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                      </a:t>
              </a:r>
              <a:r>
                <a:rPr lang="en-IN" sz="2000" dirty="0" err="1">
                  <a:solidFill>
                    <a:srgbClr val="FF0000"/>
                  </a:solidFill>
                  <a:latin typeface="TimesNewRomanPSMT"/>
                </a:rPr>
                <a:t>CaZe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 + 2Na</a:t>
              </a:r>
              <a:r>
                <a:rPr lang="en-IN" sz="2000" baseline="30000" dirty="0">
                  <a:solidFill>
                    <a:srgbClr val="FF0000"/>
                  </a:solidFill>
                  <a:latin typeface="TimesNewRomanPSMT"/>
                </a:rPr>
                <a:t>+</a:t>
              </a:r>
            </a:p>
            <a:p>
              <a:pPr algn="l"/>
              <a:endParaRPr lang="en-IN" sz="2000" b="1" dirty="0">
                <a:solidFill>
                  <a:srgbClr val="C10000"/>
                </a:solidFill>
                <a:latin typeface="TimesNewRomanPS-BoldMT"/>
              </a:endParaRPr>
            </a:p>
            <a:p>
              <a:pPr algn="l"/>
              <a:r>
                <a:rPr lang="en-IN" sz="2000" b="1" dirty="0">
                  <a:solidFill>
                    <a:srgbClr val="C10000"/>
                  </a:solidFill>
                  <a:latin typeface="TimesNewRomanPS-BoldMT"/>
                </a:rPr>
                <a:t>Reaction</a:t>
              </a:r>
              <a:r>
                <a:rPr lang="en-IN" sz="2000" dirty="0">
                  <a:solidFill>
                    <a:srgbClr val="C10000"/>
                  </a:solidFill>
                  <a:latin typeface="TimesNewRomanPSMT"/>
                </a:rPr>
                <a:t>:-</a:t>
              </a:r>
            </a:p>
            <a:p>
              <a:pPr algn="l"/>
              <a:endParaRPr lang="en-US" sz="2000" dirty="0">
                <a:solidFill>
                  <a:srgbClr val="000000"/>
                </a:solidFill>
                <a:latin typeface="TimesNewRomanPSMT"/>
              </a:endParaRPr>
            </a:p>
            <a:p>
              <a:pPr algn="l"/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Na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Ze + CaCl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/CaSO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/ Ca(HCO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)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                      </a:t>
              </a:r>
              <a:r>
                <a:rPr lang="en-IN" sz="2000" dirty="0" err="1">
                  <a:solidFill>
                    <a:srgbClr val="FF0000"/>
                  </a:solidFill>
                  <a:latin typeface="TimesNewRomanPSMT"/>
                </a:rPr>
                <a:t>CaZe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 + 2NaCl/Na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SO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IN" sz="2000" dirty="0">
                  <a:solidFill>
                    <a:srgbClr val="FF0000"/>
                  </a:solidFill>
                  <a:latin typeface="TimesNewRomanPSMT"/>
                </a:rPr>
                <a:t>/2NaHCO</a:t>
              </a:r>
              <a:r>
                <a:rPr lang="en-I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08EC25F-7077-9080-C082-007DA3B26129}"/>
                </a:ext>
              </a:extLst>
            </p:cNvPr>
            <p:cNvCxnSpPr/>
            <p:nvPr/>
          </p:nvCxnSpPr>
          <p:spPr>
            <a:xfrm>
              <a:off x="1866189" y="2359806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4686E84-70A9-DF8A-F4AF-019F6EC614FD}"/>
                </a:ext>
              </a:extLst>
            </p:cNvPr>
            <p:cNvCxnSpPr/>
            <p:nvPr/>
          </p:nvCxnSpPr>
          <p:spPr>
            <a:xfrm>
              <a:off x="4088466" y="3485518"/>
              <a:ext cx="71941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444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09" y="570159"/>
            <a:ext cx="6973576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Techniques for water softening (External treatment)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215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45578"/>
            <a:ext cx="1808820" cy="260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59D4DF-A6DA-1219-6D3F-E444C4A19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361" y="1577788"/>
            <a:ext cx="5934117" cy="479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2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AFE93-84DF-EA85-E878-B1BAF5C5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21FAD6E-5EE7-1C7A-2D7D-9B4C6D721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109" y="570159"/>
            <a:ext cx="6973576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Techniques for water softening (External treatment)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11D60-CFF5-B6BD-EC0F-9C38600ADF23}"/>
              </a:ext>
            </a:extLst>
          </p:cNvPr>
          <p:cNvCxnSpPr>
            <a:cxnSpLocks/>
          </p:cNvCxnSpPr>
          <p:nvPr/>
        </p:nvCxnSpPr>
        <p:spPr>
          <a:xfrm flipV="1">
            <a:off x="0" y="1215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A9E8367-A2F2-19FC-951B-FFFDC4BA33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6445"/>
            <a:ext cx="1808820" cy="260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0C05AA-7E13-1E72-CEA8-136BA0A6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48" y="3160753"/>
            <a:ext cx="4063903" cy="3285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5CC9BC-F579-C269-A28B-A003639F5905}"/>
              </a:ext>
            </a:extLst>
          </p:cNvPr>
          <p:cNvSpPr txBox="1"/>
          <p:nvPr/>
        </p:nvSpPr>
        <p:spPr>
          <a:xfrm>
            <a:off x="304799" y="1616380"/>
            <a:ext cx="84105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solidFill>
                  <a:srgbClr val="C10000"/>
                </a:solidFill>
                <a:latin typeface="TimesNewRomanPS-BoldMT"/>
              </a:rPr>
              <a:t>Regeneration:</a:t>
            </a:r>
            <a:r>
              <a:rPr lang="en-US" dirty="0">
                <a:solidFill>
                  <a:srgbClr val="000000"/>
                </a:solidFill>
                <a:latin typeface="TimesNewRomanPSMT"/>
              </a:rPr>
              <a:t>Exhausted zeolite can be regenerated by treating it with brine solution (10% NaCl </a:t>
            </a:r>
            <a:r>
              <a:rPr lang="en-IN" dirty="0">
                <a:solidFill>
                  <a:srgbClr val="000000"/>
                </a:solidFill>
                <a:latin typeface="TimesNewRomanPSMT"/>
              </a:rPr>
              <a:t>solution)</a:t>
            </a:r>
          </a:p>
          <a:p>
            <a:pPr algn="l"/>
            <a:endParaRPr lang="en-IN" dirty="0">
              <a:solidFill>
                <a:srgbClr val="000000"/>
              </a:solidFill>
              <a:latin typeface="TimesNewRomanPSMT"/>
            </a:endParaRPr>
          </a:p>
          <a:p>
            <a:pPr algn="just"/>
            <a:r>
              <a:rPr lang="en-IN" dirty="0">
                <a:solidFill>
                  <a:srgbClr val="FF0000"/>
                </a:solidFill>
                <a:latin typeface="TimesNewRomanPSMT"/>
              </a:rPr>
              <a:t>(Ca</a:t>
            </a:r>
            <a:r>
              <a:rPr lang="en-IN" baseline="30000" dirty="0">
                <a:solidFill>
                  <a:srgbClr val="FF0000"/>
                </a:solidFill>
                <a:latin typeface="TimesNewRomanPSMT"/>
              </a:rPr>
              <a:t>2+</a:t>
            </a:r>
            <a:r>
              <a:rPr lang="en-IN" dirty="0">
                <a:solidFill>
                  <a:srgbClr val="FF0000"/>
                </a:solidFill>
                <a:latin typeface="TimesNewRomanPSMT"/>
              </a:rPr>
              <a:t>/Mg</a:t>
            </a:r>
            <a:r>
              <a:rPr lang="en-IN" baseline="30000" dirty="0">
                <a:solidFill>
                  <a:srgbClr val="FF0000"/>
                </a:solidFill>
                <a:latin typeface="TimesNewRomanPSMT"/>
              </a:rPr>
              <a:t>2+</a:t>
            </a:r>
            <a:r>
              <a:rPr lang="en-IN" dirty="0">
                <a:solidFill>
                  <a:srgbClr val="FF0000"/>
                </a:solidFill>
                <a:latin typeface="TimesNewRomanPSMT"/>
              </a:rPr>
              <a:t>) Ze + NaCl                         Na</a:t>
            </a:r>
            <a:r>
              <a:rPr lang="en-I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solidFill>
                  <a:srgbClr val="FF0000"/>
                </a:solidFill>
                <a:latin typeface="TimesNewRomanPSMT"/>
              </a:rPr>
              <a:t>Ze + CaCl</a:t>
            </a:r>
            <a:r>
              <a:rPr lang="en-I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dirty="0">
                <a:solidFill>
                  <a:srgbClr val="FF0000"/>
                </a:solidFill>
                <a:latin typeface="TimesNewRomanPSMT"/>
              </a:rPr>
              <a:t> (or) MgCl</a:t>
            </a:r>
            <a:r>
              <a:rPr lang="en-IN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6E97AE-2B9E-A225-F96F-814D44E84D84}"/>
              </a:ext>
            </a:extLst>
          </p:cNvPr>
          <p:cNvCxnSpPr/>
          <p:nvPr/>
        </p:nvCxnSpPr>
        <p:spPr>
          <a:xfrm>
            <a:off x="2892648" y="2624580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881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84047793-FBF3-5C18-71E0-C15FE0E03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760120"/>
            <a:ext cx="8963025" cy="5332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03849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9005D7D1-FC16-B587-E660-A23BB3B16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646" y="373063"/>
            <a:ext cx="7080709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8297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chemical formulas&#10;&#10;AI-generated content may be incorrect.">
            <a:extLst>
              <a:ext uri="{FF2B5EF4-FFF2-40B4-BE49-F238E27FC236}">
                <a16:creationId xmlns:a16="http://schemas.microsoft.com/office/drawing/2014/main" id="{B8C41A92-C23A-D474-15C7-EE4F5BF82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002" y="373063"/>
            <a:ext cx="712199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0293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hemical exchange&#10;&#10;AI-generated content may be incorrect.">
            <a:extLst>
              <a:ext uri="{FF2B5EF4-FFF2-40B4-BE49-F238E27FC236}">
                <a16:creationId xmlns:a16="http://schemas.microsoft.com/office/drawing/2014/main" id="{5575855D-A338-C77B-0F92-8FB552AE9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467" y="373063"/>
            <a:ext cx="822506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433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hemical reaction&#10;&#10;AI-generated content may be incorrect.">
            <a:extLst>
              <a:ext uri="{FF2B5EF4-FFF2-40B4-BE49-F238E27FC236}">
                <a16:creationId xmlns:a16="http://schemas.microsoft.com/office/drawing/2014/main" id="{F971BF37-0F5C-ADB4-5113-57A9AF15B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292" y="373063"/>
            <a:ext cx="8541416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8604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7250"/>
            <a:ext cx="9143999" cy="51640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34" y="970945"/>
            <a:ext cx="6973977" cy="438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Techniques for water softening (External treatment)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596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" y="55892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630748"/>
            <a:ext cx="8955578" cy="380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50" b="1" i="0" u="none" strike="noStrike" baseline="0" dirty="0">
                <a:solidFill>
                  <a:srgbClr val="0070C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Ion-exchange resin:</a:t>
            </a:r>
          </a:p>
          <a:p>
            <a:pPr algn="l"/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process cations and anions are completely removed by passing impure water into two different columns. First column contain </a:t>
            </a:r>
            <a:r>
              <a:rPr lang="en-US" sz="135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sulphuric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 resin with acidic group –SO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This column is known as cation exchange resin because it exchange</a:t>
            </a:r>
          </a:p>
          <a:p>
            <a:pPr algn="l"/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cations like Ca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Mg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Na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 algn="l"/>
            <a:endParaRPr lang="en-US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Resin–SO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Na</a:t>
            </a:r>
            <a:r>
              <a:rPr lang="pt-BR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resin- 𝑆𝑂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−Na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/>
            <a:endParaRPr lang="en-IN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2Resin–SO</a:t>
            </a:r>
            <a:r>
              <a:rPr lang="en-IN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Ca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(resin- 𝑆𝑂</a:t>
            </a:r>
            <a:r>
              <a:rPr lang="en-IN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+ 2H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/>
            <a:endParaRPr lang="pt-BR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2Resin–SO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Mg</a:t>
            </a:r>
            <a:r>
              <a:rPr lang="pt-BR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(resin- 𝑆𝑂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+ 2H</a:t>
            </a:r>
            <a:r>
              <a:rPr lang="pt-BR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l"/>
            <a:endParaRPr lang="en-US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Whereas, second column contain resin with basic group like –𝑁𝑅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𝑂𝐻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known 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anion exchange resin because it exchanges anions like 𝐶𝑙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𝑆𝑂</a:t>
            </a:r>
            <a:r>
              <a:rPr lang="en-US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2−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 algn="l"/>
            <a:endParaRPr lang="en-IN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resin–𝑁𝑅</a:t>
            </a:r>
            <a:r>
              <a:rPr lang="en-IN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50" b="0" i="0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𝑂𝐻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𝐶𝑙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− resin–𝑁𝑅</a:t>
            </a:r>
            <a:r>
              <a:rPr lang="en-IN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𝐶𝑙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𝑂𝐻</a:t>
            </a:r>
            <a:r>
              <a:rPr lang="en-IN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</a:p>
          <a:p>
            <a:pPr algn="l"/>
            <a:endParaRPr lang="en-IN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removal of H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 from the first column and 𝑂𝐻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 from the second column </a:t>
            </a:r>
            <a:r>
              <a:rPr lang="en-IN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to form water.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35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82E41-8878-EE28-DEFC-55FA606BC749}"/>
              </a:ext>
            </a:extLst>
          </p:cNvPr>
          <p:cNvCxnSpPr/>
          <p:nvPr/>
        </p:nvCxnSpPr>
        <p:spPr>
          <a:xfrm>
            <a:off x="1567813" y="2866867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2EC0D5-2460-2F2C-7BA4-CCD9B9D28956}"/>
              </a:ext>
            </a:extLst>
          </p:cNvPr>
          <p:cNvCxnSpPr/>
          <p:nvPr/>
        </p:nvCxnSpPr>
        <p:spPr>
          <a:xfrm>
            <a:off x="1792948" y="3316828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6E97AE-2B9E-A225-F96F-814D44E84D84}"/>
              </a:ext>
            </a:extLst>
          </p:cNvPr>
          <p:cNvCxnSpPr/>
          <p:nvPr/>
        </p:nvCxnSpPr>
        <p:spPr>
          <a:xfrm>
            <a:off x="1922721" y="4819229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3795F3-2793-6572-4E41-ADCDD0BB26A2}"/>
              </a:ext>
            </a:extLst>
          </p:cNvPr>
          <p:cNvCxnSpPr/>
          <p:nvPr/>
        </p:nvCxnSpPr>
        <p:spPr>
          <a:xfrm>
            <a:off x="1927522" y="3737152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235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 of a chemical process&#10;&#10;AI-generated content may be incorrect.">
            <a:extLst>
              <a:ext uri="{FF2B5EF4-FFF2-40B4-BE49-F238E27FC236}">
                <a16:creationId xmlns:a16="http://schemas.microsoft.com/office/drawing/2014/main" id="{7615F979-C922-7578-43CF-653FC2B74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743133"/>
            <a:ext cx="8963025" cy="53669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8548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chemical reaction&#10;&#10;AI-generated content may be incorrect.">
            <a:extLst>
              <a:ext uri="{FF2B5EF4-FFF2-40B4-BE49-F238E27FC236}">
                <a16:creationId xmlns:a16="http://schemas.microsoft.com/office/drawing/2014/main" id="{46312088-39F8-8E85-6B36-96843FC85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9470" y="373063"/>
            <a:ext cx="7425061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7883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634EC7-7B8D-E0C6-3A4D-5F4145310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503" y="373063"/>
            <a:ext cx="8308995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844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57250"/>
            <a:ext cx="9143999" cy="516403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6228"/>
            <a:ext cx="6973977" cy="438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4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Techniques for water softening (External treatment)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1596838"/>
            <a:ext cx="9090212" cy="56498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6" y="5589241"/>
            <a:ext cx="1808820" cy="260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BB1DEA-17E7-DCE7-E34F-7D760CE829A6}"/>
              </a:ext>
            </a:extLst>
          </p:cNvPr>
          <p:cNvSpPr txBox="1"/>
          <p:nvPr/>
        </p:nvSpPr>
        <p:spPr>
          <a:xfrm>
            <a:off x="134634" y="1630748"/>
            <a:ext cx="4601268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35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Regeneration:</a:t>
            </a:r>
          </a:p>
          <a:p>
            <a:pPr algn="l"/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both the column are exhausted, then first and second column are treated with dilute </a:t>
            </a:r>
            <a:r>
              <a:rPr lang="en-US" sz="135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sulphuric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 or HCl (generate H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ions) and aqueous NaOH (generate OH</a:t>
            </a:r>
            <a:r>
              <a:rPr lang="en-US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ions) respectively. So, they have to be regenerated.</a:t>
            </a:r>
          </a:p>
          <a:p>
            <a:pPr algn="l"/>
            <a:endParaRPr lang="en-US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nn-NO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(resin- 𝑆𝑂</a:t>
            </a:r>
            <a:r>
              <a:rPr lang="nn-NO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nn-NO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nn-NO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nn-NO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+ 2H</a:t>
            </a:r>
            <a:r>
              <a:rPr lang="nn-NO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nn-NO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2Resin–SO</a:t>
            </a:r>
            <a:r>
              <a:rPr lang="nn-NO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nn-NO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Ca</a:t>
            </a:r>
            <a:r>
              <a:rPr lang="nn-NO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</a:p>
          <a:p>
            <a:pPr algn="l"/>
            <a:endParaRPr lang="nn-NO" sz="135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(resin- 𝑆𝑂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 + 2H</a:t>
            </a:r>
            <a:r>
              <a:rPr lang="pt-BR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2Resin–SO</a:t>
            </a:r>
            <a:r>
              <a:rPr lang="pt-BR" sz="135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135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+ Mg</a:t>
            </a:r>
            <a:r>
              <a:rPr lang="pt-BR" sz="135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2+</a:t>
            </a:r>
            <a:endParaRPr 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82E41-8878-EE28-DEFC-55FA606BC749}"/>
              </a:ext>
            </a:extLst>
          </p:cNvPr>
          <p:cNvCxnSpPr/>
          <p:nvPr/>
        </p:nvCxnSpPr>
        <p:spPr>
          <a:xfrm>
            <a:off x="1916804" y="2983725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2EC0D5-2460-2F2C-7BA4-CCD9B9D28956}"/>
              </a:ext>
            </a:extLst>
          </p:cNvPr>
          <p:cNvCxnSpPr/>
          <p:nvPr/>
        </p:nvCxnSpPr>
        <p:spPr>
          <a:xfrm>
            <a:off x="1916804" y="3419359"/>
            <a:ext cx="71941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3658EF2-55EE-6D4C-43B0-F0235D221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445" y="2983726"/>
            <a:ext cx="4844963" cy="290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85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2E85632D-B58A-F625-BF05-9766851E0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5" y="373063"/>
            <a:ext cx="8452751" cy="6107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82430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Take away of the process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68580" tIns="34290" rIns="68580" bIns="34290" rtlCol="0" anchor="t"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Purpose:</a:t>
            </a:r>
            <a:r>
              <a:rPr lang="en-US" dirty="0">
                <a:ea typeface="+mn-lt"/>
                <a:cs typeface="+mn-lt"/>
              </a:rPr>
              <a:t> Removes hardness (Ca²⁺, Mg²⁺) from water by ion exchange.</a:t>
            </a:r>
          </a:p>
          <a:p>
            <a:r>
              <a:rPr lang="en-US" b="1" dirty="0">
                <a:ea typeface="+mn-lt"/>
                <a:cs typeface="+mn-lt"/>
              </a:rPr>
              <a:t>Working Principle:</a:t>
            </a:r>
            <a:r>
              <a:rPr lang="en-US" dirty="0">
                <a:ea typeface="+mn-lt"/>
                <a:cs typeface="+mn-lt"/>
              </a:rPr>
              <a:t> Hardness-causing ions are exchanged with sodium (Na⁺) ions in zeolite.</a:t>
            </a:r>
          </a:p>
          <a:p>
            <a:r>
              <a:rPr lang="en-US" b="1" dirty="0">
                <a:ea typeface="+mn-lt"/>
                <a:cs typeface="+mn-lt"/>
              </a:rPr>
              <a:t>Material Used:</a:t>
            </a:r>
            <a:r>
              <a:rPr lang="en-US" dirty="0">
                <a:ea typeface="+mn-lt"/>
                <a:cs typeface="+mn-lt"/>
              </a:rPr>
              <a:t> Natural or synthetic zeolite (sodium aluminum silicate).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Regeneration:</a:t>
            </a:r>
            <a:r>
              <a:rPr lang="en-US" dirty="0">
                <a:ea typeface="+mn-lt"/>
                <a:cs typeface="+mn-lt"/>
              </a:rPr>
              <a:t> Done using brine solution (NaCl) to restore sodium ions in zeolite.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Application:</a:t>
            </a:r>
            <a:r>
              <a:rPr lang="en-US" dirty="0">
                <a:ea typeface="+mn-lt"/>
                <a:cs typeface="+mn-lt"/>
              </a:rPr>
              <a:t> Used in domestic, industrial, and boiler water softening.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19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CD49-9941-C738-AD8F-209EF507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Take away of the process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AAC60-6C94-BE21-A17A-6CC0CDE96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Removes hardness and dissolved salts</a:t>
            </a:r>
            <a:r>
              <a:rPr lang="en-US" dirty="0">
                <a:ea typeface="+mn-lt"/>
                <a:cs typeface="+mn-lt"/>
              </a:rPr>
              <a:t> by exchanging ions in water with those on a resin.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Two types:</a:t>
            </a:r>
            <a:r>
              <a:rPr lang="en-US" dirty="0">
                <a:ea typeface="+mn-lt"/>
                <a:cs typeface="+mn-lt"/>
              </a:rPr>
              <a:t> Cation exchange (for Ca²⁺, Mg²⁺) and anion exchange (for Cl⁻, SO₄²⁻).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Resins require periodic regeneration</a:t>
            </a:r>
            <a:r>
              <a:rPr lang="en-US" dirty="0">
                <a:ea typeface="+mn-lt"/>
                <a:cs typeface="+mn-lt"/>
              </a:rPr>
              <a:t> using chemicals like NaCl or acids.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Produces high-purity water</a:t>
            </a:r>
            <a:r>
              <a:rPr lang="en-US" dirty="0">
                <a:ea typeface="+mn-lt"/>
                <a:cs typeface="+mn-lt"/>
              </a:rPr>
              <a:t> ideal for boilers, pharmaceuticals, and electronics.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Not effective against organics or turbidity</a:t>
            </a:r>
            <a:r>
              <a:rPr lang="en-US" dirty="0">
                <a:ea typeface="+mn-lt"/>
                <a:cs typeface="+mn-lt"/>
              </a:rPr>
              <a:t> – pre-treatment may be needed.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750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7391-DBBB-1E77-4701-C0DAEBB4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223344"/>
            <a:ext cx="7886700" cy="994172"/>
          </a:xfrm>
        </p:spPr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Questions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830" y="1038225"/>
            <a:ext cx="7886700" cy="5772150"/>
          </a:xfrm>
        </p:spPr>
        <p:txBody>
          <a:bodyPr vert="horz" lIns="68580" tIns="34290" rIns="68580" bIns="3429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1.What is the primary purpose of the zeolite method in water treatment?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    A. Sterilizing water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    B. Softening hard water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    C. Removing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color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    D. Adjusting pH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2. Which ions are removed from water using the zeolite method?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Na⁺ and K⁺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Cl⁻ and SO₄²⁻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Ca²⁺ and Mg²⁺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NO₃⁻ and CO₃²⁻</a:t>
            </a: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3. What is zeolite typically regenerated with?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Lime water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Sodium chloride (brine)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Potassium permanganate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Sulfuric acid</a:t>
            </a: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4. What type of compound is zeolite?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Sodium bicarbonate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Sodium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aluminum</a:t>
            </a: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silicate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Magnesium carbonate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Calcium </a:t>
            </a:r>
            <a:r>
              <a:rPr lang="en-GB" sz="1600" dirty="0" err="1">
                <a:solidFill>
                  <a:schemeClr val="accent1"/>
                </a:solidFill>
                <a:ea typeface="+mn-lt"/>
                <a:cs typeface="+mn-lt"/>
              </a:rPr>
              <a:t>sulfate</a:t>
            </a: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  <a:p>
            <a:pPr>
              <a:buNone/>
            </a:pPr>
            <a:r>
              <a:rPr lang="en-GB" sz="1600" b="1" dirty="0">
                <a:solidFill>
                  <a:schemeClr val="accent1"/>
                </a:solidFill>
                <a:ea typeface="+mn-lt"/>
                <a:cs typeface="+mn-lt"/>
              </a:rPr>
              <a:t>5. Which of the following is a limitation of the zeolite method?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A. Cannot remove iron or manganese effectively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B. Requires high temperature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C. Uses expensive chemicals</a:t>
            </a:r>
            <a:b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600" dirty="0">
                <a:solidFill>
                  <a:schemeClr val="accent1"/>
                </a:solidFill>
                <a:ea typeface="+mn-lt"/>
                <a:cs typeface="+mn-lt"/>
              </a:rPr>
              <a:t> D. Produces acidic water</a:t>
            </a:r>
          </a:p>
          <a:p>
            <a:pPr marL="0" indent="0">
              <a:buNone/>
            </a:pPr>
            <a:endParaRPr lang="en-GB" sz="1600" dirty="0">
              <a:solidFill>
                <a:schemeClr val="accent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4087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B7391-DBBB-1E77-4701-C0DAEBB4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18255"/>
            <a:ext cx="7886700" cy="1325563"/>
          </a:xfrm>
        </p:spPr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Questions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A9C9F-C3B2-55F7-8FC7-29D69603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09676"/>
            <a:ext cx="7886700" cy="56483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 What is the primary purpose of the ion exchange method in water treatment?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A. Disinfection of water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B. Removal of suspended solids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C. Removal of hardness and dissolved ions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D. Aeration of water</a:t>
            </a:r>
          </a:p>
          <a:p>
            <a:pPr marL="514350" indent="-51435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In the ion exchange method, which ions are typically removed during cation exchange?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A. Na⁺ and K⁺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B. Cl⁻ and NO₃⁻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C. Ca²⁺ and Mg²⁺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D. HCO₃⁻ and SO₄²⁻</a:t>
            </a:r>
          </a:p>
          <a:p>
            <a:pPr marL="514350" indent="-51435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What is commonly used to regenerate a sodium-based ion exchange resin?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A. HCl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B. NaCl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C. H₂SO₄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D. NH₄OH</a:t>
            </a:r>
          </a:p>
          <a:p>
            <a:pPr marL="514350" indent="-514350">
              <a:buAutoNum type="arabicPeriod"/>
            </a:pP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Which of the following is a limitation of the ion exchange method?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A. High electricity consumption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B. Cannot remove dissolved salts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C. Ineffective against organic matter and turbidity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D. Requires ultraviolet light</a:t>
            </a:r>
          </a:p>
          <a:p>
            <a:pPr marL="514350" indent="-514350">
              <a:buAutoNum type="arabicPeriod"/>
            </a:pPr>
            <a:r>
              <a:rPr lang="en-GB" sz="1400" b="1" dirty="0">
                <a:solidFill>
                  <a:schemeClr val="accent1"/>
                </a:solidFill>
                <a:ea typeface="+mn-lt"/>
                <a:cs typeface="+mn-lt"/>
              </a:rPr>
              <a:t>Which type of water treatment is best suited for the ion exchange process?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A. Wastewater with high turbidity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B. Boiler feed water requiring high purity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C. Rainwater harvesting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  <a:t> D. Stormwater drainage</a:t>
            </a:r>
            <a:br>
              <a:rPr lang="en-GB" sz="1400" dirty="0">
                <a:solidFill>
                  <a:schemeClr val="accent1"/>
                </a:solidFill>
                <a:ea typeface="+mn-lt"/>
                <a:cs typeface="+mn-lt"/>
              </a:rPr>
            </a:br>
            <a:endParaRPr lang="en-GB" sz="14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5779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B075-EB89-2E88-AF05-0A0D70FF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5"/>
                </a:solidFill>
              </a:rPr>
              <a:t>References</a:t>
            </a:r>
            <a:endParaRPr lang="en-IN" b="1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745FD-DF0D-8F43-EA79-B945895DD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Engineering Chemistry by Jain and Jain.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5075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621</TotalTime>
  <Words>1537</Words>
  <Application>Microsoft Office PowerPoint</Application>
  <PresentationFormat>On-screen Show (4:3)</PresentationFormat>
  <Paragraphs>113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Course Overview</vt:lpstr>
      <vt:lpstr>PowerPoint Presentation</vt:lpstr>
      <vt:lpstr>External treatments</vt:lpstr>
      <vt:lpstr>Zeolite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Take away of the process</vt:lpstr>
      <vt:lpstr>Take away of the process</vt:lpstr>
      <vt:lpstr>Questions</vt:lpstr>
      <vt:lpstr>Questions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pratibha.s</dc:creator>
  <cp:lastModifiedBy>pratibha.s</cp:lastModifiedBy>
  <cp:revision>77</cp:revision>
  <dcterms:created xsi:type="dcterms:W3CDTF">2024-10-29T09:41:06Z</dcterms:created>
  <dcterms:modified xsi:type="dcterms:W3CDTF">2025-08-26T09:07:27Z</dcterms:modified>
</cp:coreProperties>
</file>