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574" r:id="rId2"/>
    <p:sldId id="565" r:id="rId3"/>
    <p:sldId id="575" r:id="rId4"/>
    <p:sldId id="589" r:id="rId5"/>
    <p:sldId id="597" r:id="rId6"/>
    <p:sldId id="598" r:id="rId7"/>
    <p:sldId id="257" r:id="rId8"/>
    <p:sldId id="258" r:id="rId9"/>
    <p:sldId id="590" r:id="rId10"/>
    <p:sldId id="599" r:id="rId11"/>
    <p:sldId id="591" r:id="rId12"/>
    <p:sldId id="259" r:id="rId13"/>
    <p:sldId id="600" r:id="rId14"/>
    <p:sldId id="260" r:id="rId15"/>
    <p:sldId id="596" r:id="rId16"/>
    <p:sldId id="602" r:id="rId17"/>
    <p:sldId id="601" r:id="rId18"/>
    <p:sldId id="603" r:id="rId19"/>
    <p:sldId id="593" r:id="rId20"/>
    <p:sldId id="594" r:id="rId21"/>
    <p:sldId id="604" r:id="rId22"/>
    <p:sldId id="261" r:id="rId23"/>
    <p:sldId id="608" r:id="rId24"/>
    <p:sldId id="609" r:id="rId25"/>
    <p:sldId id="595" r:id="rId26"/>
    <p:sldId id="605" r:id="rId27"/>
    <p:sldId id="606" r:id="rId28"/>
    <p:sldId id="607" r:id="rId29"/>
    <p:sldId id="262" r:id="rId30"/>
    <p:sldId id="263" r:id="rId31"/>
    <p:sldId id="264" r:id="rId32"/>
    <p:sldId id="588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87609-E16E-244F-9245-4EBE16DA750A}" v="56" dt="2025-08-26T08:51:57.036"/>
    <p1510:client id="{79A23514-81CE-3DBC-340F-72373406DB7D}" v="28" dt="2025-08-26T08:40:27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bha.s" userId="S::pratibha.s@krmangalam.edu.in::c81b94cf-77d6-4481-93e7-f045f6238cd8" providerId="AD" clId="Web-{79A23514-81CE-3DBC-340F-72373406DB7D}"/>
    <pc:docChg chg="addSld modSld">
      <pc:chgData name="pratibha.s" userId="S::pratibha.s@krmangalam.edu.in::c81b94cf-77d6-4481-93e7-f045f6238cd8" providerId="AD" clId="Web-{79A23514-81CE-3DBC-340F-72373406DB7D}" dt="2025-08-26T08:40:30.950" v="29"/>
      <pc:docMkLst>
        <pc:docMk/>
      </pc:docMkLst>
      <pc:sldChg chg="addSp delSp modSp new mod modClrScheme chgLayout">
        <pc:chgData name="pratibha.s" userId="S::pratibha.s@krmangalam.edu.in::c81b94cf-77d6-4481-93e7-f045f6238cd8" providerId="AD" clId="Web-{79A23514-81CE-3DBC-340F-72373406DB7D}" dt="2025-08-26T06:57:16.319" v="5"/>
        <pc:sldMkLst>
          <pc:docMk/>
          <pc:sldMk cId="1157213702" sldId="596"/>
        </pc:sldMkLst>
        <pc:spChg chg="del">
          <ac:chgData name="pratibha.s" userId="S::pratibha.s@krmangalam.edu.in::c81b94cf-77d6-4481-93e7-f045f6238cd8" providerId="AD" clId="Web-{79A23514-81CE-3DBC-340F-72373406DB7D}" dt="2025-08-26T06:56:14.990" v="1"/>
          <ac:spMkLst>
            <pc:docMk/>
            <pc:sldMk cId="1157213702" sldId="596"/>
            <ac:spMk id="2" creationId="{B035ECBE-C19A-1A3A-44AB-61AA2CBD7045}"/>
          </ac:spMkLst>
        </pc:spChg>
        <pc:spChg chg="del">
          <ac:chgData name="pratibha.s" userId="S::pratibha.s@krmangalam.edu.in::c81b94cf-77d6-4481-93e7-f045f6238cd8" providerId="AD" clId="Web-{79A23514-81CE-3DBC-340F-72373406DB7D}" dt="2025-08-26T06:56:14.990" v="1"/>
          <ac:spMkLst>
            <pc:docMk/>
            <pc:sldMk cId="1157213702" sldId="596"/>
            <ac:spMk id="3" creationId="{5A001B26-7C3C-5A4B-A26A-FC8A0A79A537}"/>
          </ac:spMkLst>
        </pc:spChg>
        <pc:picChg chg="add mod">
          <ac:chgData name="pratibha.s" userId="S::pratibha.s@krmangalam.edu.in::c81b94cf-77d6-4481-93e7-f045f6238cd8" providerId="AD" clId="Web-{79A23514-81CE-3DBC-340F-72373406DB7D}" dt="2025-08-26T06:57:16.319" v="5"/>
          <ac:picMkLst>
            <pc:docMk/>
            <pc:sldMk cId="1157213702" sldId="596"/>
            <ac:picMk id="4" creationId="{2AC36707-237B-B70E-B7B2-B9E23FDD6045}"/>
          </ac:picMkLst>
        </pc:picChg>
      </pc:sldChg>
      <pc:sldChg chg="addSp delSp modSp new mod modClrScheme chgLayout">
        <pc:chgData name="pratibha.s" userId="S::pratibha.s@krmangalam.edu.in::c81b94cf-77d6-4481-93e7-f045f6238cd8" providerId="AD" clId="Web-{79A23514-81CE-3DBC-340F-72373406DB7D}" dt="2025-08-26T08:30:00.007" v="8"/>
        <pc:sldMkLst>
          <pc:docMk/>
          <pc:sldMk cId="2001535016" sldId="597"/>
        </pc:sldMkLst>
        <pc:spChg chg="del">
          <ac:chgData name="pratibha.s" userId="S::pratibha.s@krmangalam.edu.in::c81b94cf-77d6-4481-93e7-f045f6238cd8" providerId="AD" clId="Web-{79A23514-81CE-3DBC-340F-72373406DB7D}" dt="2025-08-26T08:30:00.007" v="8"/>
          <ac:spMkLst>
            <pc:docMk/>
            <pc:sldMk cId="2001535016" sldId="597"/>
            <ac:spMk id="2" creationId="{CA5E3E58-FB46-E354-748B-3033E5394206}"/>
          </ac:spMkLst>
        </pc:spChg>
        <pc:spChg chg="del">
          <ac:chgData name="pratibha.s" userId="S::pratibha.s@krmangalam.edu.in::c81b94cf-77d6-4481-93e7-f045f6238cd8" providerId="AD" clId="Web-{79A23514-81CE-3DBC-340F-72373406DB7D}" dt="2025-08-26T08:30:00.007" v="8"/>
          <ac:spMkLst>
            <pc:docMk/>
            <pc:sldMk cId="2001535016" sldId="597"/>
            <ac:spMk id="3" creationId="{1C5393EA-60A4-C191-C70C-51F96CA42B7D}"/>
          </ac:spMkLst>
        </pc:spChg>
        <pc:picChg chg="add mod">
          <ac:chgData name="pratibha.s" userId="S::pratibha.s@krmangalam.edu.in::c81b94cf-77d6-4481-93e7-f045f6238cd8" providerId="AD" clId="Web-{79A23514-81CE-3DBC-340F-72373406DB7D}" dt="2025-08-26T08:30:00.007" v="8"/>
          <ac:picMkLst>
            <pc:docMk/>
            <pc:sldMk cId="2001535016" sldId="597"/>
            <ac:picMk id="4" creationId="{8ECDA1B5-2489-C20F-F63D-EC5E76DA2274}"/>
          </ac:picMkLst>
        </pc:picChg>
      </pc:sldChg>
      <pc:sldChg chg="addSp delSp modSp new">
        <pc:chgData name="pratibha.s" userId="S::pratibha.s@krmangalam.edu.in::c81b94cf-77d6-4481-93e7-f045f6238cd8" providerId="AD" clId="Web-{79A23514-81CE-3DBC-340F-72373406DB7D}" dt="2025-08-26T08:31:57.761" v="14"/>
        <pc:sldMkLst>
          <pc:docMk/>
          <pc:sldMk cId="806280188" sldId="598"/>
        </pc:sldMkLst>
        <pc:spChg chg="del">
          <ac:chgData name="pratibha.s" userId="S::pratibha.s@krmangalam.edu.in::c81b94cf-77d6-4481-93e7-f045f6238cd8" providerId="AD" clId="Web-{79A23514-81CE-3DBC-340F-72373406DB7D}" dt="2025-08-26T08:30:28.274" v="11"/>
          <ac:spMkLst>
            <pc:docMk/>
            <pc:sldMk cId="806280188" sldId="598"/>
            <ac:spMk id="2" creationId="{CCCA2AE6-2768-02F9-2946-1DC48B5BBF28}"/>
          </ac:spMkLst>
        </pc:spChg>
        <pc:spChg chg="del">
          <ac:chgData name="pratibha.s" userId="S::pratibha.s@krmangalam.edu.in::c81b94cf-77d6-4481-93e7-f045f6238cd8" providerId="AD" clId="Web-{79A23514-81CE-3DBC-340F-72373406DB7D}" dt="2025-08-26T08:30:25.930" v="10"/>
          <ac:spMkLst>
            <pc:docMk/>
            <pc:sldMk cId="806280188" sldId="598"/>
            <ac:spMk id="3" creationId="{A8DD259A-6DF1-ED95-C102-74A58D3FEF61}"/>
          </ac:spMkLst>
        </pc:spChg>
        <pc:spChg chg="add del mod">
          <ac:chgData name="pratibha.s" userId="S::pratibha.s@krmangalam.edu.in::c81b94cf-77d6-4481-93e7-f045f6238cd8" providerId="AD" clId="Web-{79A23514-81CE-3DBC-340F-72373406DB7D}" dt="2025-08-26T08:31:56.308" v="13"/>
          <ac:spMkLst>
            <pc:docMk/>
            <pc:sldMk cId="806280188" sldId="598"/>
            <ac:spMk id="6" creationId="{4178F04B-29AB-F65D-7DD5-2DD945EFE259}"/>
          </ac:spMkLst>
        </pc:spChg>
        <pc:picChg chg="add del mod ord">
          <ac:chgData name="pratibha.s" userId="S::pratibha.s@krmangalam.edu.in::c81b94cf-77d6-4481-93e7-f045f6238cd8" providerId="AD" clId="Web-{79A23514-81CE-3DBC-340F-72373406DB7D}" dt="2025-08-26T08:31:53.433" v="12"/>
          <ac:picMkLst>
            <pc:docMk/>
            <pc:sldMk cId="806280188" sldId="598"/>
            <ac:picMk id="4" creationId="{0A078850-6C3B-C22D-4F96-97148825DC9B}"/>
          </ac:picMkLst>
        </pc:picChg>
        <pc:picChg chg="add mod ord">
          <ac:chgData name="pratibha.s" userId="S::pratibha.s@krmangalam.edu.in::c81b94cf-77d6-4481-93e7-f045f6238cd8" providerId="AD" clId="Web-{79A23514-81CE-3DBC-340F-72373406DB7D}" dt="2025-08-26T08:31:57.761" v="14"/>
          <ac:picMkLst>
            <pc:docMk/>
            <pc:sldMk cId="806280188" sldId="598"/>
            <ac:picMk id="7" creationId="{FDE52EAA-EC3A-C5CF-D66A-3DFF36F50E10}"/>
          </ac:picMkLst>
        </pc:picChg>
      </pc:sldChg>
      <pc:sldChg chg="addSp delSp modSp new">
        <pc:chgData name="pratibha.s" userId="S::pratibha.s@krmangalam.edu.in::c81b94cf-77d6-4481-93e7-f045f6238cd8" providerId="AD" clId="Web-{79A23514-81CE-3DBC-340F-72373406DB7D}" dt="2025-08-26T08:33:11.935" v="19"/>
        <pc:sldMkLst>
          <pc:docMk/>
          <pc:sldMk cId="1747980473" sldId="599"/>
        </pc:sldMkLst>
        <pc:spChg chg="add del">
          <ac:chgData name="pratibha.s" userId="S::pratibha.s@krmangalam.edu.in::c81b94cf-77d6-4481-93e7-f045f6238cd8" providerId="AD" clId="Web-{79A23514-81CE-3DBC-340F-72373406DB7D}" dt="2025-08-26T08:33:11.935" v="19"/>
          <ac:spMkLst>
            <pc:docMk/>
            <pc:sldMk cId="1747980473" sldId="599"/>
            <ac:spMk id="2" creationId="{715FBF8C-83D5-D6B8-CBE6-21E2550730B5}"/>
          </ac:spMkLst>
        </pc:spChg>
        <pc:spChg chg="del">
          <ac:chgData name="pratibha.s" userId="S::pratibha.s@krmangalam.edu.in::c81b94cf-77d6-4481-93e7-f045f6238cd8" providerId="AD" clId="Web-{79A23514-81CE-3DBC-340F-72373406DB7D}" dt="2025-08-26T08:33:06.795" v="16"/>
          <ac:spMkLst>
            <pc:docMk/>
            <pc:sldMk cId="1747980473" sldId="599"/>
            <ac:spMk id="3" creationId="{D69DDD15-D278-4000-9E19-634A35CA1449}"/>
          </ac:spMkLst>
        </pc:spChg>
        <pc:picChg chg="add mod ord">
          <ac:chgData name="pratibha.s" userId="S::pratibha.s@krmangalam.edu.in::c81b94cf-77d6-4481-93e7-f045f6238cd8" providerId="AD" clId="Web-{79A23514-81CE-3DBC-340F-72373406DB7D}" dt="2025-08-26T08:33:11.935" v="19"/>
          <ac:picMkLst>
            <pc:docMk/>
            <pc:sldMk cId="1747980473" sldId="599"/>
            <ac:picMk id="4" creationId="{446CD38B-38EE-257F-E778-F589C02D9129}"/>
          </ac:picMkLst>
        </pc:picChg>
      </pc:sldChg>
      <pc:sldChg chg="addSp delSp modSp new">
        <pc:chgData name="pratibha.s" userId="S::pratibha.s@krmangalam.edu.in::c81b94cf-77d6-4481-93e7-f045f6238cd8" providerId="AD" clId="Web-{79A23514-81CE-3DBC-340F-72373406DB7D}" dt="2025-08-26T08:38:54.369" v="26"/>
        <pc:sldMkLst>
          <pc:docMk/>
          <pc:sldMk cId="3467048295" sldId="600"/>
        </pc:sldMkLst>
        <pc:spChg chg="del">
          <ac:chgData name="pratibha.s" userId="S::pratibha.s@krmangalam.edu.in::c81b94cf-77d6-4481-93e7-f045f6238cd8" providerId="AD" clId="Web-{79A23514-81CE-3DBC-340F-72373406DB7D}" dt="2025-08-26T08:38:54.369" v="26"/>
          <ac:spMkLst>
            <pc:docMk/>
            <pc:sldMk cId="3467048295" sldId="600"/>
            <ac:spMk id="2" creationId="{FF66F6E6-7B09-3920-3A59-07C86C6291BA}"/>
          </ac:spMkLst>
        </pc:spChg>
        <pc:spChg chg="add del">
          <ac:chgData name="pratibha.s" userId="S::pratibha.s@krmangalam.edu.in::c81b94cf-77d6-4481-93e7-f045f6238cd8" providerId="AD" clId="Web-{79A23514-81CE-3DBC-340F-72373406DB7D}" dt="2025-08-26T08:38:50.150" v="25"/>
          <ac:spMkLst>
            <pc:docMk/>
            <pc:sldMk cId="3467048295" sldId="600"/>
            <ac:spMk id="3" creationId="{5D865D8A-EEF9-6BAB-F8FE-DE8DE466975F}"/>
          </ac:spMkLst>
        </pc:spChg>
        <pc:picChg chg="add del mod ord">
          <ac:chgData name="pratibha.s" userId="S::pratibha.s@krmangalam.edu.in::c81b94cf-77d6-4481-93e7-f045f6238cd8" providerId="AD" clId="Web-{79A23514-81CE-3DBC-340F-72373406DB7D}" dt="2025-08-26T08:34:19.031" v="22"/>
          <ac:picMkLst>
            <pc:docMk/>
            <pc:sldMk cId="3467048295" sldId="600"/>
            <ac:picMk id="4" creationId="{2E1C1090-E353-9CA4-314C-A9ACB3B8C190}"/>
          </ac:picMkLst>
        </pc:picChg>
        <pc:picChg chg="add del mod ord">
          <ac:chgData name="pratibha.s" userId="S::pratibha.s@krmangalam.edu.in::c81b94cf-77d6-4481-93e7-f045f6238cd8" providerId="AD" clId="Web-{79A23514-81CE-3DBC-340F-72373406DB7D}" dt="2025-08-26T08:34:22.938" v="24"/>
          <ac:picMkLst>
            <pc:docMk/>
            <pc:sldMk cId="3467048295" sldId="600"/>
            <ac:picMk id="5" creationId="{6DDC25A8-E2D7-1374-50A9-C3A6F132CFA9}"/>
          </ac:picMkLst>
        </pc:picChg>
        <pc:picChg chg="add mod ord">
          <ac:chgData name="pratibha.s" userId="S::pratibha.s@krmangalam.edu.in::c81b94cf-77d6-4481-93e7-f045f6238cd8" providerId="AD" clId="Web-{79A23514-81CE-3DBC-340F-72373406DB7D}" dt="2025-08-26T08:38:54.369" v="26"/>
          <ac:picMkLst>
            <pc:docMk/>
            <pc:sldMk cId="3467048295" sldId="600"/>
            <ac:picMk id="6" creationId="{A23AB243-A095-560A-DB97-7186AF68170C}"/>
          </ac:picMkLst>
        </pc:picChg>
      </pc:sldChg>
      <pc:sldChg chg="addSp delSp modSp new">
        <pc:chgData name="pratibha.s" userId="S::pratibha.s@krmangalam.edu.in::c81b94cf-77d6-4481-93e7-f045f6238cd8" providerId="AD" clId="Web-{79A23514-81CE-3DBC-340F-72373406DB7D}" dt="2025-08-26T08:40:30.950" v="29"/>
        <pc:sldMkLst>
          <pc:docMk/>
          <pc:sldMk cId="2518788844" sldId="601"/>
        </pc:sldMkLst>
        <pc:spChg chg="del">
          <ac:chgData name="pratibha.s" userId="S::pratibha.s@krmangalam.edu.in::c81b94cf-77d6-4481-93e7-f045f6238cd8" providerId="AD" clId="Web-{79A23514-81CE-3DBC-340F-72373406DB7D}" dt="2025-08-26T08:40:30.950" v="29"/>
          <ac:spMkLst>
            <pc:docMk/>
            <pc:sldMk cId="2518788844" sldId="601"/>
            <ac:spMk id="2" creationId="{D88886D1-9F94-BE39-E2A0-8FB51454E803}"/>
          </ac:spMkLst>
        </pc:spChg>
        <pc:spChg chg="del">
          <ac:chgData name="pratibha.s" userId="S::pratibha.s@krmangalam.edu.in::c81b94cf-77d6-4481-93e7-f045f6238cd8" providerId="AD" clId="Web-{79A23514-81CE-3DBC-340F-72373406DB7D}" dt="2025-08-26T08:40:27.122" v="28"/>
          <ac:spMkLst>
            <pc:docMk/>
            <pc:sldMk cId="2518788844" sldId="601"/>
            <ac:spMk id="3" creationId="{89CF81A8-7966-F09C-6DD3-2D73B03A1BDC}"/>
          </ac:spMkLst>
        </pc:spChg>
        <pc:picChg chg="add mod ord">
          <ac:chgData name="pratibha.s" userId="S::pratibha.s@krmangalam.edu.in::c81b94cf-77d6-4481-93e7-f045f6238cd8" providerId="AD" clId="Web-{79A23514-81CE-3DBC-340F-72373406DB7D}" dt="2025-08-26T08:40:30.950" v="29"/>
          <ac:picMkLst>
            <pc:docMk/>
            <pc:sldMk cId="2518788844" sldId="601"/>
            <ac:picMk id="4" creationId="{13FC2ECF-86FB-4850-573D-9CA3C7DF5630}"/>
          </ac:picMkLst>
        </pc:picChg>
      </pc:sldChg>
    </pc:docChg>
  </pc:docChgLst>
  <pc:docChgLst>
    <pc:chgData name="pratibha.s" userId="S::pratibha.s@krmangalam.edu.in::c81b94cf-77d6-4481-93e7-f045f6238cd8" providerId="AD" clId="Web-{1BF87609-E16E-244F-9245-4EBE16DA750A}"/>
    <pc:docChg chg="addSld modSld">
      <pc:chgData name="pratibha.s" userId="S::pratibha.s@krmangalam.edu.in::c81b94cf-77d6-4481-93e7-f045f6238cd8" providerId="AD" clId="Web-{1BF87609-E16E-244F-9245-4EBE16DA750A}" dt="2025-08-26T08:51:57.036" v="47"/>
      <pc:docMkLst>
        <pc:docMk/>
      </pc:docMkLst>
      <pc:sldChg chg="modSp">
        <pc:chgData name="pratibha.s" userId="S::pratibha.s@krmangalam.edu.in::c81b94cf-77d6-4481-93e7-f045f6238cd8" providerId="AD" clId="Web-{1BF87609-E16E-244F-9245-4EBE16DA750A}" dt="2025-08-26T08:48:20.059" v="15" actId="20577"/>
        <pc:sldMkLst>
          <pc:docMk/>
          <pc:sldMk cId="0" sldId="257"/>
        </pc:sldMkLst>
        <pc:spChg chg="mod">
          <ac:chgData name="pratibha.s" userId="S::pratibha.s@krmangalam.edu.in::c81b94cf-77d6-4481-93e7-f045f6238cd8" providerId="AD" clId="Web-{1BF87609-E16E-244F-9245-4EBE16DA750A}" dt="2025-08-26T08:48:20.059" v="15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new">
        <pc:chgData name="pratibha.s" userId="S::pratibha.s@krmangalam.edu.in::c81b94cf-77d6-4481-93e7-f045f6238cd8" providerId="AD" clId="Web-{1BF87609-E16E-244F-9245-4EBE16DA750A}" dt="2025-08-26T08:42:34.328" v="2"/>
        <pc:sldMkLst>
          <pc:docMk/>
          <pc:sldMk cId="267611241" sldId="602"/>
        </pc:sldMkLst>
        <pc:spChg chg="del">
          <ac:chgData name="pratibha.s" userId="S::pratibha.s@krmangalam.edu.in::c81b94cf-77d6-4481-93e7-f045f6238cd8" providerId="AD" clId="Web-{1BF87609-E16E-244F-9245-4EBE16DA750A}" dt="2025-08-26T08:42:34.328" v="2"/>
          <ac:spMkLst>
            <pc:docMk/>
            <pc:sldMk cId="267611241" sldId="602"/>
            <ac:spMk id="2" creationId="{610D4E14-A766-6BE4-3C67-2AF51276013F}"/>
          </ac:spMkLst>
        </pc:spChg>
        <pc:spChg chg="del">
          <ac:chgData name="pratibha.s" userId="S::pratibha.s@krmangalam.edu.in::c81b94cf-77d6-4481-93e7-f045f6238cd8" providerId="AD" clId="Web-{1BF87609-E16E-244F-9245-4EBE16DA750A}" dt="2025-08-26T08:42:31.890" v="1"/>
          <ac:spMkLst>
            <pc:docMk/>
            <pc:sldMk cId="267611241" sldId="602"/>
            <ac:spMk id="3" creationId="{5C7EBA4F-AEAA-391F-CFDC-C91FFD3ADFF4}"/>
          </ac:spMkLst>
        </pc:spChg>
        <pc:picChg chg="add mod ord">
          <ac:chgData name="pratibha.s" userId="S::pratibha.s@krmangalam.edu.in::c81b94cf-77d6-4481-93e7-f045f6238cd8" providerId="AD" clId="Web-{1BF87609-E16E-244F-9245-4EBE16DA750A}" dt="2025-08-26T08:42:34.328" v="2"/>
          <ac:picMkLst>
            <pc:docMk/>
            <pc:sldMk cId="267611241" sldId="602"/>
            <ac:picMk id="4" creationId="{A58FE165-6FEC-A063-B4CB-E6B6F3EE2B2D}"/>
          </ac:picMkLst>
        </pc:picChg>
      </pc:sldChg>
      <pc:sldChg chg="addSp delSp modSp new">
        <pc:chgData name="pratibha.s" userId="S::pratibha.s@krmangalam.edu.in::c81b94cf-77d6-4481-93e7-f045f6238cd8" providerId="AD" clId="Web-{1BF87609-E16E-244F-9245-4EBE16DA750A}" dt="2025-08-26T08:45:16.162" v="5"/>
        <pc:sldMkLst>
          <pc:docMk/>
          <pc:sldMk cId="2789608929" sldId="603"/>
        </pc:sldMkLst>
        <pc:spChg chg="del">
          <ac:chgData name="pratibha.s" userId="S::pratibha.s@krmangalam.edu.in::c81b94cf-77d6-4481-93e7-f045f6238cd8" providerId="AD" clId="Web-{1BF87609-E16E-244F-9245-4EBE16DA750A}" dt="2025-08-26T08:45:16.162" v="5"/>
          <ac:spMkLst>
            <pc:docMk/>
            <pc:sldMk cId="2789608929" sldId="603"/>
            <ac:spMk id="2" creationId="{E719BFB6-BCE8-B421-CADB-15F25FA7538D}"/>
          </ac:spMkLst>
        </pc:spChg>
        <pc:spChg chg="del">
          <ac:chgData name="pratibha.s" userId="S::pratibha.s@krmangalam.edu.in::c81b94cf-77d6-4481-93e7-f045f6238cd8" providerId="AD" clId="Web-{1BF87609-E16E-244F-9245-4EBE16DA750A}" dt="2025-08-26T08:45:12.834" v="4"/>
          <ac:spMkLst>
            <pc:docMk/>
            <pc:sldMk cId="2789608929" sldId="603"/>
            <ac:spMk id="3" creationId="{894879B4-1AE5-77E3-0AA1-8BA20B26CA4D}"/>
          </ac:spMkLst>
        </pc:spChg>
        <pc:picChg chg="add mod ord">
          <ac:chgData name="pratibha.s" userId="S::pratibha.s@krmangalam.edu.in::c81b94cf-77d6-4481-93e7-f045f6238cd8" providerId="AD" clId="Web-{1BF87609-E16E-244F-9245-4EBE16DA750A}" dt="2025-08-26T08:45:16.162" v="5"/>
          <ac:picMkLst>
            <pc:docMk/>
            <pc:sldMk cId="2789608929" sldId="603"/>
            <ac:picMk id="4" creationId="{BBD9C142-6930-1D05-2F37-4ECCBB4D2688}"/>
          </ac:picMkLst>
        </pc:picChg>
      </pc:sldChg>
      <pc:sldChg chg="addSp delSp modSp new">
        <pc:chgData name="pratibha.s" userId="S::pratibha.s@krmangalam.edu.in::c81b94cf-77d6-4481-93e7-f045f6238cd8" providerId="AD" clId="Web-{1BF87609-E16E-244F-9245-4EBE16DA750A}" dt="2025-08-26T08:46:54.150" v="9"/>
        <pc:sldMkLst>
          <pc:docMk/>
          <pc:sldMk cId="2150597347" sldId="604"/>
        </pc:sldMkLst>
        <pc:spChg chg="del">
          <ac:chgData name="pratibha.s" userId="S::pratibha.s@krmangalam.edu.in::c81b94cf-77d6-4481-93e7-f045f6238cd8" providerId="AD" clId="Web-{1BF87609-E16E-244F-9245-4EBE16DA750A}" dt="2025-08-26T08:45:50.663" v="7"/>
          <ac:spMkLst>
            <pc:docMk/>
            <pc:sldMk cId="2150597347" sldId="604"/>
            <ac:spMk id="3" creationId="{51593141-147C-E03D-1438-1AD03486FBBC}"/>
          </ac:spMkLst>
        </pc:spChg>
        <pc:spChg chg="add del mod">
          <ac:chgData name="pratibha.s" userId="S::pratibha.s@krmangalam.edu.in::c81b94cf-77d6-4481-93e7-f045f6238cd8" providerId="AD" clId="Web-{1BF87609-E16E-244F-9245-4EBE16DA750A}" dt="2025-08-26T08:46:54.150" v="9"/>
          <ac:spMkLst>
            <pc:docMk/>
            <pc:sldMk cId="2150597347" sldId="604"/>
            <ac:spMk id="6" creationId="{D0915148-CF83-5B96-245E-D158FB241A8E}"/>
          </ac:spMkLst>
        </pc:spChg>
        <pc:picChg chg="add del mod ord">
          <ac:chgData name="pratibha.s" userId="S::pratibha.s@krmangalam.edu.in::c81b94cf-77d6-4481-93e7-f045f6238cd8" providerId="AD" clId="Web-{1BF87609-E16E-244F-9245-4EBE16DA750A}" dt="2025-08-26T08:46:52.478" v="8"/>
          <ac:picMkLst>
            <pc:docMk/>
            <pc:sldMk cId="2150597347" sldId="604"/>
            <ac:picMk id="4" creationId="{BECB1E1E-CF98-5065-1CA4-D7DFD148FE01}"/>
          </ac:picMkLst>
        </pc:picChg>
        <pc:picChg chg="add mod ord">
          <ac:chgData name="pratibha.s" userId="S::pratibha.s@krmangalam.edu.in::c81b94cf-77d6-4481-93e7-f045f6238cd8" providerId="AD" clId="Web-{1BF87609-E16E-244F-9245-4EBE16DA750A}" dt="2025-08-26T08:46:54.150" v="9"/>
          <ac:picMkLst>
            <pc:docMk/>
            <pc:sldMk cId="2150597347" sldId="604"/>
            <ac:picMk id="7" creationId="{667A9E2B-DC1E-015D-E19C-250B0AB7348F}"/>
          </ac:picMkLst>
        </pc:picChg>
      </pc:sldChg>
      <pc:sldChg chg="addSp delSp modSp new">
        <pc:chgData name="pratibha.s" userId="S::pratibha.s@krmangalam.edu.in::c81b94cf-77d6-4481-93e7-f045f6238cd8" providerId="AD" clId="Web-{1BF87609-E16E-244F-9245-4EBE16DA750A}" dt="2025-08-26T08:49:27.312" v="20" actId="1076"/>
        <pc:sldMkLst>
          <pc:docMk/>
          <pc:sldMk cId="1703358305" sldId="605"/>
        </pc:sldMkLst>
        <pc:spChg chg="del">
          <ac:chgData name="pratibha.s" userId="S::pratibha.s@krmangalam.edu.in::c81b94cf-77d6-4481-93e7-f045f6238cd8" providerId="AD" clId="Web-{1BF87609-E16E-244F-9245-4EBE16DA750A}" dt="2025-08-26T08:48:35.450" v="17"/>
          <ac:spMkLst>
            <pc:docMk/>
            <pc:sldMk cId="1703358305" sldId="605"/>
            <ac:spMk id="3" creationId="{0E12BEBC-E1FE-AC1A-C1B9-BCC0DC5193CC}"/>
          </ac:spMkLst>
        </pc:spChg>
        <pc:picChg chg="add mod ord">
          <ac:chgData name="pratibha.s" userId="S::pratibha.s@krmangalam.edu.in::c81b94cf-77d6-4481-93e7-f045f6238cd8" providerId="AD" clId="Web-{1BF87609-E16E-244F-9245-4EBE16DA750A}" dt="2025-08-26T08:48:39.763" v="18" actId="1076"/>
          <ac:picMkLst>
            <pc:docMk/>
            <pc:sldMk cId="1703358305" sldId="605"/>
            <ac:picMk id="4" creationId="{D5AB9573-D41A-21BD-39BC-2BFEBBF2B04F}"/>
          </ac:picMkLst>
        </pc:picChg>
        <pc:picChg chg="add mod">
          <ac:chgData name="pratibha.s" userId="S::pratibha.s@krmangalam.edu.in::c81b94cf-77d6-4481-93e7-f045f6238cd8" providerId="AD" clId="Web-{1BF87609-E16E-244F-9245-4EBE16DA750A}" dt="2025-08-26T08:49:27.312" v="20" actId="1076"/>
          <ac:picMkLst>
            <pc:docMk/>
            <pc:sldMk cId="1703358305" sldId="605"/>
            <ac:picMk id="5" creationId="{C5B1F006-273D-54DD-EC5D-700F231263B8}"/>
          </ac:picMkLst>
        </pc:picChg>
      </pc:sldChg>
      <pc:sldChg chg="addSp delSp modSp new">
        <pc:chgData name="pratibha.s" userId="S::pratibha.s@krmangalam.edu.in::c81b94cf-77d6-4481-93e7-f045f6238cd8" providerId="AD" clId="Web-{1BF87609-E16E-244F-9245-4EBE16DA750A}" dt="2025-08-26T08:49:53.531" v="23"/>
        <pc:sldMkLst>
          <pc:docMk/>
          <pc:sldMk cId="3836367614" sldId="606"/>
        </pc:sldMkLst>
        <pc:spChg chg="del">
          <ac:chgData name="pratibha.s" userId="S::pratibha.s@krmangalam.edu.in::c81b94cf-77d6-4481-93e7-f045f6238cd8" providerId="AD" clId="Web-{1BF87609-E16E-244F-9245-4EBE16DA750A}" dt="2025-08-26T08:49:53.531" v="23"/>
          <ac:spMkLst>
            <pc:docMk/>
            <pc:sldMk cId="3836367614" sldId="606"/>
            <ac:spMk id="2" creationId="{A1E80588-FC94-70AD-B6E8-23E4E181D536}"/>
          </ac:spMkLst>
        </pc:spChg>
        <pc:spChg chg="del">
          <ac:chgData name="pratibha.s" userId="S::pratibha.s@krmangalam.edu.in::c81b94cf-77d6-4481-93e7-f045f6238cd8" providerId="AD" clId="Web-{1BF87609-E16E-244F-9245-4EBE16DA750A}" dt="2025-08-26T08:49:49.515" v="22"/>
          <ac:spMkLst>
            <pc:docMk/>
            <pc:sldMk cId="3836367614" sldId="606"/>
            <ac:spMk id="3" creationId="{340C6B0F-F5CF-1CEC-E276-CAB1BCFBC22F}"/>
          </ac:spMkLst>
        </pc:spChg>
        <pc:picChg chg="add mod ord">
          <ac:chgData name="pratibha.s" userId="S::pratibha.s@krmangalam.edu.in::c81b94cf-77d6-4481-93e7-f045f6238cd8" providerId="AD" clId="Web-{1BF87609-E16E-244F-9245-4EBE16DA750A}" dt="2025-08-26T08:49:53.531" v="23"/>
          <ac:picMkLst>
            <pc:docMk/>
            <pc:sldMk cId="3836367614" sldId="606"/>
            <ac:picMk id="4" creationId="{5F8E2562-EB66-E43F-0E13-A61FC38E9F35}"/>
          </ac:picMkLst>
        </pc:picChg>
      </pc:sldChg>
      <pc:sldChg chg="addSp delSp modSp new">
        <pc:chgData name="pratibha.s" userId="S::pratibha.s@krmangalam.edu.in::c81b94cf-77d6-4481-93e7-f045f6238cd8" providerId="AD" clId="Web-{1BF87609-E16E-244F-9245-4EBE16DA750A}" dt="2025-08-26T08:50:26.204" v="37"/>
        <pc:sldMkLst>
          <pc:docMk/>
          <pc:sldMk cId="2588224832" sldId="607"/>
        </pc:sldMkLst>
        <pc:spChg chg="mod">
          <ac:chgData name="pratibha.s" userId="S::pratibha.s@krmangalam.edu.in::c81b94cf-77d6-4481-93e7-f045f6238cd8" providerId="AD" clId="Web-{1BF87609-E16E-244F-9245-4EBE16DA750A}" dt="2025-08-26T08:50:26.204" v="37"/>
          <ac:spMkLst>
            <pc:docMk/>
            <pc:sldMk cId="2588224832" sldId="607"/>
            <ac:spMk id="2" creationId="{C6F7F55B-FC83-715E-F8BA-088271CB3BA9}"/>
          </ac:spMkLst>
        </pc:spChg>
        <pc:spChg chg="del">
          <ac:chgData name="pratibha.s" userId="S::pratibha.s@krmangalam.edu.in::c81b94cf-77d6-4481-93e7-f045f6238cd8" providerId="AD" clId="Web-{1BF87609-E16E-244F-9245-4EBE16DA750A}" dt="2025-08-26T08:50:15.454" v="25"/>
          <ac:spMkLst>
            <pc:docMk/>
            <pc:sldMk cId="2588224832" sldId="607"/>
            <ac:spMk id="3" creationId="{2212F362-FBED-521F-47A7-8F929AFA2340}"/>
          </ac:spMkLst>
        </pc:spChg>
        <pc:picChg chg="add mod ord">
          <ac:chgData name="pratibha.s" userId="S::pratibha.s@krmangalam.edu.in::c81b94cf-77d6-4481-93e7-f045f6238cd8" providerId="AD" clId="Web-{1BF87609-E16E-244F-9245-4EBE16DA750A}" dt="2025-08-26T08:50:26.204" v="37"/>
          <ac:picMkLst>
            <pc:docMk/>
            <pc:sldMk cId="2588224832" sldId="607"/>
            <ac:picMk id="4" creationId="{E0668D2C-BCE4-975D-8AC7-CA031C204699}"/>
          </ac:picMkLst>
        </pc:picChg>
      </pc:sldChg>
      <pc:sldChg chg="addSp delSp modSp new">
        <pc:chgData name="pratibha.s" userId="S::pratibha.s@krmangalam.edu.in::c81b94cf-77d6-4481-93e7-f045f6238cd8" providerId="AD" clId="Web-{1BF87609-E16E-244F-9245-4EBE16DA750A}" dt="2025-08-26T08:51:34.129" v="42" actId="20577"/>
        <pc:sldMkLst>
          <pc:docMk/>
          <pc:sldMk cId="844163471" sldId="608"/>
        </pc:sldMkLst>
        <pc:spChg chg="mod">
          <ac:chgData name="pratibha.s" userId="S::pratibha.s@krmangalam.edu.in::c81b94cf-77d6-4481-93e7-f045f6238cd8" providerId="AD" clId="Web-{1BF87609-E16E-244F-9245-4EBE16DA750A}" dt="2025-08-26T08:51:34.129" v="42" actId="20577"/>
          <ac:spMkLst>
            <pc:docMk/>
            <pc:sldMk cId="844163471" sldId="608"/>
            <ac:spMk id="2" creationId="{25A60BDD-8A03-39A1-218B-1B9598DC2002}"/>
          </ac:spMkLst>
        </pc:spChg>
        <pc:spChg chg="del">
          <ac:chgData name="pratibha.s" userId="S::pratibha.s@krmangalam.edu.in::c81b94cf-77d6-4481-93e7-f045f6238cd8" providerId="AD" clId="Web-{1BF87609-E16E-244F-9245-4EBE16DA750A}" dt="2025-08-26T08:51:01.112" v="39"/>
          <ac:spMkLst>
            <pc:docMk/>
            <pc:sldMk cId="844163471" sldId="608"/>
            <ac:spMk id="3" creationId="{3791F0C6-902E-7B33-245A-109D51F4FBA0}"/>
          </ac:spMkLst>
        </pc:spChg>
        <pc:picChg chg="add mod ord">
          <ac:chgData name="pratibha.s" userId="S::pratibha.s@krmangalam.edu.in::c81b94cf-77d6-4481-93e7-f045f6238cd8" providerId="AD" clId="Web-{1BF87609-E16E-244F-9245-4EBE16DA750A}" dt="2025-08-26T08:51:01.112" v="39"/>
          <ac:picMkLst>
            <pc:docMk/>
            <pc:sldMk cId="844163471" sldId="608"/>
            <ac:picMk id="4" creationId="{79E6CA25-F6C9-DE05-6407-2A42C3FD9985}"/>
          </ac:picMkLst>
        </pc:picChg>
      </pc:sldChg>
      <pc:sldChg chg="addSp delSp modSp new">
        <pc:chgData name="pratibha.s" userId="S::pratibha.s@krmangalam.edu.in::c81b94cf-77d6-4481-93e7-f045f6238cd8" providerId="AD" clId="Web-{1BF87609-E16E-244F-9245-4EBE16DA750A}" dt="2025-08-26T08:51:57.036" v="47"/>
        <pc:sldMkLst>
          <pc:docMk/>
          <pc:sldMk cId="3456515216" sldId="609"/>
        </pc:sldMkLst>
        <pc:spChg chg="mod">
          <ac:chgData name="pratibha.s" userId="S::pratibha.s@krmangalam.edu.in::c81b94cf-77d6-4481-93e7-f045f6238cd8" providerId="AD" clId="Web-{1BF87609-E16E-244F-9245-4EBE16DA750A}" dt="2025-08-26T08:51:57.036" v="47"/>
          <ac:spMkLst>
            <pc:docMk/>
            <pc:sldMk cId="3456515216" sldId="609"/>
            <ac:spMk id="2" creationId="{0496BA3C-1CC6-FACF-4BC6-9138AE380A76}"/>
          </ac:spMkLst>
        </pc:spChg>
        <pc:spChg chg="del">
          <ac:chgData name="pratibha.s" userId="S::pratibha.s@krmangalam.edu.in::c81b94cf-77d6-4481-93e7-f045f6238cd8" providerId="AD" clId="Web-{1BF87609-E16E-244F-9245-4EBE16DA750A}" dt="2025-08-26T08:51:39.801" v="44"/>
          <ac:spMkLst>
            <pc:docMk/>
            <pc:sldMk cId="3456515216" sldId="609"/>
            <ac:spMk id="3" creationId="{5909E39D-E33C-ED98-AE08-A8C885F481FD}"/>
          </ac:spMkLst>
        </pc:spChg>
        <pc:picChg chg="add mod ord">
          <ac:chgData name="pratibha.s" userId="S::pratibha.s@krmangalam.edu.in::c81b94cf-77d6-4481-93e7-f045f6238cd8" providerId="AD" clId="Web-{1BF87609-E16E-244F-9245-4EBE16DA750A}" dt="2025-08-26T08:51:57.036" v="47"/>
          <ac:picMkLst>
            <pc:docMk/>
            <pc:sldMk cId="3456515216" sldId="609"/>
            <ac:picMk id="4" creationId="{E3A1A9C7-8013-1D24-C40D-EE1968765F20}"/>
          </ac:picMkLst>
        </pc:picChg>
      </pc:sldChg>
    </pc:docChg>
  </pc:docChgLst>
  <pc:docChgLst>
    <pc:chgData name="pratibha.s" userId="S::pratibha.s@krmangalam.edu.in::c81b94cf-77d6-4481-93e7-f045f6238cd8" providerId="AD" clId="Web-{C216BD33-0853-9E6E-1DCD-D8752C3D2466}"/>
    <pc:docChg chg="addSld delSld modSld">
      <pc:chgData name="pratibha.s" userId="S::pratibha.s@krmangalam.edu.in::c81b94cf-77d6-4481-93e7-f045f6238cd8" providerId="AD" clId="Web-{C216BD33-0853-9E6E-1DCD-D8752C3D2466}" dt="2025-04-07T08:41:45.946" v="10" actId="20577"/>
      <pc:docMkLst>
        <pc:docMk/>
      </pc:docMkLst>
      <pc:sldChg chg="del">
        <pc:chgData name="pratibha.s" userId="S::pratibha.s@krmangalam.edu.in::c81b94cf-77d6-4481-93e7-f045f6238cd8" providerId="AD" clId="Web-{C216BD33-0853-9E6E-1DCD-D8752C3D2466}" dt="2025-04-07T08:41:09.523" v="6"/>
        <pc:sldMkLst>
          <pc:docMk/>
          <pc:sldMk cId="1551643713" sldId="395"/>
        </pc:sldMkLst>
      </pc:sldChg>
      <pc:sldChg chg="add">
        <pc:chgData name="pratibha.s" userId="S::pratibha.s@krmangalam.edu.in::c81b94cf-77d6-4481-93e7-f045f6238cd8" providerId="AD" clId="Web-{C216BD33-0853-9E6E-1DCD-D8752C3D2466}" dt="2025-04-07T08:27:52.264" v="0"/>
        <pc:sldMkLst>
          <pc:docMk/>
          <pc:sldMk cId="1137161756" sldId="549"/>
        </pc:sldMkLst>
      </pc:sldChg>
      <pc:sldChg chg="add del">
        <pc:chgData name="pratibha.s" userId="S::pratibha.s@krmangalam.edu.in::c81b94cf-77d6-4481-93e7-f045f6238cd8" providerId="AD" clId="Web-{C216BD33-0853-9E6E-1DCD-D8752C3D2466}" dt="2025-04-07T08:29:40.721" v="4"/>
        <pc:sldMkLst>
          <pc:docMk/>
          <pc:sldMk cId="2742220809" sldId="560"/>
        </pc:sldMkLst>
      </pc:sldChg>
      <pc:sldChg chg="modSp add">
        <pc:chgData name="pratibha.s" userId="S::pratibha.s@krmangalam.edu.in::c81b94cf-77d6-4481-93e7-f045f6238cd8" providerId="AD" clId="Web-{C216BD33-0853-9E6E-1DCD-D8752C3D2466}" dt="2025-04-07T08:41:37.148" v="8" actId="20577"/>
        <pc:sldMkLst>
          <pc:docMk/>
          <pc:sldMk cId="2992620617" sldId="572"/>
        </pc:sldMkLst>
      </pc:sldChg>
      <pc:sldChg chg="modSp add">
        <pc:chgData name="pratibha.s" userId="S::pratibha.s@krmangalam.edu.in::c81b94cf-77d6-4481-93e7-f045f6238cd8" providerId="AD" clId="Web-{C216BD33-0853-9E6E-1DCD-D8752C3D2466}" dt="2025-04-07T08:41:45.946" v="10" actId="20577"/>
        <pc:sldMkLst>
          <pc:docMk/>
          <pc:sldMk cId="2430529132" sldId="573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97D1C-C8C7-4B7D-A14A-F8DDC3A6DC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7A032A-16F1-46AF-8B22-86037CEB9D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CO1: </a:t>
          </a:r>
          <a:r>
            <a:rPr lang="en-US" b="1" dirty="0"/>
            <a:t>Understand</a:t>
          </a:r>
          <a:r>
            <a:rPr lang="en-US" dirty="0"/>
            <a:t> the methods for water hardness and the basics of boiler water treatment and analyze fuel calorific values and battery.</a:t>
          </a:r>
        </a:p>
      </dgm:t>
    </dgm:pt>
    <dgm:pt modelId="{F86E09F7-486D-4BEF-A923-F14FEC225C64}" type="parTrans" cxnId="{3320C3F2-A6CD-41CE-AF17-60423ED069A6}">
      <dgm:prSet/>
      <dgm:spPr/>
      <dgm:t>
        <a:bodyPr/>
        <a:lstStyle/>
        <a:p>
          <a:endParaRPr lang="en-US"/>
        </a:p>
      </dgm:t>
    </dgm:pt>
    <dgm:pt modelId="{3FC4EF5E-B808-440A-9E2C-4F7831C8CE8C}" type="sibTrans" cxnId="{3320C3F2-A6CD-41CE-AF17-60423ED069A6}">
      <dgm:prSet/>
      <dgm:spPr/>
      <dgm:t>
        <a:bodyPr/>
        <a:lstStyle/>
        <a:p>
          <a:endParaRPr lang="en-US"/>
        </a:p>
      </dgm:t>
    </dgm:pt>
    <dgm:pt modelId="{0B198A1D-F0DF-4034-A8BC-B066E7FF3ED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CO2: </a:t>
          </a:r>
          <a:r>
            <a:rPr lang="en-US" b="1" dirty="0"/>
            <a:t>Explain</a:t>
          </a:r>
          <a:r>
            <a:rPr lang="en-US" dirty="0"/>
            <a:t> the characteristics and working principles of different battery types and types of fuels. </a:t>
          </a:r>
          <a:endParaRPr lang="en-IN" dirty="0"/>
        </a:p>
      </dgm:t>
    </dgm:pt>
    <dgm:pt modelId="{134E97FE-7EA1-4ADC-83A6-E3D5A6596EBE}" type="parTrans" cxnId="{3D6D94CC-9AFE-4BCD-A5DC-7F3DCEE6B33F}">
      <dgm:prSet/>
      <dgm:spPr/>
      <dgm:t>
        <a:bodyPr/>
        <a:lstStyle/>
        <a:p>
          <a:endParaRPr lang="en-IN"/>
        </a:p>
      </dgm:t>
    </dgm:pt>
    <dgm:pt modelId="{04E66C80-9E50-4D38-B67A-F4FA2D865CE3}" type="sibTrans" cxnId="{3D6D94CC-9AFE-4BCD-A5DC-7F3DCEE6B33F}">
      <dgm:prSet/>
      <dgm:spPr/>
      <dgm:t>
        <a:bodyPr/>
        <a:lstStyle/>
        <a:p>
          <a:endParaRPr lang="en-IN"/>
        </a:p>
      </dgm:t>
    </dgm:pt>
    <dgm:pt modelId="{EEB38B72-A912-468A-BFC3-8EE4A0CB54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CO3: </a:t>
          </a:r>
          <a:r>
            <a:rPr lang="en-US" b="1" dirty="0"/>
            <a:t>Determine</a:t>
          </a:r>
          <a:r>
            <a:rPr lang="en-US" dirty="0"/>
            <a:t> the differences between batteries and fuel cells and classify fuel cell types based on their components.</a:t>
          </a:r>
          <a:r>
            <a:rPr lang="en-IN" dirty="0"/>
            <a:t>. </a:t>
          </a:r>
        </a:p>
      </dgm:t>
    </dgm:pt>
    <dgm:pt modelId="{740ADBB8-CDAC-40D3-99FE-E2752AA6F6F5}" type="parTrans" cxnId="{5AC764CA-156A-405F-A245-8AE6D91B80B0}">
      <dgm:prSet/>
      <dgm:spPr/>
      <dgm:t>
        <a:bodyPr/>
        <a:lstStyle/>
        <a:p>
          <a:endParaRPr lang="en-IN"/>
        </a:p>
      </dgm:t>
    </dgm:pt>
    <dgm:pt modelId="{B2634535-4686-436F-A9EC-5C2A6D4668CD}" type="sibTrans" cxnId="{5AC764CA-156A-405F-A245-8AE6D91B80B0}">
      <dgm:prSet/>
      <dgm:spPr/>
      <dgm:t>
        <a:bodyPr/>
        <a:lstStyle/>
        <a:p>
          <a:endParaRPr lang="en-IN"/>
        </a:p>
      </dgm:t>
    </dgm:pt>
    <dgm:pt modelId="{862F3A91-D739-459C-AA59-ACC91F40100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CO4: </a:t>
          </a:r>
          <a:r>
            <a:rPr lang="en-US" b="1" dirty="0"/>
            <a:t>Identify</a:t>
          </a:r>
          <a:r>
            <a:rPr lang="en-US" dirty="0"/>
            <a:t> between hard and soft water, solve the related numerical problems on water purification and emf and its significance in industry and daily life.</a:t>
          </a:r>
          <a:endParaRPr lang="en-IN" dirty="0"/>
        </a:p>
      </dgm:t>
    </dgm:pt>
    <dgm:pt modelId="{921011F5-0208-4207-BF03-301150786E64}" type="parTrans" cxnId="{3D8F8866-8328-49C1-81AE-8F591F259B99}">
      <dgm:prSet/>
      <dgm:spPr/>
      <dgm:t>
        <a:bodyPr/>
        <a:lstStyle/>
        <a:p>
          <a:endParaRPr lang="en-IN"/>
        </a:p>
      </dgm:t>
    </dgm:pt>
    <dgm:pt modelId="{831DC015-3E12-4E16-A5EC-98A7F0C54591}" type="sibTrans" cxnId="{3D8F8866-8328-49C1-81AE-8F591F259B99}">
      <dgm:prSet/>
      <dgm:spPr/>
      <dgm:t>
        <a:bodyPr/>
        <a:lstStyle/>
        <a:p>
          <a:endParaRPr lang="en-IN"/>
        </a:p>
      </dgm:t>
    </dgm:pt>
    <dgm:pt modelId="{2536D237-47EA-4B37-A454-BB90BD199B6A}" type="pres">
      <dgm:prSet presAssocID="{98197D1C-C8C7-4B7D-A14A-F8DDC3A6DCEA}" presName="root" presStyleCnt="0">
        <dgm:presLayoutVars>
          <dgm:dir/>
          <dgm:resizeHandles val="exact"/>
        </dgm:presLayoutVars>
      </dgm:prSet>
      <dgm:spPr/>
    </dgm:pt>
    <dgm:pt modelId="{379558B8-FE68-46C2-8D91-F37CFA5AF511}" type="pres">
      <dgm:prSet presAssocID="{1E7A032A-16F1-46AF-8B22-86037CEB9DA0}" presName="compNode" presStyleCnt="0"/>
      <dgm:spPr/>
    </dgm:pt>
    <dgm:pt modelId="{F41D418F-7B3C-47CC-81B2-AE3147FC537D}" type="pres">
      <dgm:prSet presAssocID="{1E7A032A-16F1-46AF-8B22-86037CEB9DA0}" presName="bgRect" presStyleLbl="bgShp" presStyleIdx="0" presStyleCnt="4"/>
      <dgm:spPr/>
    </dgm:pt>
    <dgm:pt modelId="{8CBEF6DD-AA1D-47DF-9638-57CD9E704645}" type="pres">
      <dgm:prSet presAssocID="{1E7A032A-16F1-46AF-8B22-86037CEB9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399F639-EE39-4BCB-8E7E-86EA8EBD54FF}" type="pres">
      <dgm:prSet presAssocID="{1E7A032A-16F1-46AF-8B22-86037CEB9DA0}" presName="spaceRect" presStyleCnt="0"/>
      <dgm:spPr/>
    </dgm:pt>
    <dgm:pt modelId="{C859899F-9E11-47BC-ABD7-B1ADA39E6E4E}" type="pres">
      <dgm:prSet presAssocID="{1E7A032A-16F1-46AF-8B22-86037CEB9DA0}" presName="parTx" presStyleLbl="revTx" presStyleIdx="0" presStyleCnt="4">
        <dgm:presLayoutVars>
          <dgm:chMax val="0"/>
          <dgm:chPref val="0"/>
        </dgm:presLayoutVars>
      </dgm:prSet>
      <dgm:spPr/>
    </dgm:pt>
    <dgm:pt modelId="{90216848-D318-4661-B39E-EF10D6A71FA1}" type="pres">
      <dgm:prSet presAssocID="{3FC4EF5E-B808-440A-9E2C-4F7831C8CE8C}" presName="sibTrans" presStyleCnt="0"/>
      <dgm:spPr/>
    </dgm:pt>
    <dgm:pt modelId="{F95D8AB0-6A9B-485A-BDE4-E4A68A9A505E}" type="pres">
      <dgm:prSet presAssocID="{0B198A1D-F0DF-4034-A8BC-B066E7FF3EDB}" presName="compNode" presStyleCnt="0"/>
      <dgm:spPr/>
    </dgm:pt>
    <dgm:pt modelId="{C012FC80-3824-4EFE-9F5A-114D1483AA54}" type="pres">
      <dgm:prSet presAssocID="{0B198A1D-F0DF-4034-A8BC-B066E7FF3EDB}" presName="bgRect" presStyleLbl="bgShp" presStyleIdx="1" presStyleCnt="4"/>
      <dgm:spPr/>
    </dgm:pt>
    <dgm:pt modelId="{B4D3A1C4-4BA4-4014-841A-6B71C45548B0}" type="pres">
      <dgm:prSet presAssocID="{0B198A1D-F0DF-4034-A8BC-B066E7FF3E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EBC6868-9C28-4991-8CF1-9D70A6D813FC}" type="pres">
      <dgm:prSet presAssocID="{0B198A1D-F0DF-4034-A8BC-B066E7FF3EDB}" presName="spaceRect" presStyleCnt="0"/>
      <dgm:spPr/>
    </dgm:pt>
    <dgm:pt modelId="{D44C2E2F-D83F-4A52-A6C0-E2CA822CE068}" type="pres">
      <dgm:prSet presAssocID="{0B198A1D-F0DF-4034-A8BC-B066E7FF3EDB}" presName="parTx" presStyleLbl="revTx" presStyleIdx="1" presStyleCnt="4">
        <dgm:presLayoutVars>
          <dgm:chMax val="0"/>
          <dgm:chPref val="0"/>
        </dgm:presLayoutVars>
      </dgm:prSet>
      <dgm:spPr/>
    </dgm:pt>
    <dgm:pt modelId="{B24887C3-295A-4F94-953B-202027765959}" type="pres">
      <dgm:prSet presAssocID="{04E66C80-9E50-4D38-B67A-F4FA2D865CE3}" presName="sibTrans" presStyleCnt="0"/>
      <dgm:spPr/>
    </dgm:pt>
    <dgm:pt modelId="{9E014CA1-8CB7-4B47-837C-FDA9CD13B899}" type="pres">
      <dgm:prSet presAssocID="{EEB38B72-A912-468A-BFC3-8EE4A0CB542B}" presName="compNode" presStyleCnt="0"/>
      <dgm:spPr/>
    </dgm:pt>
    <dgm:pt modelId="{1AE007B7-B3F8-4079-A7C6-8FECDDD7FCAC}" type="pres">
      <dgm:prSet presAssocID="{EEB38B72-A912-468A-BFC3-8EE4A0CB542B}" presName="bgRect" presStyleLbl="bgShp" presStyleIdx="2" presStyleCnt="4"/>
      <dgm:spPr/>
    </dgm:pt>
    <dgm:pt modelId="{78CE3D94-A17F-4373-8F94-FFA0F916D308}" type="pres">
      <dgm:prSet presAssocID="{EEB38B72-A912-468A-BFC3-8EE4A0CB5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320A3BD-2636-4C64-8E3B-441C52220EBB}" type="pres">
      <dgm:prSet presAssocID="{EEB38B72-A912-468A-BFC3-8EE4A0CB542B}" presName="spaceRect" presStyleCnt="0"/>
      <dgm:spPr/>
    </dgm:pt>
    <dgm:pt modelId="{CDF8F216-6DF1-4747-B11D-32515D5ADACC}" type="pres">
      <dgm:prSet presAssocID="{EEB38B72-A912-468A-BFC3-8EE4A0CB542B}" presName="parTx" presStyleLbl="revTx" presStyleIdx="2" presStyleCnt="4">
        <dgm:presLayoutVars>
          <dgm:chMax val="0"/>
          <dgm:chPref val="0"/>
        </dgm:presLayoutVars>
      </dgm:prSet>
      <dgm:spPr/>
    </dgm:pt>
    <dgm:pt modelId="{CD869F62-C8BC-47A1-9B89-E65DF783C3B1}" type="pres">
      <dgm:prSet presAssocID="{B2634535-4686-436F-A9EC-5C2A6D4668CD}" presName="sibTrans" presStyleCnt="0"/>
      <dgm:spPr/>
    </dgm:pt>
    <dgm:pt modelId="{F41339C3-1E4E-4314-A8CA-390171776897}" type="pres">
      <dgm:prSet presAssocID="{862F3A91-D739-459C-AA59-ACC91F401002}" presName="compNode" presStyleCnt="0"/>
      <dgm:spPr/>
    </dgm:pt>
    <dgm:pt modelId="{9CC8D97A-242E-4192-9D22-094C754722C1}" type="pres">
      <dgm:prSet presAssocID="{862F3A91-D739-459C-AA59-ACC91F401002}" presName="bgRect" presStyleLbl="bgShp" presStyleIdx="3" presStyleCnt="4"/>
      <dgm:spPr/>
    </dgm:pt>
    <dgm:pt modelId="{E3801F28-382D-48CB-999F-D64AC321BFEA}" type="pres">
      <dgm:prSet presAssocID="{862F3A91-D739-459C-AA59-ACC91F4010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EA0F913-274C-4385-B0AF-55AA690A1A7F}" type="pres">
      <dgm:prSet presAssocID="{862F3A91-D739-459C-AA59-ACC91F401002}" presName="spaceRect" presStyleCnt="0"/>
      <dgm:spPr/>
    </dgm:pt>
    <dgm:pt modelId="{C5518254-9836-41F1-BF89-7570967DD110}" type="pres">
      <dgm:prSet presAssocID="{862F3A91-D739-459C-AA59-ACC91F4010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8F8866-8328-49C1-81AE-8F591F259B99}" srcId="{98197D1C-C8C7-4B7D-A14A-F8DDC3A6DCEA}" destId="{862F3A91-D739-459C-AA59-ACC91F401002}" srcOrd="3" destOrd="0" parTransId="{921011F5-0208-4207-BF03-301150786E64}" sibTransId="{831DC015-3E12-4E16-A5EC-98A7F0C54591}"/>
    <dgm:cxn modelId="{7FF79680-C74E-4147-8765-BB0459743B26}" type="presOf" srcId="{0B198A1D-F0DF-4034-A8BC-B066E7FF3EDB}" destId="{D44C2E2F-D83F-4A52-A6C0-E2CA822CE068}" srcOrd="0" destOrd="0" presId="urn:microsoft.com/office/officeart/2018/2/layout/IconVerticalSolidList"/>
    <dgm:cxn modelId="{F2724193-C788-48B3-869C-44D64BE70F35}" type="presOf" srcId="{98197D1C-C8C7-4B7D-A14A-F8DDC3A6DCEA}" destId="{2536D237-47EA-4B37-A454-BB90BD199B6A}" srcOrd="0" destOrd="0" presId="urn:microsoft.com/office/officeart/2018/2/layout/IconVerticalSolidList"/>
    <dgm:cxn modelId="{4D6F67AE-90DC-485B-BE19-E2CDF252AE39}" type="presOf" srcId="{1E7A032A-16F1-46AF-8B22-86037CEB9DA0}" destId="{C859899F-9E11-47BC-ABD7-B1ADA39E6E4E}" srcOrd="0" destOrd="0" presId="urn:microsoft.com/office/officeart/2018/2/layout/IconVerticalSolidList"/>
    <dgm:cxn modelId="{5AC764CA-156A-405F-A245-8AE6D91B80B0}" srcId="{98197D1C-C8C7-4B7D-A14A-F8DDC3A6DCEA}" destId="{EEB38B72-A912-468A-BFC3-8EE4A0CB542B}" srcOrd="2" destOrd="0" parTransId="{740ADBB8-CDAC-40D3-99FE-E2752AA6F6F5}" sibTransId="{B2634535-4686-436F-A9EC-5C2A6D4668CD}"/>
    <dgm:cxn modelId="{3D6D94CC-9AFE-4BCD-A5DC-7F3DCEE6B33F}" srcId="{98197D1C-C8C7-4B7D-A14A-F8DDC3A6DCEA}" destId="{0B198A1D-F0DF-4034-A8BC-B066E7FF3EDB}" srcOrd="1" destOrd="0" parTransId="{134E97FE-7EA1-4ADC-83A6-E3D5A6596EBE}" sibTransId="{04E66C80-9E50-4D38-B67A-F4FA2D865CE3}"/>
    <dgm:cxn modelId="{90315EDD-841C-4C65-B532-5FDF41F45327}" type="presOf" srcId="{862F3A91-D739-459C-AA59-ACC91F401002}" destId="{C5518254-9836-41F1-BF89-7570967DD110}" srcOrd="0" destOrd="0" presId="urn:microsoft.com/office/officeart/2018/2/layout/IconVerticalSolidList"/>
    <dgm:cxn modelId="{0B1CC3F2-2869-45FB-B2DC-E7696F446ED2}" type="presOf" srcId="{EEB38B72-A912-468A-BFC3-8EE4A0CB542B}" destId="{CDF8F216-6DF1-4747-B11D-32515D5ADACC}" srcOrd="0" destOrd="0" presId="urn:microsoft.com/office/officeart/2018/2/layout/IconVerticalSolidList"/>
    <dgm:cxn modelId="{3320C3F2-A6CD-41CE-AF17-60423ED069A6}" srcId="{98197D1C-C8C7-4B7D-A14A-F8DDC3A6DCEA}" destId="{1E7A032A-16F1-46AF-8B22-86037CEB9DA0}" srcOrd="0" destOrd="0" parTransId="{F86E09F7-486D-4BEF-A923-F14FEC225C64}" sibTransId="{3FC4EF5E-B808-440A-9E2C-4F7831C8CE8C}"/>
    <dgm:cxn modelId="{A7E58C7C-9633-4835-8FF9-137585CDD281}" type="presParOf" srcId="{2536D237-47EA-4B37-A454-BB90BD199B6A}" destId="{379558B8-FE68-46C2-8D91-F37CFA5AF511}" srcOrd="0" destOrd="0" presId="urn:microsoft.com/office/officeart/2018/2/layout/IconVerticalSolidList"/>
    <dgm:cxn modelId="{D6839034-7F36-4C87-877D-BCEA1DF0AAE2}" type="presParOf" srcId="{379558B8-FE68-46C2-8D91-F37CFA5AF511}" destId="{F41D418F-7B3C-47CC-81B2-AE3147FC537D}" srcOrd="0" destOrd="0" presId="urn:microsoft.com/office/officeart/2018/2/layout/IconVerticalSolidList"/>
    <dgm:cxn modelId="{C772F475-AEC7-4165-8E78-CA78B73AC580}" type="presParOf" srcId="{379558B8-FE68-46C2-8D91-F37CFA5AF511}" destId="{8CBEF6DD-AA1D-47DF-9638-57CD9E704645}" srcOrd="1" destOrd="0" presId="urn:microsoft.com/office/officeart/2018/2/layout/IconVerticalSolidList"/>
    <dgm:cxn modelId="{B9C7E122-50C4-492F-BACB-FBF01BE7CFB4}" type="presParOf" srcId="{379558B8-FE68-46C2-8D91-F37CFA5AF511}" destId="{D399F639-EE39-4BCB-8E7E-86EA8EBD54FF}" srcOrd="2" destOrd="0" presId="urn:microsoft.com/office/officeart/2018/2/layout/IconVerticalSolidList"/>
    <dgm:cxn modelId="{F950B035-4802-415D-9C4D-9A0A42946510}" type="presParOf" srcId="{379558B8-FE68-46C2-8D91-F37CFA5AF511}" destId="{C859899F-9E11-47BC-ABD7-B1ADA39E6E4E}" srcOrd="3" destOrd="0" presId="urn:microsoft.com/office/officeart/2018/2/layout/IconVerticalSolidList"/>
    <dgm:cxn modelId="{A58F67E3-027C-4BB9-9E5D-14FE5448C7E7}" type="presParOf" srcId="{2536D237-47EA-4B37-A454-BB90BD199B6A}" destId="{90216848-D318-4661-B39E-EF10D6A71FA1}" srcOrd="1" destOrd="0" presId="urn:microsoft.com/office/officeart/2018/2/layout/IconVerticalSolidList"/>
    <dgm:cxn modelId="{AFF4472D-11E2-44EF-AEE9-BC46928775DB}" type="presParOf" srcId="{2536D237-47EA-4B37-A454-BB90BD199B6A}" destId="{F95D8AB0-6A9B-485A-BDE4-E4A68A9A505E}" srcOrd="2" destOrd="0" presId="urn:microsoft.com/office/officeart/2018/2/layout/IconVerticalSolidList"/>
    <dgm:cxn modelId="{16EBCC3C-736D-4D2A-8013-62BA698A83A1}" type="presParOf" srcId="{F95D8AB0-6A9B-485A-BDE4-E4A68A9A505E}" destId="{C012FC80-3824-4EFE-9F5A-114D1483AA54}" srcOrd="0" destOrd="0" presId="urn:microsoft.com/office/officeart/2018/2/layout/IconVerticalSolidList"/>
    <dgm:cxn modelId="{1C3F6AF7-4688-4FE7-BBAF-6D6D009A92C1}" type="presParOf" srcId="{F95D8AB0-6A9B-485A-BDE4-E4A68A9A505E}" destId="{B4D3A1C4-4BA4-4014-841A-6B71C45548B0}" srcOrd="1" destOrd="0" presId="urn:microsoft.com/office/officeart/2018/2/layout/IconVerticalSolidList"/>
    <dgm:cxn modelId="{741DDDD6-1A7A-49A0-A205-695A360CD3D5}" type="presParOf" srcId="{F95D8AB0-6A9B-485A-BDE4-E4A68A9A505E}" destId="{7EBC6868-9C28-4991-8CF1-9D70A6D813FC}" srcOrd="2" destOrd="0" presId="urn:microsoft.com/office/officeart/2018/2/layout/IconVerticalSolidList"/>
    <dgm:cxn modelId="{473E02D5-9413-4752-9FD7-748EB0176B1B}" type="presParOf" srcId="{F95D8AB0-6A9B-485A-BDE4-E4A68A9A505E}" destId="{D44C2E2F-D83F-4A52-A6C0-E2CA822CE068}" srcOrd="3" destOrd="0" presId="urn:microsoft.com/office/officeart/2018/2/layout/IconVerticalSolidList"/>
    <dgm:cxn modelId="{2D14FF92-2CE5-48DF-BA8A-3D26E76DB63F}" type="presParOf" srcId="{2536D237-47EA-4B37-A454-BB90BD199B6A}" destId="{B24887C3-295A-4F94-953B-202027765959}" srcOrd="3" destOrd="0" presId="urn:microsoft.com/office/officeart/2018/2/layout/IconVerticalSolidList"/>
    <dgm:cxn modelId="{C6437333-FA7E-49ED-B122-6D318377C414}" type="presParOf" srcId="{2536D237-47EA-4B37-A454-BB90BD199B6A}" destId="{9E014CA1-8CB7-4B47-837C-FDA9CD13B899}" srcOrd="4" destOrd="0" presId="urn:microsoft.com/office/officeart/2018/2/layout/IconVerticalSolidList"/>
    <dgm:cxn modelId="{EC635338-9943-4F64-9AD4-47109EE7231A}" type="presParOf" srcId="{9E014CA1-8CB7-4B47-837C-FDA9CD13B899}" destId="{1AE007B7-B3F8-4079-A7C6-8FECDDD7FCAC}" srcOrd="0" destOrd="0" presId="urn:microsoft.com/office/officeart/2018/2/layout/IconVerticalSolidList"/>
    <dgm:cxn modelId="{5B4BE7A5-A3D9-4F81-A48A-C883D324BD01}" type="presParOf" srcId="{9E014CA1-8CB7-4B47-837C-FDA9CD13B899}" destId="{78CE3D94-A17F-4373-8F94-FFA0F916D308}" srcOrd="1" destOrd="0" presId="urn:microsoft.com/office/officeart/2018/2/layout/IconVerticalSolidList"/>
    <dgm:cxn modelId="{6AFFA396-8C5F-4D9A-91DA-B320C31EEB85}" type="presParOf" srcId="{9E014CA1-8CB7-4B47-837C-FDA9CD13B899}" destId="{2320A3BD-2636-4C64-8E3B-441C52220EBB}" srcOrd="2" destOrd="0" presId="urn:microsoft.com/office/officeart/2018/2/layout/IconVerticalSolidList"/>
    <dgm:cxn modelId="{B68984CC-3A55-4DD2-9B98-E4509ED4CE58}" type="presParOf" srcId="{9E014CA1-8CB7-4B47-837C-FDA9CD13B899}" destId="{CDF8F216-6DF1-4747-B11D-32515D5ADACC}" srcOrd="3" destOrd="0" presId="urn:microsoft.com/office/officeart/2018/2/layout/IconVerticalSolidList"/>
    <dgm:cxn modelId="{92C9A28A-550C-473E-9379-C3ECA8579662}" type="presParOf" srcId="{2536D237-47EA-4B37-A454-BB90BD199B6A}" destId="{CD869F62-C8BC-47A1-9B89-E65DF783C3B1}" srcOrd="5" destOrd="0" presId="urn:microsoft.com/office/officeart/2018/2/layout/IconVerticalSolidList"/>
    <dgm:cxn modelId="{01CA2A13-DD93-4DA8-AA24-124810860048}" type="presParOf" srcId="{2536D237-47EA-4B37-A454-BB90BD199B6A}" destId="{F41339C3-1E4E-4314-A8CA-390171776897}" srcOrd="6" destOrd="0" presId="urn:microsoft.com/office/officeart/2018/2/layout/IconVerticalSolidList"/>
    <dgm:cxn modelId="{7D57C925-29C7-474F-BF3E-5E31B5E7207F}" type="presParOf" srcId="{F41339C3-1E4E-4314-A8CA-390171776897}" destId="{9CC8D97A-242E-4192-9D22-094C754722C1}" srcOrd="0" destOrd="0" presId="urn:microsoft.com/office/officeart/2018/2/layout/IconVerticalSolidList"/>
    <dgm:cxn modelId="{E9CDB2B8-0FDC-4228-85DE-7DD2C23DD343}" type="presParOf" srcId="{F41339C3-1E4E-4314-A8CA-390171776897}" destId="{E3801F28-382D-48CB-999F-D64AC321BFEA}" srcOrd="1" destOrd="0" presId="urn:microsoft.com/office/officeart/2018/2/layout/IconVerticalSolidList"/>
    <dgm:cxn modelId="{72612AEB-4519-4A62-9E83-A46F32ED653C}" type="presParOf" srcId="{F41339C3-1E4E-4314-A8CA-390171776897}" destId="{0EA0F913-274C-4385-B0AF-55AA690A1A7F}" srcOrd="2" destOrd="0" presId="urn:microsoft.com/office/officeart/2018/2/layout/IconVerticalSolidList"/>
    <dgm:cxn modelId="{814CA231-7D7A-489D-861E-E27CB4DE072E}" type="presParOf" srcId="{F41339C3-1E4E-4314-A8CA-390171776897}" destId="{C5518254-9836-41F1-BF89-7570967DD1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D418F-7B3C-47CC-81B2-AE3147FC537D}">
      <dsp:nvSpPr>
        <dsp:cNvPr id="0" name=""/>
        <dsp:cNvSpPr/>
      </dsp:nvSpPr>
      <dsp:spPr>
        <a:xfrm>
          <a:off x="0" y="331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EF6DD-AA1D-47DF-9638-57CD9E704645}">
      <dsp:nvSpPr>
        <dsp:cNvPr id="0" name=""/>
        <dsp:cNvSpPr/>
      </dsp:nvSpPr>
      <dsp:spPr>
        <a:xfrm>
          <a:off x="346792" y="261259"/>
          <a:ext cx="631148" cy="630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9899F-9E11-47BC-ABD7-B1ADA39E6E4E}">
      <dsp:nvSpPr>
        <dsp:cNvPr id="0" name=""/>
        <dsp:cNvSpPr/>
      </dsp:nvSpPr>
      <dsp:spPr>
        <a:xfrm>
          <a:off x="1324733" y="331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CO1: </a:t>
          </a:r>
          <a:r>
            <a:rPr lang="en-US" sz="1400" b="1" kern="1200" dirty="0"/>
            <a:t>Understand</a:t>
          </a:r>
          <a:r>
            <a:rPr lang="en-US" sz="1400" kern="1200" dirty="0"/>
            <a:t> the methods for water hardness and the basics of boiler water treatment and analyze fuel calorific values and battery.</a:t>
          </a:r>
        </a:p>
      </dsp:txBody>
      <dsp:txXfrm>
        <a:off x="1324733" y="3314"/>
        <a:ext cx="2762446" cy="1147542"/>
      </dsp:txXfrm>
    </dsp:sp>
    <dsp:sp modelId="{C012FC80-3824-4EFE-9F5A-114D1483AA54}">
      <dsp:nvSpPr>
        <dsp:cNvPr id="0" name=""/>
        <dsp:cNvSpPr/>
      </dsp:nvSpPr>
      <dsp:spPr>
        <a:xfrm>
          <a:off x="0" y="1429049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A1C4-4BA4-4014-841A-6B71C45548B0}">
      <dsp:nvSpPr>
        <dsp:cNvPr id="0" name=""/>
        <dsp:cNvSpPr/>
      </dsp:nvSpPr>
      <dsp:spPr>
        <a:xfrm>
          <a:off x="346792" y="1686994"/>
          <a:ext cx="631148" cy="630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2E2F-D83F-4A52-A6C0-E2CA822CE068}">
      <dsp:nvSpPr>
        <dsp:cNvPr id="0" name=""/>
        <dsp:cNvSpPr/>
      </dsp:nvSpPr>
      <dsp:spPr>
        <a:xfrm>
          <a:off x="1324733" y="1429049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CO2: </a:t>
          </a:r>
          <a:r>
            <a:rPr lang="en-US" sz="1400" b="1" kern="1200" dirty="0"/>
            <a:t>Explain</a:t>
          </a:r>
          <a:r>
            <a:rPr lang="en-US" sz="1400" kern="1200" dirty="0"/>
            <a:t> the characteristics and working principles of different battery types and types of fuels. </a:t>
          </a:r>
          <a:endParaRPr lang="en-IN" sz="1400" kern="1200" dirty="0"/>
        </a:p>
      </dsp:txBody>
      <dsp:txXfrm>
        <a:off x="1324733" y="1429049"/>
        <a:ext cx="2762446" cy="1147542"/>
      </dsp:txXfrm>
    </dsp:sp>
    <dsp:sp modelId="{1AE007B7-B3F8-4079-A7C6-8FECDDD7FCAC}">
      <dsp:nvSpPr>
        <dsp:cNvPr id="0" name=""/>
        <dsp:cNvSpPr/>
      </dsp:nvSpPr>
      <dsp:spPr>
        <a:xfrm>
          <a:off x="0" y="285478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E3D94-A17F-4373-8F94-FFA0F916D308}">
      <dsp:nvSpPr>
        <dsp:cNvPr id="0" name=""/>
        <dsp:cNvSpPr/>
      </dsp:nvSpPr>
      <dsp:spPr>
        <a:xfrm>
          <a:off x="346792" y="3112729"/>
          <a:ext cx="631148" cy="630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F216-6DF1-4747-B11D-32515D5ADACC}">
      <dsp:nvSpPr>
        <dsp:cNvPr id="0" name=""/>
        <dsp:cNvSpPr/>
      </dsp:nvSpPr>
      <dsp:spPr>
        <a:xfrm>
          <a:off x="1324733" y="285478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CO3: </a:t>
          </a:r>
          <a:r>
            <a:rPr lang="en-US" sz="1400" b="1" kern="1200" dirty="0"/>
            <a:t>Determine</a:t>
          </a:r>
          <a:r>
            <a:rPr lang="en-US" sz="1400" kern="1200" dirty="0"/>
            <a:t> the differences between batteries and fuel cells and classify fuel cell types based on their components.</a:t>
          </a:r>
          <a:r>
            <a:rPr lang="en-IN" sz="1400" kern="1200" dirty="0"/>
            <a:t>. </a:t>
          </a:r>
        </a:p>
      </dsp:txBody>
      <dsp:txXfrm>
        <a:off x="1324733" y="2854784"/>
        <a:ext cx="2762446" cy="1147542"/>
      </dsp:txXfrm>
    </dsp:sp>
    <dsp:sp modelId="{9CC8D97A-242E-4192-9D22-094C754722C1}">
      <dsp:nvSpPr>
        <dsp:cNvPr id="0" name=""/>
        <dsp:cNvSpPr/>
      </dsp:nvSpPr>
      <dsp:spPr>
        <a:xfrm>
          <a:off x="0" y="4280518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01F28-382D-48CB-999F-D64AC321BFEA}">
      <dsp:nvSpPr>
        <dsp:cNvPr id="0" name=""/>
        <dsp:cNvSpPr/>
      </dsp:nvSpPr>
      <dsp:spPr>
        <a:xfrm>
          <a:off x="346792" y="4538463"/>
          <a:ext cx="631148" cy="630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8254-9836-41F1-BF89-7570967DD110}">
      <dsp:nvSpPr>
        <dsp:cNvPr id="0" name=""/>
        <dsp:cNvSpPr/>
      </dsp:nvSpPr>
      <dsp:spPr>
        <a:xfrm>
          <a:off x="1324733" y="4280518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CO4: </a:t>
          </a:r>
          <a:r>
            <a:rPr lang="en-US" sz="1400" b="1" kern="1200" dirty="0"/>
            <a:t>Identify</a:t>
          </a:r>
          <a:r>
            <a:rPr lang="en-US" sz="1400" kern="1200" dirty="0"/>
            <a:t> between hard and soft water, solve the related numerical problems on water purification and emf and its significance in industry and daily life.</a:t>
          </a:r>
          <a:endParaRPr lang="en-IN" sz="1400" kern="1200" dirty="0"/>
        </a:p>
      </dsp:txBody>
      <dsp:txXfrm>
        <a:off x="1324733" y="4280518"/>
        <a:ext cx="2762446" cy="1147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7F7F2-8066-4F2A-AE3A-77AF146FA82B}" type="datetimeFigureOut"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620E8-3042-4665-AFE6-0D4EFF4817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64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57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22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89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0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6ED315-77F4-C669-298E-231DEF66A9C9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9EFDD7-7865-2C8A-1FE8-FCC0B665365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BDBCB0-8A8F-7DA1-1B86-3776AA10B2A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7ED083-19F2-6E8B-9B04-FF6C4C4DF034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27BB24-8BAB-5DEA-9FC1-0C6A43D5B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F729C2-F173-0381-4353-1218FA78BDC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56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72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4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99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35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02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6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90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42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51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60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49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59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9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20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6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7DFB79-A579-B480-4552-AC3CA7847CE2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CCACE8-7A58-B659-67BE-FE0736BC68E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00BDB1-4E66-6E67-EC10-D694C3B17A0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C95144-A583-0E01-9071-3FC5145F3933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909CB5-39DD-3CBA-AE03-2431CF8C126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079DD2-F864-963B-624A-5F2175D62382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94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-15214" y="1251437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1756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Pratibha Sharma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4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0" y="1960483"/>
            <a:ext cx="9159214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ETMLCH104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GB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B.Tech. (AI/ML)</a:t>
            </a:r>
            <a:endParaRPr lang="en-US" sz="3000" b="1" dirty="0">
              <a:latin typeface="Times New Roman"/>
              <a:cs typeface="Times New Roman"/>
            </a:endParaRPr>
          </a:p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Unit1: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technology &amp; Chemical Fuels</a:t>
            </a:r>
          </a:p>
          <a:p>
            <a:pPr algn="ctr"/>
            <a:endParaRPr lang="en-GB" sz="3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566-EF07-295A-8614-F69B473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41316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 dirty="0"/>
              <a:t>Course Overview</a:t>
            </a:r>
            <a:endParaRPr lang="en-IN" sz="3850" b="1" dirty="0"/>
          </a:p>
        </p:txBody>
      </p:sp>
      <p:pic>
        <p:nvPicPr>
          <p:cNvPr id="16" name="Graphic 15" descr="Light Bulb and Gear">
            <a:extLst>
              <a:ext uri="{FF2B5EF4-FFF2-40B4-BE49-F238E27FC236}">
                <a16:creationId xmlns:a16="http://schemas.microsoft.com/office/drawing/2014/main" id="{FCFFB6F3-DA0B-3412-C8A2-1BE79E712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3622" y="409573"/>
            <a:ext cx="1143455" cy="1143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2CCBA-4E1D-3A3B-542F-B4ACC7D7DBAD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15C64-3024-75F8-6AC5-869F89444FD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DBD06-79D6-2925-3AF8-7D0CF6747C7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6CFBC4-5F21-F275-9EBD-9D9241AC9F11}"/>
              </a:ext>
            </a:extLst>
          </p:cNvPr>
          <p:cNvGrpSpPr/>
          <p:nvPr/>
        </p:nvGrpSpPr>
        <p:grpSpPr>
          <a:xfrm>
            <a:off x="-17499" y="6556237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948CE7-0FC8-1E4D-141E-056A81D5DA7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C2A5FB-F07D-39FF-D06E-537DECD7D7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D64887-5718-9E6D-93B3-447A00EF6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657345"/>
              </p:ext>
            </p:extLst>
          </p:nvPr>
        </p:nvGraphicFramePr>
        <p:xfrm>
          <a:off x="457200" y="1407332"/>
          <a:ext cx="7886700" cy="485943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465349">
                  <a:extLst>
                    <a:ext uri="{9D8B030D-6E8A-4147-A177-3AD203B41FA5}">
                      <a16:colId xmlns:a16="http://schemas.microsoft.com/office/drawing/2014/main" val="100830567"/>
                    </a:ext>
                  </a:extLst>
                </a:gridCol>
                <a:gridCol w="4410243">
                  <a:extLst>
                    <a:ext uri="{9D8B030D-6E8A-4147-A177-3AD203B41FA5}">
                      <a16:colId xmlns:a16="http://schemas.microsoft.com/office/drawing/2014/main" val="3169249643"/>
                    </a:ext>
                  </a:extLst>
                </a:gridCol>
                <a:gridCol w="2011108">
                  <a:extLst>
                    <a:ext uri="{9D8B030D-6E8A-4147-A177-3AD203B41FA5}">
                      <a16:colId xmlns:a16="http://schemas.microsoft.com/office/drawing/2014/main" val="3901358825"/>
                    </a:ext>
                  </a:extLst>
                </a:gridCol>
              </a:tblGrid>
              <a:tr h="348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Unit Number: 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Title:   Water technology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No. of hours:  6  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extLst>
                  <a:ext uri="{0D108BD9-81ED-4DB2-BD59-A6C34878D82A}">
                    <a16:rowId xmlns:a16="http://schemas.microsoft.com/office/drawing/2014/main" val="3816674816"/>
                  </a:ext>
                </a:extLst>
              </a:tr>
              <a:tr h="660393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Introduction, water analysis: Hardness-determination by EDTA method, Treatment of boiler feed water: Internal treatment (Phosphate, Colloidal and Calgon conditioning). External treatments: Ion exchange and lime-soda process, Zeolite processes. Boiler scales formation and ill effects, methods of prevention of scales. Numerical problems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782252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2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Chemical Fuels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9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53086"/>
                  </a:ext>
                </a:extLst>
              </a:tr>
              <a:tr h="990590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Fuels: Introduction, classification, calorific value (HCV &amp; LCV), Determination of calorific value of fuel using Bomb calorimeter. 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Solid fuel: Coal- its analysis by proximate and ultimate analysis, Numerical problems.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Liquid fuels: Refining of petroleum, Petroleum cracking, Knocking in IC engine, its ill effects and prevention of knocking. Anti-knocking agent: Leaded and unleaded petrol. 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Gaseous fuels: LPG, CNG and their applications.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38703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3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Battery Technology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10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84328"/>
                  </a:ext>
                </a:extLst>
              </a:tr>
              <a:tr h="825492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Introduction - Galvanic cell, electrode potential, EMF of the cell and cell representation. Batteries and their importance, Classification of batteries- primary, secondary and reserve batteries with examples. Battery characteristics - voltage, capacity, energy density, power density, energy efficiency, cycle life and shelf life.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Construction, working and applications of: Ni-Cd, and Lithium-ion battery. Working principle of an electric vehicle.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73137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4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Polymer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5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407036"/>
                  </a:ext>
                </a:extLst>
              </a:tr>
              <a:tr h="882933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Basic concepts of polymer, Types of polymers, Thermoplastic &amp; thermosetting plastics, Preparation and application of some industrially important polymers (Natural rubber, Buna S, Buna-N, Neoprene, Isoprene, Nylon-6, nylon-6,6 , </a:t>
                      </a:r>
                      <a:r>
                        <a:rPr lang="en-US" sz="1200" dirty="0" err="1">
                          <a:effectLst/>
                        </a:rPr>
                        <a:t>Decron</a:t>
                      </a:r>
                      <a:r>
                        <a:rPr lang="en-US" sz="1200" dirty="0">
                          <a:effectLst/>
                        </a:rPr>
                        <a:t> and Terylene). Conducting and biodegradable polymers.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63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95288-229F-A949-3EFC-A483F9FC7EE6}"/>
              </a:ext>
            </a:extLst>
          </p:cNvPr>
          <p:cNvSpPr txBox="1"/>
          <p:nvPr/>
        </p:nvSpPr>
        <p:spPr>
          <a:xfrm>
            <a:off x="628649" y="713312"/>
            <a:ext cx="310152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OUTCOMES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90F0FE0-AFB9-64D4-CDDB-4AB43EF06A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059196"/>
              </p:ext>
            </p:extLst>
          </p:nvPr>
        </p:nvGraphicFramePr>
        <p:xfrm>
          <a:off x="4133778" y="713313"/>
          <a:ext cx="438157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2BEED39-1873-8320-3237-352C01D0983E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28577-A4D6-304B-CF13-E7CCEB82C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8CD291-A2CA-817A-0BDA-D3418F49554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D19E6-5178-14BF-548C-E2A51E27DDD5}"/>
              </a:ext>
            </a:extLst>
          </p:cNvPr>
          <p:cNvGrpSpPr/>
          <p:nvPr/>
        </p:nvGrpSpPr>
        <p:grpSpPr>
          <a:xfrm>
            <a:off x="-8750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6B6FFC-0D2C-1B24-61CC-DC64D7CC7F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3BDCF2-3060-4C52-0D5D-49737F871A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D0FE-24F5-52F0-41A9-B3CB1A90A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138239"/>
            <a:ext cx="7886700" cy="285273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/>
                </a:solidFill>
              </a:rPr>
              <a:t>Boiler Scale Effects and Prevention Methods</a:t>
            </a:r>
            <a:endParaRPr lang="en-IN" sz="48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9DD55-232B-B8A7-259F-1A751EEBE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Boiler troubles: </a:t>
            </a:r>
            <a:r>
              <a:rPr lang="en-GB" sz="3200" dirty="0"/>
              <a:t>Scale, Sludge, Priming &amp; Foaming, Caustic Embrittlement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852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text&#10;&#10;AI-generated content may be incorrect.">
            <a:extLst>
              <a:ext uri="{FF2B5EF4-FFF2-40B4-BE49-F238E27FC236}">
                <a16:creationId xmlns:a16="http://schemas.microsoft.com/office/drawing/2014/main" id="{8ECDA1B5-2489-C20F-F63D-EC5E76DA2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715304"/>
            <a:ext cx="8963025" cy="54226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153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FDE52EAA-EC3A-C5CF-D66A-3DFF36F50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88" y="390395"/>
            <a:ext cx="8963025" cy="60724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628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6"/>
            <a:ext cx="8888505" cy="1325563"/>
          </a:xfrm>
        </p:spPr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Introduction to Boiler Feed Water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41536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Boiler feed water must be free from impurities for efficient and safe operation.</a:t>
            </a:r>
          </a:p>
          <a:p>
            <a:r>
              <a:rPr lang="en-IN" dirty="0"/>
              <a:t>Common impurities cause several operational problems such as: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→ Scale formation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→ Sludge deposition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→ Priming and foaming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→ Caustic embrittlement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→Boiler Corrosion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F42123-6830-7433-B21F-E3418D87E041}"/>
              </a:ext>
            </a:extLst>
          </p:cNvPr>
          <p:cNvCxnSpPr>
            <a:cxnSpLocks/>
          </p:cNvCxnSpPr>
          <p:nvPr/>
        </p:nvCxnSpPr>
        <p:spPr>
          <a:xfrm flipV="1">
            <a:off x="26894" y="1696249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Scale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b="1" dirty="0"/>
              <a:t>Definition: </a:t>
            </a:r>
            <a:endParaRPr lang="en-GB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Scale is a hard, adherent deposit that forms on the inner surfaces of boiler.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It consists mainly of calcium and magnesium salts.</a:t>
            </a:r>
          </a:p>
          <a:p>
            <a:endParaRPr dirty="0"/>
          </a:p>
          <a:p>
            <a:r>
              <a:rPr b="1" dirty="0"/>
              <a:t>Causes: </a:t>
            </a:r>
            <a:endParaRPr lang="en-GB" b="1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Decomposition of bicarbonates, Ca²⁺/Mg²⁺ salts.</a:t>
            </a:r>
            <a:endParaRPr lang="en-GB" dirty="0"/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Ca(HCO₃)₂ → </a:t>
            </a:r>
            <a:r>
              <a:rPr lang="en-IN" dirty="0" err="1">
                <a:solidFill>
                  <a:srgbClr val="FF0000"/>
                </a:solidFill>
              </a:rPr>
              <a:t>CaCO</a:t>
            </a:r>
            <a:r>
              <a:rPr lang="en-IN" dirty="0">
                <a:solidFill>
                  <a:srgbClr val="FF0000"/>
                </a:solidFill>
              </a:rPr>
              <a:t>₃↓ + H₂O + CO₂↑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Presence of </a:t>
            </a:r>
            <a:r>
              <a:rPr lang="en-GB" dirty="0" err="1"/>
              <a:t>sulfates</a:t>
            </a:r>
            <a:r>
              <a:rPr lang="en-GB" dirty="0"/>
              <a:t> and silicates of Ca²⁺ and Mg²⁺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Poor water treatment before feeding to boiler</a:t>
            </a:r>
          </a:p>
          <a:p>
            <a:pPr marL="457200" lvl="1" indent="0">
              <a:buNone/>
            </a:pPr>
            <a:endParaRPr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E74E38-79E7-F7E8-F169-F6E14616848D}"/>
              </a:ext>
            </a:extLst>
          </p:cNvPr>
          <p:cNvCxnSpPr>
            <a:cxnSpLocks/>
          </p:cNvCxnSpPr>
          <p:nvPr/>
        </p:nvCxnSpPr>
        <p:spPr>
          <a:xfrm flipV="1">
            <a:off x="0" y="1628781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A9FB1-F400-F3B5-8149-9568A9B6C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1A-7B18-964B-FA93-C6955609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Scale 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E6CD6-00A9-D6A8-E0EE-BAD2B7A37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Disadvantages: </a:t>
            </a:r>
            <a:endParaRPr lang="en-GB" b="1" dirty="0"/>
          </a:p>
          <a:p>
            <a:pPr marL="0" indent="0">
              <a:buNone/>
            </a:pPr>
            <a:r>
              <a:rPr lang="en-GB" dirty="0"/>
              <a:t>→ Poor heat transfer efficiency</a:t>
            </a:r>
          </a:p>
          <a:p>
            <a:pPr marL="0" indent="0">
              <a:buNone/>
            </a:pPr>
            <a:r>
              <a:rPr lang="en-GB" dirty="0"/>
              <a:t>→ Risk of metal overheating and bursting</a:t>
            </a:r>
          </a:p>
          <a:p>
            <a:pPr marL="0" indent="0">
              <a:buNone/>
            </a:pPr>
            <a:r>
              <a:rPr lang="en-GB" dirty="0"/>
              <a:t>→ Increased fuel consumption</a:t>
            </a:r>
          </a:p>
          <a:p>
            <a:pPr marL="0" indent="0">
              <a:buNone/>
            </a:pPr>
            <a:endParaRPr lang="en-GB" dirty="0"/>
          </a:p>
          <a:p>
            <a:r>
              <a:rPr b="1" dirty="0"/>
              <a:t>Prevention: </a:t>
            </a:r>
            <a:endParaRPr lang="en-GB" b="1" dirty="0"/>
          </a:p>
          <a:p>
            <a:pPr marL="0" indent="0">
              <a:buNone/>
            </a:pPr>
            <a:r>
              <a:rPr lang="en-IN" dirty="0"/>
              <a:t>→ </a:t>
            </a:r>
            <a:r>
              <a:rPr lang="en-GB" dirty="0"/>
              <a:t>Proper external water softening</a:t>
            </a:r>
          </a:p>
          <a:p>
            <a:pPr marL="0" indent="0">
              <a:buNone/>
            </a:pPr>
            <a:r>
              <a:rPr lang="en-GB" dirty="0"/>
              <a:t>→ Blow-down operations to remove deposits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DF9C47-5298-D5E8-9048-A14568DE72D1}"/>
              </a:ext>
            </a:extLst>
          </p:cNvPr>
          <p:cNvCxnSpPr>
            <a:cxnSpLocks/>
          </p:cNvCxnSpPr>
          <p:nvPr/>
        </p:nvCxnSpPr>
        <p:spPr>
          <a:xfrm flipV="1">
            <a:off x="0" y="1628781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482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sludge and scale&#10;&#10;AI-generated content may be incorrect.">
            <a:extLst>
              <a:ext uri="{FF2B5EF4-FFF2-40B4-BE49-F238E27FC236}">
                <a16:creationId xmlns:a16="http://schemas.microsoft.com/office/drawing/2014/main" id="{446CD38B-38EE-257F-E778-F589C02D9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177" y="373063"/>
            <a:ext cx="790564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47980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49A47-5570-7E02-5B84-5A8D78FC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4201-9A6A-F2B6-4EC6-80252BD5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Sludge 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1026-EC7D-F438-A238-CFD055B1C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b="1" dirty="0"/>
              <a:t>Definition: 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Sludge is a soft, loose, non-adherent precipitate.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It usually forms in cooler parts of boiler like bends or joints.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Mainly consists of </a:t>
            </a:r>
            <a:r>
              <a:rPr lang="en-GB" dirty="0" err="1"/>
              <a:t>MgCl</a:t>
            </a:r>
            <a:r>
              <a:rPr lang="en-GB" dirty="0"/>
              <a:t>₂, </a:t>
            </a:r>
            <a:r>
              <a:rPr lang="en-GB" dirty="0" err="1"/>
              <a:t>MgCO</a:t>
            </a:r>
            <a:r>
              <a:rPr lang="en-GB" dirty="0"/>
              <a:t>₃, and other salts.</a:t>
            </a:r>
          </a:p>
          <a:p>
            <a:endParaRPr dirty="0"/>
          </a:p>
          <a:p>
            <a:r>
              <a:rPr b="1" dirty="0"/>
              <a:t>Causes: </a:t>
            </a:r>
            <a:r>
              <a:rPr dirty="0"/>
              <a:t>Salts like </a:t>
            </a:r>
            <a:r>
              <a:rPr dirty="0" err="1"/>
              <a:t>MgCl</a:t>
            </a:r>
            <a:r>
              <a:rPr dirty="0"/>
              <a:t>₂, </a:t>
            </a:r>
            <a:r>
              <a:rPr dirty="0" err="1"/>
              <a:t>MgCO</a:t>
            </a:r>
            <a:r>
              <a:rPr dirty="0"/>
              <a:t>₃.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856BA7-7FE2-CEE4-6928-FFD0041A99CA}"/>
              </a:ext>
            </a:extLst>
          </p:cNvPr>
          <p:cNvCxnSpPr>
            <a:cxnSpLocks/>
          </p:cNvCxnSpPr>
          <p:nvPr/>
        </p:nvCxnSpPr>
        <p:spPr>
          <a:xfrm flipV="1">
            <a:off x="0" y="1476401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09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Sludge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Disadvantages: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→ Obstruction of water flow</a:t>
            </a:r>
          </a:p>
          <a:p>
            <a:pPr marL="0" indent="0">
              <a:buNone/>
            </a:pPr>
            <a:r>
              <a:rPr lang="en-GB" dirty="0"/>
              <a:t>→ Decrease in boiler efficiency</a:t>
            </a:r>
          </a:p>
          <a:p>
            <a:pPr marL="0" indent="0">
              <a:buNone/>
            </a:pPr>
            <a:r>
              <a:rPr lang="en-GB" dirty="0"/>
              <a:t>→ Local overheating and metal damage</a:t>
            </a:r>
          </a:p>
          <a:p>
            <a:endParaRPr dirty="0"/>
          </a:p>
          <a:p>
            <a:r>
              <a:rPr b="1" dirty="0"/>
              <a:t>Prevention: </a:t>
            </a:r>
            <a:endParaRPr lang="en-GB" b="1" dirty="0"/>
          </a:p>
          <a:p>
            <a:pPr marL="0" indent="0">
              <a:buNone/>
            </a:pPr>
            <a:r>
              <a:rPr lang="en-GB" dirty="0"/>
              <a:t>→ Blow-down operation</a:t>
            </a:r>
          </a:p>
          <a:p>
            <a:pPr marL="0" indent="0">
              <a:buNone/>
            </a:pPr>
            <a:r>
              <a:rPr lang="en-GB" dirty="0"/>
              <a:t>→ Use of coagulants to aggregate particles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469B8A-4493-39CC-7E08-44C6846386B5}"/>
              </a:ext>
            </a:extLst>
          </p:cNvPr>
          <p:cNvCxnSpPr>
            <a:cxnSpLocks/>
          </p:cNvCxnSpPr>
          <p:nvPr/>
        </p:nvCxnSpPr>
        <p:spPr>
          <a:xfrm flipV="1">
            <a:off x="0" y="1476401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table with text on it&#10;&#10;AI-generated content may be incorrect.">
            <a:extLst>
              <a:ext uri="{FF2B5EF4-FFF2-40B4-BE49-F238E27FC236}">
                <a16:creationId xmlns:a16="http://schemas.microsoft.com/office/drawing/2014/main" id="{A23AB243-A095-560A-DB97-7186AF6817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165" y="373063"/>
            <a:ext cx="6959671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7048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Priming and Foaming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625" y="1838151"/>
            <a:ext cx="8789587" cy="4351338"/>
          </a:xfrm>
        </p:spPr>
        <p:txBody>
          <a:bodyPr>
            <a:normAutofit fontScale="92500"/>
          </a:bodyPr>
          <a:lstStyle/>
          <a:p>
            <a:endParaRPr dirty="0"/>
          </a:p>
          <a:p>
            <a:r>
              <a:rPr b="1" dirty="0">
                <a:solidFill>
                  <a:srgbClr val="0070C0"/>
                </a:solidFill>
              </a:rPr>
              <a:t>Priming: </a:t>
            </a:r>
            <a:r>
              <a:rPr dirty="0">
                <a:solidFill>
                  <a:srgbClr val="0070C0"/>
                </a:solidFill>
              </a:rPr>
              <a:t>Carryover of water droplets with steam.</a:t>
            </a:r>
            <a:endParaRPr lang="en-GB" dirty="0">
              <a:solidFill>
                <a:srgbClr val="0070C0"/>
              </a:solidFill>
            </a:endParaRPr>
          </a:p>
          <a:p>
            <a:r>
              <a:rPr lang="en-GB" b="1" dirty="0"/>
              <a:t>Causes :	</a:t>
            </a:r>
            <a:r>
              <a:rPr lang="en-GB" dirty="0"/>
              <a:t>→ High water level in boiler</a:t>
            </a:r>
          </a:p>
          <a:p>
            <a:pPr marL="0" indent="0">
              <a:buNone/>
            </a:pPr>
            <a:r>
              <a:rPr lang="en-GB" dirty="0"/>
              <a:t>		→ Sudden boiling or rapid steam production</a:t>
            </a:r>
          </a:p>
          <a:p>
            <a:pPr marL="0" indent="0">
              <a:buNone/>
            </a:pPr>
            <a:r>
              <a:rPr lang="en-GB" dirty="0"/>
              <a:t>		→ Impurities increasing surface tension</a:t>
            </a:r>
          </a:p>
          <a:p>
            <a:endParaRPr dirty="0"/>
          </a:p>
          <a:p>
            <a:r>
              <a:rPr b="1" dirty="0">
                <a:solidFill>
                  <a:srgbClr val="0070C0"/>
                </a:solidFill>
              </a:rPr>
              <a:t>Foaming: </a:t>
            </a:r>
            <a:r>
              <a:rPr lang="en-GB" dirty="0">
                <a:solidFill>
                  <a:srgbClr val="0070C0"/>
                </a:solidFill>
              </a:rPr>
              <a:t>formation of stable bubbles in boiler water</a:t>
            </a:r>
            <a:r>
              <a:rPr dirty="0">
                <a:solidFill>
                  <a:srgbClr val="0070C0"/>
                </a:solidFill>
              </a:rPr>
              <a:t>.</a:t>
            </a:r>
            <a:endParaRPr lang="en-GB" dirty="0">
              <a:solidFill>
                <a:srgbClr val="0070C0"/>
              </a:solidFill>
            </a:endParaRPr>
          </a:p>
          <a:p>
            <a:r>
              <a:rPr lang="en-GB" b="1" dirty="0"/>
              <a:t>Causes:</a:t>
            </a:r>
            <a:r>
              <a:rPr lang="en-GB" dirty="0"/>
              <a:t>	→ Presence of oils, greases, and organic matter</a:t>
            </a:r>
          </a:p>
          <a:p>
            <a:pPr marL="0" indent="0">
              <a:buNone/>
            </a:pPr>
            <a:r>
              <a:rPr lang="en-GB" dirty="0"/>
              <a:t>		→ High concentration of alkalinity in water</a:t>
            </a: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B16A1C-0838-5A83-5DAF-5C30EBEB7C42}"/>
              </a:ext>
            </a:extLst>
          </p:cNvPr>
          <p:cNvCxnSpPr>
            <a:cxnSpLocks/>
          </p:cNvCxnSpPr>
          <p:nvPr/>
        </p:nvCxnSpPr>
        <p:spPr>
          <a:xfrm flipV="1">
            <a:off x="0" y="1533551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 of a steam boiler&#10;&#10;AI-generated content may be incorrect.">
            <a:extLst>
              <a:ext uri="{FF2B5EF4-FFF2-40B4-BE49-F238E27FC236}">
                <a16:creationId xmlns:a16="http://schemas.microsoft.com/office/drawing/2014/main" id="{2AC36707-237B-B70E-B7B2-B9E23FDD6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67" y="373063"/>
            <a:ext cx="819746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7213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ollage of a pot with ice and foam&#10;&#10;AI-generated content may be incorrect.">
            <a:extLst>
              <a:ext uri="{FF2B5EF4-FFF2-40B4-BE49-F238E27FC236}">
                <a16:creationId xmlns:a16="http://schemas.microsoft.com/office/drawing/2014/main" id="{A58FE165-6FEC-A063-B4CB-E6B6F3EE2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88" y="502432"/>
            <a:ext cx="8963025" cy="58483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611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FC2ECF-86FB-4850-573D-9CA3C7DF5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88" y="1163455"/>
            <a:ext cx="8963025" cy="45263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8788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text on a page&#10;&#10;AI-generated content may be incorrect.">
            <a:extLst>
              <a:ext uri="{FF2B5EF4-FFF2-40B4-BE49-F238E27FC236}">
                <a16:creationId xmlns:a16="http://schemas.microsoft.com/office/drawing/2014/main" id="{BBD9C142-6930-1D05-2F37-4ECCBB4D2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185" y="373063"/>
            <a:ext cx="7829630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9608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3E5A9-1A66-2B85-A773-895AB901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1AC57-967B-893E-B2AE-64610D230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Priming and Foaming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A0B8D-7A3B-7F8E-A3F8-578A6943D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00989"/>
            <a:ext cx="7886700" cy="4351338"/>
          </a:xfrm>
        </p:spPr>
        <p:txBody>
          <a:bodyPr/>
          <a:lstStyle/>
          <a:p>
            <a:r>
              <a:rPr lang="en-GB" sz="3200" b="1" dirty="0"/>
              <a:t>Priming Effects: </a:t>
            </a:r>
          </a:p>
          <a:p>
            <a:pPr marL="457200" lvl="1" indent="0">
              <a:buNone/>
            </a:pPr>
            <a:r>
              <a:rPr lang="en-GB" sz="2800" dirty="0"/>
              <a:t>→ Wet steam leading to mechanical damage in turbine</a:t>
            </a:r>
          </a:p>
          <a:p>
            <a:pPr marL="457200" lvl="1" indent="0">
              <a:buNone/>
            </a:pPr>
            <a:r>
              <a:rPr lang="en-GB" sz="2800" dirty="0"/>
              <a:t>→ Carryover of dissolved solids and salts</a:t>
            </a:r>
          </a:p>
          <a:p>
            <a:pPr marL="457200" lvl="1" indent="0">
              <a:buNone/>
            </a:pPr>
            <a:endParaRPr lang="en-GB" sz="2800" dirty="0"/>
          </a:p>
          <a:p>
            <a:r>
              <a:rPr lang="en-GB" sz="3200" b="1" dirty="0"/>
              <a:t>Priming Prevention: </a:t>
            </a:r>
            <a:endParaRPr lang="en-GB" sz="3200" dirty="0"/>
          </a:p>
          <a:p>
            <a:pPr marL="457200" lvl="1" indent="0">
              <a:buNone/>
            </a:pPr>
            <a:r>
              <a:rPr lang="en-GB" sz="2800" dirty="0"/>
              <a:t>→ Maintaining proper water level</a:t>
            </a:r>
          </a:p>
          <a:p>
            <a:pPr marL="457200" lvl="1" indent="0">
              <a:buNone/>
            </a:pPr>
            <a:r>
              <a:rPr lang="en-GB" sz="2800" dirty="0"/>
              <a:t>→ Controlling steam velocity</a:t>
            </a:r>
          </a:p>
          <a:p>
            <a:pPr marL="457200" lvl="1" indent="0">
              <a:buNone/>
            </a:pPr>
            <a:r>
              <a:rPr lang="en-GB" sz="2800" dirty="0"/>
              <a:t>→ Use of steam separators</a:t>
            </a:r>
          </a:p>
          <a:p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F53CD0-B774-873F-31F8-EB2B888CB22C}"/>
              </a:ext>
            </a:extLst>
          </p:cNvPr>
          <p:cNvCxnSpPr>
            <a:cxnSpLocks/>
          </p:cNvCxnSpPr>
          <p:nvPr/>
        </p:nvCxnSpPr>
        <p:spPr>
          <a:xfrm flipV="1">
            <a:off x="0" y="1533551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617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00878-BABD-BC8D-5D6E-6C0CB73C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31919-D692-9B05-61BB-10D32448B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Priming and Foaming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0FBFF-3999-08EF-C42A-C4EA24666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5833"/>
            <a:ext cx="7886700" cy="4351338"/>
          </a:xfrm>
        </p:spPr>
        <p:txBody>
          <a:bodyPr>
            <a:normAutofit/>
          </a:bodyPr>
          <a:lstStyle/>
          <a:p>
            <a:r>
              <a:rPr lang="en-GB" sz="3200" b="1" dirty="0"/>
              <a:t>Foaming Effects: </a:t>
            </a:r>
          </a:p>
          <a:p>
            <a:pPr marL="457200" lvl="1" indent="0">
              <a:buNone/>
            </a:pPr>
            <a:r>
              <a:rPr lang="en-GB" sz="2800" dirty="0"/>
              <a:t>→ Steam contamination</a:t>
            </a:r>
          </a:p>
          <a:p>
            <a:pPr marL="457200" lvl="1" indent="0">
              <a:buNone/>
            </a:pPr>
            <a:r>
              <a:rPr lang="en-GB" sz="2800" dirty="0"/>
              <a:t>→ Poor heat transfer</a:t>
            </a:r>
          </a:p>
          <a:p>
            <a:pPr marL="457200" lvl="1" indent="0">
              <a:buNone/>
            </a:pPr>
            <a:r>
              <a:rPr lang="en-GB" sz="2800" dirty="0"/>
              <a:t>→ Priming</a:t>
            </a:r>
          </a:p>
          <a:p>
            <a:pPr marL="457200" lvl="1" indent="0">
              <a:buNone/>
            </a:pPr>
            <a:endParaRPr lang="en-GB" sz="2800" dirty="0"/>
          </a:p>
          <a:p>
            <a:r>
              <a:rPr lang="en-GB" sz="3200" b="1" dirty="0"/>
              <a:t>Foaming Prevention: </a:t>
            </a:r>
            <a:endParaRPr lang="en-GB" sz="3200" dirty="0"/>
          </a:p>
          <a:p>
            <a:pPr marL="457200" lvl="1" indent="0">
              <a:buNone/>
            </a:pPr>
            <a:r>
              <a:rPr lang="en-GB" sz="2800" dirty="0"/>
              <a:t>→ Avoid oils and organic matter in feed water</a:t>
            </a:r>
          </a:p>
          <a:p>
            <a:pPr marL="457200" lvl="1" indent="0">
              <a:buNone/>
            </a:pPr>
            <a:r>
              <a:rPr lang="en-GB" sz="2800" dirty="0"/>
              <a:t>→ Use of anti-foaming agents like castor oil</a:t>
            </a:r>
          </a:p>
          <a:p>
            <a:endParaRPr lang="en-GB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9E4069-BE98-73F8-4E38-FDE97FF99944}"/>
              </a:ext>
            </a:extLst>
          </p:cNvPr>
          <p:cNvCxnSpPr>
            <a:cxnSpLocks/>
          </p:cNvCxnSpPr>
          <p:nvPr/>
        </p:nvCxnSpPr>
        <p:spPr>
          <a:xfrm flipV="1">
            <a:off x="0" y="1533551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933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0032-65D8-62F3-1BAA-EA5DD22E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Content Placeholder 6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667A9E2B-DC1E-015D-E19C-250B0AB73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197" y="1825625"/>
            <a:ext cx="64616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97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Caustic Embrittlement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dirty="0"/>
          </a:p>
          <a:p>
            <a:r>
              <a:rPr b="1" dirty="0"/>
              <a:t>Definition: 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It is a localized corrosion at stress points in boiler.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Makes the boiler metal brittle and leads to cracking.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Occurs in high-pressure boilers.</a:t>
            </a:r>
          </a:p>
          <a:p>
            <a:pPr marL="0" indent="0">
              <a:buNone/>
            </a:pPr>
            <a:endParaRPr dirty="0"/>
          </a:p>
          <a:p>
            <a:r>
              <a:rPr b="1" dirty="0"/>
              <a:t>Mechanism:</a:t>
            </a:r>
            <a:endParaRPr lang="en-GB" b="1" dirty="0"/>
          </a:p>
          <a:p>
            <a:pPr marL="0" indent="0">
              <a:buNone/>
            </a:pPr>
            <a:r>
              <a:rPr b="1" dirty="0"/>
              <a:t> </a:t>
            </a:r>
            <a:r>
              <a:rPr dirty="0" err="1"/>
              <a:t>Na₂CO</a:t>
            </a:r>
            <a:r>
              <a:rPr dirty="0"/>
              <a:t>₃ → NaOH in high-pressure boilers.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/>
              <a:t>Na₂CO</a:t>
            </a:r>
            <a:r>
              <a:rPr lang="en-IN" dirty="0"/>
              <a:t>₃ used in softening decomposes to form NaOH: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Na₂CO</a:t>
            </a:r>
            <a:r>
              <a:rPr lang="en-IN" dirty="0">
                <a:solidFill>
                  <a:srgbClr val="FF0000"/>
                </a:solidFill>
              </a:rPr>
              <a:t>₃ + H₂O → 2NaOH + CO₂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NaOH seeps into crevices under high pressure and causes corrosion.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FB4781-03AA-3E75-7665-54295EC6D2B7}"/>
              </a:ext>
            </a:extLst>
          </p:cNvPr>
          <p:cNvCxnSpPr>
            <a:cxnSpLocks/>
          </p:cNvCxnSpPr>
          <p:nvPr/>
        </p:nvCxnSpPr>
        <p:spPr>
          <a:xfrm flipV="1">
            <a:off x="0" y="1562126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60BDD-8A03-39A1-218B-1B9598DC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Caustic Embrittlement</a:t>
            </a:r>
            <a:endParaRPr lang="en-GB" dirty="0">
              <a:solidFill>
                <a:schemeClr val="accent3"/>
              </a:solidFill>
            </a:endParaRPr>
          </a:p>
        </p:txBody>
      </p:sp>
      <p:pic>
        <p:nvPicPr>
          <p:cNvPr id="4" name="Content Placeholder 3" descr="A close up of a black object&#10;&#10;AI-generated content may be incorrect.">
            <a:extLst>
              <a:ext uri="{FF2B5EF4-FFF2-40B4-BE49-F238E27FC236}">
                <a16:creationId xmlns:a16="http://schemas.microsoft.com/office/drawing/2014/main" id="{79E6CA25-F6C9-DE05-6407-2A42C3FD9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575" y="2715419"/>
            <a:ext cx="52768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63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6BA3C-1CC6-FACF-4BC6-9138AE38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b="1"/>
              <a:t>Caustic Embrittlement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A1A9C7-8013-1D24-C40D-EE1968765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078" y="1825625"/>
            <a:ext cx="6001844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6515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3BD1B-0786-524E-8466-EBAF00ED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2ECE-632A-8D9D-D705-1B028592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Caustic 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14B16-1989-0DE6-0BA2-BB0B8DF5B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13" y="1825625"/>
            <a:ext cx="909021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lang="en-GB" b="1" dirty="0"/>
              <a:t>Disadvantages: </a:t>
            </a:r>
            <a:r>
              <a:rPr dirty="0"/>
              <a:t>OH⁻ attacks boiler metal at stressed points.</a:t>
            </a:r>
          </a:p>
          <a:p>
            <a:r>
              <a:rPr b="1" dirty="0"/>
              <a:t>Prevention: </a:t>
            </a:r>
            <a:endParaRPr lang="en-GB" dirty="0"/>
          </a:p>
          <a:p>
            <a:pPr marL="0" indent="0">
              <a:buNone/>
            </a:pPr>
            <a:r>
              <a:rPr lang="en-IN" dirty="0"/>
              <a:t>→ Avoid using </a:t>
            </a:r>
            <a:r>
              <a:rPr lang="en-IN" dirty="0" err="1"/>
              <a:t>Na₂CO</a:t>
            </a:r>
            <a:r>
              <a:rPr lang="en-IN" dirty="0"/>
              <a:t>₃ as softener in high-pressure boilers.</a:t>
            </a:r>
          </a:p>
          <a:p>
            <a:pPr marL="0" indent="0">
              <a:buNone/>
            </a:pPr>
            <a:r>
              <a:rPr lang="en-IN" dirty="0"/>
              <a:t>→ Use phosphate conditioning instead.</a:t>
            </a:r>
          </a:p>
          <a:p>
            <a:pPr marL="0" indent="0">
              <a:buNone/>
            </a:pPr>
            <a:r>
              <a:rPr lang="en-IN" dirty="0"/>
              <a:t>→ Add tannins/lignin to block stress points.</a:t>
            </a:r>
          </a:p>
          <a:p>
            <a:pPr marL="0" indent="0">
              <a:buNone/>
            </a:pPr>
            <a:r>
              <a:rPr lang="en-IN" dirty="0"/>
              <a:t>→ Proper design to avoid crevices and riveted joints.</a:t>
            </a:r>
          </a:p>
          <a:p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B90F9F-201D-8ABE-5B62-522724759CB1}"/>
              </a:ext>
            </a:extLst>
          </p:cNvPr>
          <p:cNvCxnSpPr>
            <a:cxnSpLocks/>
          </p:cNvCxnSpPr>
          <p:nvPr/>
        </p:nvCxnSpPr>
        <p:spPr>
          <a:xfrm flipV="1">
            <a:off x="0" y="1562126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825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35382-B7F6-7A2E-940F-FF85D3F0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D5AB9573-D41A-21BD-39BC-2BFEBBF2B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126" y="365030"/>
            <a:ext cx="6619875" cy="3505200"/>
          </a:xfrm>
          <a:prstGeom prst="rect">
            <a:avLst/>
          </a:prstGeom>
        </p:spPr>
      </p:pic>
      <p:pic>
        <p:nvPicPr>
          <p:cNvPr id="5" name="Picture 4" descr="A close-up of a factory&#10;&#10;AI-generated content may be incorrect.">
            <a:extLst>
              <a:ext uri="{FF2B5EF4-FFF2-40B4-BE49-F238E27FC236}">
                <a16:creationId xmlns:a16="http://schemas.microsoft.com/office/drawing/2014/main" id="{C5B1F006-273D-54DD-EC5D-700F23126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13" y="4129468"/>
            <a:ext cx="711517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58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5F8E2562-EB66-E43F-0E13-A61FC38E9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292" y="373063"/>
            <a:ext cx="854141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36367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7F55B-FC83-715E-F8BA-088271CB3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B) Mineral acid</a:t>
            </a:r>
          </a:p>
        </p:txBody>
      </p:sp>
      <p:pic>
        <p:nvPicPr>
          <p:cNvPr id="4" name="Content Placeholder 3" descr="A diagram of a chemical reaction&#10;&#10;AI-generated content may be incorrect.">
            <a:extLst>
              <a:ext uri="{FF2B5EF4-FFF2-40B4-BE49-F238E27FC236}">
                <a16:creationId xmlns:a16="http://schemas.microsoft.com/office/drawing/2014/main" id="{E0668D2C-BCE4-975D-8AC7-CA031C204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069052"/>
            <a:ext cx="7886700" cy="38644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8224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Scale and sludge reduce efficiency, cause damage.</a:t>
            </a:r>
          </a:p>
          <a:p>
            <a:r>
              <a:rPr dirty="0"/>
              <a:t>Priming and foaming lead to corrosion.</a:t>
            </a:r>
          </a:p>
          <a:p>
            <a:r>
              <a:rPr dirty="0"/>
              <a:t>Caustic embrittlement weakens boiler metal.</a:t>
            </a:r>
          </a:p>
          <a:p>
            <a:r>
              <a:rPr dirty="0"/>
              <a:t>Proper water treatment and maintenance are essential.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835514-A280-3C0B-341E-91B5004DC982}"/>
              </a:ext>
            </a:extLst>
          </p:cNvPr>
          <p:cNvCxnSpPr>
            <a:cxnSpLocks/>
          </p:cNvCxnSpPr>
          <p:nvPr/>
        </p:nvCxnSpPr>
        <p:spPr>
          <a:xfrm flipV="1">
            <a:off x="0" y="1619276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3"/>
                </a:solidFill>
              </a:rPr>
              <a:t>Take Away of The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Understand boiler water problems and their causes.</a:t>
            </a:r>
          </a:p>
          <a:p>
            <a:r>
              <a:rPr dirty="0"/>
              <a:t>Apply preventive techniques in industrial context.</a:t>
            </a:r>
          </a:p>
          <a:p>
            <a:r>
              <a:rPr dirty="0"/>
              <a:t>Ensure safe and efficient boiler operation.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176D37-DC2F-327B-E987-0C04F2F453C8}"/>
              </a:ext>
            </a:extLst>
          </p:cNvPr>
          <p:cNvCxnSpPr>
            <a:cxnSpLocks/>
          </p:cNvCxnSpPr>
          <p:nvPr/>
        </p:nvCxnSpPr>
        <p:spPr>
          <a:xfrm flipV="1">
            <a:off x="0" y="1514501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MCQ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8750"/>
            <a:ext cx="7886700" cy="5324475"/>
          </a:xfrm>
        </p:spPr>
        <p:txBody>
          <a:bodyPr>
            <a:normAutofit fontScale="92500" lnSpcReduction="20000"/>
          </a:bodyPr>
          <a:lstStyle/>
          <a:p>
            <a:endParaRPr sz="2400" dirty="0"/>
          </a:p>
          <a:p>
            <a:pPr marL="0" indent="0">
              <a:buNone/>
            </a:pPr>
            <a:r>
              <a:rPr sz="2400" dirty="0"/>
              <a:t>1. </a:t>
            </a:r>
            <a:r>
              <a:rPr sz="2400" b="1" dirty="0"/>
              <a:t>What is the main cause of scale formation in boilers?</a:t>
            </a:r>
            <a:br>
              <a:rPr sz="2400" b="1" dirty="0"/>
            </a:br>
            <a:r>
              <a:rPr sz="2400" dirty="0"/>
              <a:t>   a) NaCl  b) Bicarbonate decomposition  c) Silica  d) High temp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sz="2400" b="1" dirty="0"/>
              <a:t>2. </a:t>
            </a:r>
            <a:r>
              <a:rPr lang="en-IN" sz="2400" b="1" dirty="0"/>
              <a:t>W</a:t>
            </a:r>
            <a:r>
              <a:rPr sz="2400" b="1" dirty="0"/>
              <a:t>hat prevents foaming in boilers?</a:t>
            </a:r>
            <a:br>
              <a:rPr sz="2400" dirty="0"/>
            </a:br>
            <a:r>
              <a:rPr sz="2400" dirty="0"/>
              <a:t>   a) NaCl  b) Castor oil  c) Lime  d) Soda ash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sz="2400" b="1" dirty="0"/>
              <a:t>3. Where does sludge typically form?</a:t>
            </a:r>
            <a:br>
              <a:rPr sz="2400" dirty="0"/>
            </a:br>
            <a:r>
              <a:rPr sz="2400" dirty="0"/>
              <a:t>   a) Hot region  b) Firebox  c) Cool region  d) Outlet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sz="2400" b="1" dirty="0"/>
              <a:t>4. Caustic embrittlement is caused by?</a:t>
            </a:r>
            <a:br>
              <a:rPr sz="2400" dirty="0"/>
            </a:br>
            <a:r>
              <a:rPr sz="2400" dirty="0"/>
              <a:t>   a) </a:t>
            </a:r>
            <a:r>
              <a:rPr sz="2400" dirty="0" err="1"/>
              <a:t>CaCO</a:t>
            </a:r>
            <a:r>
              <a:rPr sz="2400" dirty="0"/>
              <a:t>₃  b) NaOH  c) </a:t>
            </a:r>
            <a:r>
              <a:rPr sz="2400" dirty="0" err="1"/>
              <a:t>MgCl</a:t>
            </a:r>
            <a:r>
              <a:rPr sz="2400" dirty="0"/>
              <a:t>₂  d) HCl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sz="2400" b="1" dirty="0"/>
              <a:t>5. How to prevent caustic embrittlement?</a:t>
            </a:r>
            <a:br>
              <a:rPr sz="2400" dirty="0"/>
            </a:br>
            <a:r>
              <a:rPr sz="2400" dirty="0"/>
              <a:t>   a) Use </a:t>
            </a:r>
            <a:r>
              <a:rPr sz="2400" dirty="0" err="1"/>
              <a:t>Na₂CO</a:t>
            </a:r>
            <a:r>
              <a:rPr sz="2400" dirty="0"/>
              <a:t>₃  b) Raise pressure  c) Phosphate conditioning  </a:t>
            </a:r>
            <a:r>
              <a:rPr lang="en-GB" sz="2400" dirty="0"/>
              <a:t>    </a:t>
            </a:r>
            <a:r>
              <a:rPr sz="2400" dirty="0"/>
              <a:t>d) Add </a:t>
            </a:r>
            <a:r>
              <a:rPr sz="2400" dirty="0" err="1"/>
              <a:t>MgCl</a:t>
            </a:r>
            <a:r>
              <a:rPr sz="2400" dirty="0"/>
              <a:t>₂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0453D4-10B2-C812-0853-8889117D9198}"/>
              </a:ext>
            </a:extLst>
          </p:cNvPr>
          <p:cNvCxnSpPr>
            <a:cxnSpLocks/>
          </p:cNvCxnSpPr>
          <p:nvPr/>
        </p:nvCxnSpPr>
        <p:spPr>
          <a:xfrm flipV="1">
            <a:off x="0" y="1562126"/>
            <a:ext cx="9090212" cy="6190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075-EB89-2E88-AF05-0A0D70F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References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5FD-DF0D-8F43-EA79-B945895D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Engineering Chemistry by Jain and Jain.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07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639</TotalTime>
  <Words>1192</Words>
  <Application>Microsoft Office PowerPoint</Application>
  <PresentationFormat>On-screen Show (4:3)</PresentationFormat>
  <Paragraphs>155</Paragraphs>
  <Slides>32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Course Overview</vt:lpstr>
      <vt:lpstr>PowerPoint Presentation</vt:lpstr>
      <vt:lpstr>Boiler Scale Effects and Prevention Methods</vt:lpstr>
      <vt:lpstr>PowerPoint Presentation</vt:lpstr>
      <vt:lpstr>PowerPoint Presentation</vt:lpstr>
      <vt:lpstr>Introduction to Boiler Feed Water Issues</vt:lpstr>
      <vt:lpstr>Scale Formation</vt:lpstr>
      <vt:lpstr>Scale Formation</vt:lpstr>
      <vt:lpstr>PowerPoint Presentation</vt:lpstr>
      <vt:lpstr>Sludge Formation</vt:lpstr>
      <vt:lpstr>Sludge Formation</vt:lpstr>
      <vt:lpstr>PowerPoint Presentation</vt:lpstr>
      <vt:lpstr>Priming and Foaming</vt:lpstr>
      <vt:lpstr>PowerPoint Presentation</vt:lpstr>
      <vt:lpstr>PowerPoint Presentation</vt:lpstr>
      <vt:lpstr>PowerPoint Presentation</vt:lpstr>
      <vt:lpstr>PowerPoint Presentation</vt:lpstr>
      <vt:lpstr>Priming and Foaming</vt:lpstr>
      <vt:lpstr>Priming and Foaming</vt:lpstr>
      <vt:lpstr>PowerPoint Presentation</vt:lpstr>
      <vt:lpstr>Caustic Embrittlement</vt:lpstr>
      <vt:lpstr>Caustic Embrittlement</vt:lpstr>
      <vt:lpstr>Caustic Embrittlement</vt:lpstr>
      <vt:lpstr>Caustic Embrittlement</vt:lpstr>
      <vt:lpstr>PowerPoint Presentation</vt:lpstr>
      <vt:lpstr>PowerPoint Presentation</vt:lpstr>
      <vt:lpstr>B) Mineral acid</vt:lpstr>
      <vt:lpstr>Summary</vt:lpstr>
      <vt:lpstr>Take Away of The Session</vt:lpstr>
      <vt:lpstr>MCQ Questions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pratibha.s</dc:creator>
  <cp:lastModifiedBy>pratibha.s</cp:lastModifiedBy>
  <cp:revision>88</cp:revision>
  <dcterms:created xsi:type="dcterms:W3CDTF">2024-10-29T09:41:06Z</dcterms:created>
  <dcterms:modified xsi:type="dcterms:W3CDTF">2025-08-26T08:52:00Z</dcterms:modified>
</cp:coreProperties>
</file>