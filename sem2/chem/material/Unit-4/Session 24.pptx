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574" r:id="rId2"/>
    <p:sldId id="256" r:id="rId3"/>
    <p:sldId id="595" r:id="rId4"/>
    <p:sldId id="257" r:id="rId5"/>
    <p:sldId id="258" r:id="rId6"/>
    <p:sldId id="275" r:id="rId7"/>
    <p:sldId id="277" r:id="rId8"/>
    <p:sldId id="276" r:id="rId9"/>
    <p:sldId id="259" r:id="rId10"/>
    <p:sldId id="280" r:id="rId11"/>
    <p:sldId id="281" r:id="rId12"/>
    <p:sldId id="262" r:id="rId13"/>
    <p:sldId id="278" r:id="rId14"/>
    <p:sldId id="596" r:id="rId15"/>
    <p:sldId id="597" r:id="rId16"/>
    <p:sldId id="268" r:id="rId1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4"/>
    <a:srgbClr val="0033CC"/>
    <a:srgbClr val="0060AA"/>
    <a:srgbClr val="E83030"/>
    <a:srgbClr val="0066B3"/>
    <a:srgbClr val="E3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4425B-56E6-A832-113C-7398AB5AFD9B}" v="5" dt="2024-05-22T10:08:13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23" autoAdjust="0"/>
    <p:restoredTop sz="94660"/>
  </p:normalViewPr>
  <p:slideViewPr>
    <p:cSldViewPr>
      <p:cViewPr varScale="1">
        <p:scale>
          <a:sx n="83" d="100"/>
          <a:sy n="83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uman Srivastava" userId="S::suman.srivastava@krmangalam.edu.in::321c702a-c804-4ce8-865a-f4757d581534" providerId="AD" clId="Web-{3904425B-56E6-A832-113C-7398AB5AFD9B}"/>
    <pc:docChg chg="addSld delSld">
      <pc:chgData name="Dr. Suman Srivastava" userId="S::suman.srivastava@krmangalam.edu.in::321c702a-c804-4ce8-865a-f4757d581534" providerId="AD" clId="Web-{3904425B-56E6-A832-113C-7398AB5AFD9B}" dt="2024-05-22T10:08:13.107" v="4"/>
      <pc:docMkLst>
        <pc:docMk/>
      </pc:docMkLst>
      <pc:sldChg chg="add">
        <pc:chgData name="Dr. Suman Srivastava" userId="S::suman.srivastava@krmangalam.edu.in::321c702a-c804-4ce8-865a-f4757d581534" providerId="AD" clId="Web-{3904425B-56E6-A832-113C-7398AB5AFD9B}" dt="2024-05-22T10:08:03.404" v="0"/>
        <pc:sldMkLst>
          <pc:docMk/>
          <pc:sldMk cId="3746827906" sldId="257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19" v="1"/>
        <pc:sldMkLst>
          <pc:docMk/>
          <pc:sldMk cId="974690139" sldId="274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35" v="2"/>
        <pc:sldMkLst>
          <pc:docMk/>
          <pc:sldMk cId="94181138" sldId="294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35" v="3"/>
        <pc:sldMkLst>
          <pc:docMk/>
          <pc:sldMk cId="4180511076" sldId="295"/>
        </pc:sldMkLst>
      </pc:sldChg>
      <pc:sldChg chg="del">
        <pc:chgData name="Dr. Suman Srivastava" userId="S::suman.srivastava@krmangalam.edu.in::321c702a-c804-4ce8-865a-f4757d581534" providerId="AD" clId="Web-{3904425B-56E6-A832-113C-7398AB5AFD9B}" dt="2024-05-22T10:08:13.107" v="4"/>
        <pc:sldMkLst>
          <pc:docMk/>
          <pc:sldMk cId="4142536426" sldId="4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A43C2-FD26-4205-8B58-0D50173C5807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2EA2D-108B-43F9-812C-D3637D3A1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920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01-10-2025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6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0E9723-CF1C-0850-738D-22FD9A21DACA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226371-350B-FE36-FA8B-F6D3375CBB0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9619E1-7F05-951B-662F-8EB90A276A8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0E7708-6FC5-3E5C-5D8D-A89F7E7415A0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9D255B-5F69-CB80-B55B-7D569EA897D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BB55AC-724D-2049-5859-126F851D6A6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Deepak Yadav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158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ETCCCH104</a:t>
            </a:r>
            <a:endParaRPr lang="en-US" sz="3000" spc="-8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Preparation and application of some industrially important polymers (Natural rubber, Buna S, Buna-N 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Session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E1CB9-4E12-6ED8-32E1-8DE0981A9794}"/>
              </a:ext>
            </a:extLst>
          </p:cNvPr>
          <p:cNvSpPr txBox="1"/>
          <p:nvPr/>
        </p:nvSpPr>
        <p:spPr>
          <a:xfrm>
            <a:off x="491140" y="1228397"/>
            <a:ext cx="83884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Define and describe the structure of Natural Rubber, Buna-S, and Buna-N.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Explain the preparation methods of these polymers.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Identify the physical and chemical properties.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Recognize the industrial and commercial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Differentiate between natural and synthetic rubbers.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3848" y="188639"/>
            <a:ext cx="2446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1. Natural Rubber</a:t>
            </a:r>
            <a:endParaRPr lang="en-IN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9" r="10059" b="4889"/>
          <a:stretch/>
        </p:blipFill>
        <p:spPr bwMode="auto">
          <a:xfrm>
            <a:off x="467544" y="908719"/>
            <a:ext cx="4176464" cy="33068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13588"/>
          <a:stretch/>
        </p:blipFill>
        <p:spPr bwMode="auto">
          <a:xfrm>
            <a:off x="4791269" y="3356992"/>
            <a:ext cx="3885187" cy="31445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524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7" r="11423" b="6920"/>
          <a:stretch/>
        </p:blipFill>
        <p:spPr bwMode="auto">
          <a:xfrm>
            <a:off x="1192068" y="692696"/>
            <a:ext cx="6733218" cy="56098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40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" r="7530" b="11465"/>
          <a:stretch/>
        </p:blipFill>
        <p:spPr bwMode="auto">
          <a:xfrm>
            <a:off x="508905" y="188640"/>
            <a:ext cx="4829699" cy="3672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" r="12157" b="41228"/>
          <a:stretch/>
        </p:blipFill>
        <p:spPr bwMode="auto">
          <a:xfrm>
            <a:off x="4464148" y="3717032"/>
            <a:ext cx="3998423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5724128" y="4581128"/>
            <a:ext cx="10801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92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3" r="8060"/>
          <a:stretch/>
        </p:blipFill>
        <p:spPr bwMode="auto">
          <a:xfrm>
            <a:off x="1187624" y="632840"/>
            <a:ext cx="6912768" cy="453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719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3" r="8935" b="40206"/>
          <a:stretch/>
        </p:blipFill>
        <p:spPr bwMode="auto">
          <a:xfrm>
            <a:off x="2267744" y="530056"/>
            <a:ext cx="4176464" cy="2754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r="12942" b="39546"/>
          <a:stretch/>
        </p:blipFill>
        <p:spPr bwMode="auto">
          <a:xfrm>
            <a:off x="2267744" y="3267337"/>
            <a:ext cx="4464496" cy="2833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591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3848" y="188639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2. BUNA-S</a:t>
            </a:r>
            <a:endParaRPr lang="en-IN" sz="24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1" t="16283" r="10255" b="31994"/>
          <a:stretch/>
        </p:blipFill>
        <p:spPr bwMode="auto">
          <a:xfrm>
            <a:off x="1043607" y="908720"/>
            <a:ext cx="7375998" cy="2952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881517"/>
            <a:ext cx="3744416" cy="23852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0992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6393" r="3313" b="24169"/>
          <a:stretch/>
        </p:blipFill>
        <p:spPr bwMode="auto">
          <a:xfrm>
            <a:off x="899592" y="1124744"/>
            <a:ext cx="7229179" cy="4667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115616" y="1340768"/>
            <a:ext cx="504056" cy="7920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24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5" r="6237" b="10469"/>
          <a:stretch/>
        </p:blipFill>
        <p:spPr bwMode="auto">
          <a:xfrm>
            <a:off x="760021" y="404664"/>
            <a:ext cx="7018798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1259632" y="3933056"/>
            <a:ext cx="20162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60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3848" y="188639"/>
            <a:ext cx="1548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3. BUNA-N</a:t>
            </a:r>
            <a:endParaRPr lang="en-IN" sz="24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2" t="9157" r="7541" b="26022"/>
          <a:stretch/>
        </p:blipFill>
        <p:spPr bwMode="auto">
          <a:xfrm>
            <a:off x="818640" y="908720"/>
            <a:ext cx="7600965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3" r="5197" b="22313"/>
          <a:stretch/>
        </p:blipFill>
        <p:spPr bwMode="auto">
          <a:xfrm>
            <a:off x="1763688" y="4509119"/>
            <a:ext cx="5256584" cy="1772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41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0" t="7806" r="8594" b="12750"/>
          <a:stretch/>
        </p:blipFill>
        <p:spPr bwMode="auto">
          <a:xfrm>
            <a:off x="1187624" y="855022"/>
            <a:ext cx="6984776" cy="511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9031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07C41-A3F3-005E-4449-92CB8D4E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D25FC2-F3DA-51FE-2D7C-4ECAF4886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102894"/>
              </p:ext>
            </p:extLst>
          </p:nvPr>
        </p:nvGraphicFramePr>
        <p:xfrm>
          <a:off x="457200" y="1556792"/>
          <a:ext cx="8229600" cy="3960439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20022416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8531143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5297100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00016238"/>
                    </a:ext>
                  </a:extLst>
                </a:gridCol>
              </a:tblGrid>
              <a:tr h="67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Polymer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Monomers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Key 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018390"/>
                  </a:ext>
                </a:extLst>
              </a:tr>
              <a:tr h="1094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Natural Rubber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Isoprene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Elastic, soft, weak in oils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Tyres, footwear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001840"/>
                  </a:ext>
                </a:extLst>
              </a:tr>
              <a:tr h="1094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Buna-S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Butadiene + Styrene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Abrasion resistant, durable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Tyres, belts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14356"/>
                  </a:ext>
                </a:extLst>
              </a:tr>
              <a:tr h="1094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Buna-N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Butadiene + Acrylonitrile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Oil &amp; chemical resistant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Seals, hoses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5266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456EB8F4-B0F1-DC92-1851-73CED9210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824" y="690673"/>
            <a:ext cx="257634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886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51C55-AB49-5136-35E1-59457D5E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15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38CAC-0E4C-40F4-61D1-A3EAD9E2A246}"/>
              </a:ext>
            </a:extLst>
          </p:cNvPr>
          <p:cNvSpPr txBox="1"/>
          <p:nvPr/>
        </p:nvSpPr>
        <p:spPr>
          <a:xfrm>
            <a:off x="899592" y="980728"/>
            <a:ext cx="7200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C00000"/>
                </a:solidFill>
              </a:rPr>
              <a:t>Takeaway of Session</a:t>
            </a:r>
          </a:p>
          <a:p>
            <a:pPr algn="ctr">
              <a:buNone/>
            </a:pPr>
            <a:endParaRPr lang="en-IN" sz="2800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Natural Rubber: cis-polyisoprene, elastic, vulcanization improves strength.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Buna-S: synthetic rubber, widely used in tyres, abrasion resistant.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Buna-N: nitrile rubber, resistant to oils and fuels, used in seals &amp; hoses.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Synthetic rubbers overcome limitations of natural rubber.</a:t>
            </a:r>
          </a:p>
        </p:txBody>
      </p:sp>
    </p:spTree>
    <p:extLst>
      <p:ext uri="{BB962C8B-B14F-4D97-AF65-F5344CB8AC3E}">
        <p14:creationId xmlns:p14="http://schemas.microsoft.com/office/powerpoint/2010/main" val="2783747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896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8739</TotalTime>
  <Words>210</Words>
  <Application>Microsoft Office PowerPoint</Application>
  <PresentationFormat>On-screen Show (4:3)</PresentationFormat>
  <Paragraphs>52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Office Theme</vt:lpstr>
      <vt:lpstr>PowerPoint Presentation</vt:lpstr>
      <vt:lpstr>Preparation and application of some industrially important polymers (Natural rubber, Buna S, Buna-N </vt:lpstr>
      <vt:lpstr>Session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deepak.y</cp:lastModifiedBy>
  <cp:revision>587</cp:revision>
  <cp:lastPrinted>2022-09-05T08:43:44Z</cp:lastPrinted>
  <dcterms:created xsi:type="dcterms:W3CDTF">2020-01-16T09:05:56Z</dcterms:created>
  <dcterms:modified xsi:type="dcterms:W3CDTF">2025-10-01T04:52:52Z</dcterms:modified>
</cp:coreProperties>
</file>