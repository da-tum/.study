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wdp" ContentType="image/vnd.ms-photo"/>
  <Default Extension="jpg" ContentType="image/jpeg"/>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notesSlides/notesSlide18.xml" ContentType="application/vnd.openxmlformats-officedocument.presentationml.notesSlide+xml"/>
  <Override PartName="/ppt/slides/slide20.xml" ContentType="application/vnd.openxmlformats-officedocument.presentationml.slide+xml"/>
  <Override PartName="/ppt/notesSlides/notesSlide19.xml" ContentType="application/vnd.openxmlformats-officedocument.presentationml.notesSlide+xml"/>
  <Override PartName="/ppt/slides/slide21.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24.xml" ContentType="application/vnd.openxmlformats-officedocument.presentationml.notesSlide+xml"/>
  <Override PartName="/ppt/slides/slide26.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notesSlides/notesSlide27.xml" ContentType="application/vnd.openxmlformats-officedocument.presentationml.notesSlide+xml"/>
  <Override PartName="/ppt/slides/slide29.xml" ContentType="application/vnd.openxmlformats-officedocument.presentationml.slide+xml"/>
  <Override PartName="/ppt/notesSlides/notesSlide28.xml" ContentType="application/vnd.openxmlformats-officedocument.presentationml.notesSlide+xml"/>
  <Override PartName="/ppt/slides/slide30.xml" ContentType="application/vnd.openxmlformats-officedocument.presentationml.slide+xml"/>
  <Override PartName="/ppt/notesSlides/notesSlide29.xml" ContentType="application/vnd.openxmlformats-officedocument.presentationml.notesSlide+xml"/>
  <Override PartName="/ppt/slides/slide31.xml" ContentType="application/vnd.openxmlformats-officedocument.presentationml.slide+xml"/>
  <Override PartName="/ppt/notesSlides/notesSlide30.xml" ContentType="application/vnd.openxmlformats-officedocument.presentationml.notesSlide+xml"/>
  <Override PartName="/ppt/slides/slide32.xml" ContentType="application/vnd.openxmlformats-officedocument.presentationml.slide+xml"/>
  <Override PartName="/ppt/notesSlides/notesSlide31.xml" ContentType="application/vnd.openxmlformats-officedocument.presentationml.notesSlide+xml"/>
  <Override PartName="/ppt/slides/slide33.xml" ContentType="application/vnd.openxmlformats-officedocument.presentationml.slide+xml"/>
  <Override PartName="/ppt/notesSlides/notesSlide32.xml" ContentType="application/vnd.openxmlformats-officedocument.presentationml.notesSlide+xml"/>
  <Override PartName="/ppt/slides/slide34.xml" ContentType="application/vnd.openxmlformats-officedocument.presentationml.slide+xml"/>
  <Override PartName="/ppt/notesSlides/notesSlide33.xml" ContentType="application/vnd.openxmlformats-officedocument.presentationml.notesSlide+xml"/>
  <Override PartName="/ppt/slides/slide35.xml" ContentType="application/vnd.openxmlformats-officedocument.presentationml.slide+xml"/>
  <Override PartName="/ppt/notesSlides/notesSlide34.xml" ContentType="application/vnd.openxmlformats-officedocument.presentationml.notesSlide+xml"/>
  <Override PartName="/ppt/slides/slide36.xml" ContentType="application/vnd.openxmlformats-officedocument.presentationml.slide+xml"/>
  <Override PartName="/ppt/notesSlides/notesSlide35.xml" ContentType="application/vnd.openxmlformats-officedocument.presentationml.notesSlide+xml"/>
  <Override PartName="/ppt/slides/slide37.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notesSlides/notesSlide37.xml" ContentType="application/vnd.openxmlformats-officedocument.presentationml.notesSlide+xml"/>
  <Override PartName="/ppt/slides/slide39.xml" ContentType="application/vnd.openxmlformats-officedocument.presentationml.slide+xml"/>
  <Override PartName="/ppt/notesSlides/notesSlide38.xml" ContentType="application/vnd.openxmlformats-officedocument.presentationml.notesSlide+xml"/>
  <Override PartName="/ppt/slides/slide40.xml" ContentType="application/vnd.openxmlformats-officedocument.presentationml.slide+xml"/>
  <Override PartName="/ppt/notesSlides/notesSlide39.xml" ContentType="application/vnd.openxmlformats-officedocument.presentationml.notesSlide+xml"/>
  <Override PartName="/ppt/slides/slide41.xml" ContentType="application/vnd.openxmlformats-officedocument.presentationml.slide+xml"/>
  <Override PartName="/ppt/notesSlides/notesSlide40.xml" ContentType="application/vnd.openxmlformats-officedocument.presentationml.notesSlide+xml"/>
  <Override PartName="/ppt/slides/slide42.xml" ContentType="application/vnd.openxmlformats-officedocument.presentationml.slide+xml"/>
  <Override PartName="/ppt/notesSlides/notesSlide41.xml" ContentType="application/vnd.openxmlformats-officedocument.presentationml.notesSlide+xml"/>
  <Override PartName="/ppt/slides/slide43.xml" ContentType="application/vnd.openxmlformats-officedocument.presentationml.slide+xml"/>
  <Override PartName="/ppt/notesSlides/notesSlide42.xml" ContentType="application/vnd.openxmlformats-officedocument.presentationml.notesSlide+xml"/>
  <Override PartName="/ppt/slides/slide44.xml" ContentType="application/vnd.openxmlformats-officedocument.presentationml.slide+xml"/>
  <Override PartName="/ppt/notesSlides/notesSlide43.xml" ContentType="application/vnd.openxmlformats-officedocument.presentationml.notesSlide+xml"/>
  <Override PartName="/ppt/slides/slide45.xml" ContentType="application/vnd.openxmlformats-officedocument.presentationml.slide+xml"/>
  <Override PartName="/ppt/notesSlides/notesSlide44.xml" ContentType="application/vnd.openxmlformats-officedocument.presentationml.notesSlide+xml"/>
  <Override PartName="/ppt/slides/slide46.xml" ContentType="application/vnd.openxmlformats-officedocument.presentationml.slide+xml"/>
  <Override PartName="/ppt/notesSlides/notesSlide45.xml" ContentType="application/vnd.openxmlformats-officedocument.presentationml.notesSlide+xml"/>
  <Override PartName="/ppt/slides/slide47.xml" ContentType="application/vnd.openxmlformats-officedocument.presentationml.slide+xml"/>
  <Override PartName="/ppt/notesSlides/notesSlide46.xml" ContentType="application/vnd.openxmlformats-officedocument.presentationml.notes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47.xml" ContentType="application/vnd.openxmlformats-officedocument.presentationml.notesSlide+xml"/>
  <Override PartName="/ppt/slides/slide51.xml" ContentType="application/vnd.openxmlformats-officedocument.presentationml.slide+xml"/>
  <Override PartName="/ppt/notesSlides/notesSlide48.xml" ContentType="application/vnd.openxmlformats-officedocument.presentationml.notesSlide+xml"/>
  <Override PartName="/ppt/slides/slide52.xml" ContentType="application/vnd.openxmlformats-officedocument.presentationml.slide+xml"/>
  <Override PartName="/ppt/notesSlides/notesSlide49.xml" ContentType="application/vnd.openxmlformats-officedocument.presentationml.notesSlide+xml"/>
  <Override PartName="/ppt/slides/slide53.xml" ContentType="application/vnd.openxmlformats-officedocument.presentationml.slide+xml"/>
  <Override PartName="/ppt/notesSlides/notesSlide50.xml" ContentType="application/vnd.openxmlformats-officedocument.presentationml.notesSlide+xml"/>
  <Override PartName="/ppt/slides/slide54.xml" ContentType="application/vnd.openxmlformats-officedocument.presentationml.slide+xml"/>
  <Override PartName="/ppt/notesSlides/notesSlide51.xml" ContentType="application/vnd.openxmlformats-officedocument.presentationml.notesSlide+xml"/>
  <Override PartName="/ppt/slides/slide55.xml" ContentType="application/vnd.openxmlformats-officedocument.presentationml.slide+xml"/>
  <Override PartName="/ppt/notesSlides/notesSlide52.xml" ContentType="application/vnd.openxmlformats-officedocument.presentationml.notesSlide+xml"/>
  <Override PartName="/ppt/slides/slide56.xml" ContentType="application/vnd.openxmlformats-officedocument.presentationml.slide+xml"/>
  <Override PartName="/ppt/notesSlides/notesSlide53.xml" ContentType="application/vnd.openxmlformats-officedocument.presentationml.notesSlide+xml"/>
  <Override PartName="/ppt/slides/slide57.xml" ContentType="application/vnd.openxmlformats-officedocument.presentationml.slide+xml"/>
  <Override PartName="/ppt/notesSlides/notesSlide54.xml" ContentType="application/vnd.openxmlformats-officedocument.presentationml.notesSlide+xml"/>
  <Override PartName="/ppt/slides/slide58.xml" ContentType="application/vnd.openxmlformats-officedocument.presentationml.slide+xml"/>
  <Override PartName="/ppt/notesSlides/notesSlide55.xml" ContentType="application/vnd.openxmlformats-officedocument.presentationml.notesSlide+xml"/>
  <Override PartName="/ppt/slides/slide59.xml" ContentType="application/vnd.openxmlformats-officedocument.presentationml.slide+xml"/>
  <Override PartName="/ppt/notesSlides/notesSlide56.xml" ContentType="application/vnd.openxmlformats-officedocument.presentationml.notesSlide+xml"/>
  <Override PartName="/ppt/slides/slide60.xml" ContentType="application/vnd.openxmlformats-officedocument.presentationml.slide+xml"/>
  <Override PartName="/ppt/notesSlides/notesSlide57.xml" ContentType="application/vnd.openxmlformats-officedocument.presentationml.notesSlide+xml"/>
  <Override PartName="/ppt/slides/slide61.xml" ContentType="application/vnd.openxmlformats-officedocument.presentationml.slide+xml"/>
  <Override PartName="/ppt/notesSlides/notesSlide58.xml" ContentType="application/vnd.openxmlformats-officedocument.presentationml.notesSlide+xml"/>
  <Override PartName="/ppt/slides/slide62.xml" ContentType="application/vnd.openxmlformats-officedocument.presentationml.slide+xml"/>
  <Override PartName="/ppt/notesSlides/notesSlide59.xml" ContentType="application/vnd.openxmlformats-officedocument.presentationml.notesSlide+xml"/>
  <Override PartName="/ppt/slides/slide63.xml" ContentType="application/vnd.openxmlformats-officedocument.presentationml.slide+xml"/>
  <Override PartName="/ppt/notesSlides/notesSlide60.xml" ContentType="application/vnd.openxmlformats-officedocument.presentationml.notesSlide+xml"/>
  <Override PartName="/ppt/slides/slide64.xml" ContentType="application/vnd.openxmlformats-officedocument.presentationml.slide+xml"/>
  <Override PartName="/ppt/notesSlides/notesSlide61.xml" ContentType="application/vnd.openxmlformats-officedocument.presentationml.notesSlide+xml"/>
  <Override PartName="/ppt/slides/slide65.xml" ContentType="application/vnd.openxmlformats-officedocument.presentationml.slide+xml"/>
  <Override PartName="/ppt/notesSlides/notesSlide62.xml" ContentType="application/vnd.openxmlformats-officedocument.presentationml.notesSlide+xml"/>
  <Override PartName="/ppt/slides/slide66.xml" ContentType="application/vnd.openxmlformats-officedocument.presentationml.slide+xml"/>
  <Override PartName="/ppt/notesSlides/notesSlide63.xml" ContentType="application/vnd.openxmlformats-officedocument.presentationml.notesSlide+xml"/>
  <Override PartName="/ppt/slides/slide67.xml" ContentType="application/vnd.openxmlformats-officedocument.presentationml.slide+xml"/>
  <Override PartName="/ppt/notesSlides/notesSlide64.xml" ContentType="application/vnd.openxmlformats-officedocument.presentationml.notes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65.xml" ContentType="application/vnd.openxmlformats-officedocument.presentationml.notesSlide+xml"/>
  <Override PartName="/ppt/slides/slide72.xml" ContentType="application/vnd.openxmlformats-officedocument.presentationml.slide+xml"/>
  <Override PartName="/ppt/notesSlides/notesSlide66.xml" ContentType="application/vnd.openxmlformats-officedocument.presentationml.notesSlide+xml"/>
  <Override PartName="/ppt/slides/slide73.xml" ContentType="application/vnd.openxmlformats-officedocument.presentationml.slide+xml"/>
  <Override PartName="/ppt/notesSlides/notesSlide67.xml" ContentType="application/vnd.openxmlformats-officedocument.presentationml.notesSlide+xml"/>
  <Override PartName="/ppt/slides/slide74.xml" ContentType="application/vnd.openxmlformats-officedocument.presentationml.slide+xml"/>
  <Override PartName="/ppt/notesSlides/notesSlide68.xml" ContentType="application/vnd.openxmlformats-officedocument.presentationml.notesSlide+xml"/>
  <Override PartName="/ppt/slides/slide75.xml" ContentType="application/vnd.openxmlformats-officedocument.presentationml.slide+xml"/>
  <Override PartName="/ppt/notesSlides/notesSlide69.xml" ContentType="application/vnd.openxmlformats-officedocument.presentationml.notesSlide+xml"/>
  <Override PartName="/ppt/slides/slide76.xml" ContentType="application/vnd.openxmlformats-officedocument.presentationml.slide+xml"/>
  <Override PartName="/ppt/notesSlides/notesSlide70.xml" ContentType="application/vnd.openxmlformats-officedocument.presentationml.notes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Slides/notesSlide71.xml" ContentType="application/vnd.openxmlformats-officedocument.presentationml.notesSlide+xml"/>
  <Override PartName="/ppt/slides/slide80.xml" ContentType="application/vnd.openxmlformats-officedocument.presentationml.slide+xml"/>
  <Override PartName="/ppt/notesSlides/notesSlide72.xml" ContentType="application/vnd.openxmlformats-officedocument.presentationml.notesSlide+xml"/>
  <Override PartName="/ppt/slides/slide81.xml" ContentType="application/vnd.openxmlformats-officedocument.presentationml.slide+xml"/>
  <Override PartName="/ppt/notesSlides/notesSlide73.xml" ContentType="application/vnd.openxmlformats-officedocument.presentationml.notesSlide+xml"/>
  <Override PartName="/ppt/slides/slide82.xml" ContentType="application/vnd.openxmlformats-officedocument.presentationml.slide+xml"/>
  <Override PartName="/ppt/notesSlides/notesSlide74.xml" ContentType="application/vnd.openxmlformats-officedocument.presentationml.notesSlide+xml"/>
  <Override PartName="/ppt/slides/slide83.xml" ContentType="application/vnd.openxmlformats-officedocument.presentationml.slide+xml"/>
  <Override PartName="/ppt/notesSlides/notesSlide75.xml" ContentType="application/vnd.openxmlformats-officedocument.presentationml.notesSlide+xml"/>
  <Override PartName="/ppt/slides/slide84.xml" ContentType="application/vnd.openxmlformats-officedocument.presentationml.slide+xml"/>
  <Override PartName="/ppt/notesSlides/notesSlide76.xml" ContentType="application/vnd.openxmlformats-officedocument.presentationml.notesSlide+xml"/>
  <Override PartName="/ppt/slides/slide85.xml" ContentType="application/vnd.openxmlformats-officedocument.presentationml.slide+xml"/>
  <Override PartName="/ppt/notesSlides/notesSlide77.xml" ContentType="application/vnd.openxmlformats-officedocument.presentationml.notesSlide+xml"/>
  <Override PartName="/ppt/slides/slide86.xml" ContentType="application/vnd.openxmlformats-officedocument.presentationml.slide+xml"/>
  <Override PartName="/ppt/notesSlides/notesSlide78.xml" ContentType="application/vnd.openxmlformats-officedocument.presentationml.notesSlide+xml"/>
  <Override PartName="/ppt/slides/slide87.xml" ContentType="application/vnd.openxmlformats-officedocument.presentationml.slide+xml"/>
  <Override PartName="/ppt/notesSlides/notesSlide79.xml" ContentType="application/vnd.openxmlformats-officedocument.presentationml.notesSlide+xml"/>
  <Override PartName="/ppt/slides/slide88.xml" ContentType="application/vnd.openxmlformats-officedocument.presentationml.slide+xml"/>
  <Override PartName="/ppt/notesSlides/notesSlide80.xml" ContentType="application/vnd.openxmlformats-officedocument.presentationml.notesSlide+xml"/>
  <Override PartName="/ppt/slides/slide89.xml" ContentType="application/vnd.openxmlformats-officedocument.presentationml.slide+xml"/>
  <Override PartName="/ppt/notesSlides/notesSlide81.xml" ContentType="application/vnd.openxmlformats-officedocument.presentationml.notesSlide+xml"/>
  <Override PartName="/ppt/slides/slide90.xml" ContentType="application/vnd.openxmlformats-officedocument.presentationml.slide+xml"/>
  <Override PartName="/ppt/notesSlides/notesSlide82.xml" ContentType="application/vnd.openxmlformats-officedocument.presentationml.notesSlide+xml"/>
  <Override PartName="/ppt/slides/slide91.xml" ContentType="application/vnd.openxmlformats-officedocument.presentationml.slide+xml"/>
  <Override PartName="/ppt/notesSlides/notesSlide83.xml" ContentType="application/vnd.openxmlformats-officedocument.presentationml.notesSlide+xml"/>
  <Override PartName="/ppt/slides/slide92.xml" ContentType="application/vnd.openxmlformats-officedocument.presentationml.slide+xml"/>
  <Override PartName="/ppt/notesSlides/notesSlide84.xml" ContentType="application/vnd.openxmlformats-officedocument.presentationml.notesSlide+xml"/>
  <Override PartName="/ppt/slides/slide93.xml" ContentType="application/vnd.openxmlformats-officedocument.presentationml.slide+xml"/>
  <Override PartName="/ppt/notesSlides/notesSlide85.xml" ContentType="application/vnd.openxmlformats-officedocument.presentationml.notesSlide+xml"/>
  <Override PartName="/ppt/slides/slide94.xml" ContentType="application/vnd.openxmlformats-officedocument.presentationml.slide+xml"/>
  <Override PartName="/ppt/notesSlides/notesSlide86.xml" ContentType="application/vnd.openxmlformats-officedocument.presentationml.notesSlide+xml"/>
  <Override PartName="/ppt/slides/slide95.xml" ContentType="application/vnd.openxmlformats-officedocument.presentationml.slide+xml"/>
  <Override PartName="/ppt/notesSlides/notesSlide87.xml" ContentType="application/vnd.openxmlformats-officedocument.presentationml.notesSlide+xml"/>
  <Override PartName="/ppt/slides/slide96.xml" ContentType="application/vnd.openxmlformats-officedocument.presentationml.slide+xml"/>
  <Override PartName="/ppt/notesSlides/notesSlide88.xml" ContentType="application/vnd.openxmlformats-officedocument.presentationml.notesSlide+xml"/>
  <Override PartName="/ppt/slides/slide97.xml" ContentType="application/vnd.openxmlformats-officedocument.presentationml.slide+xml"/>
  <Override PartName="/ppt/notesSlides/notesSlide89.xml" ContentType="application/vnd.openxmlformats-officedocument.presentationml.notesSlide+xml"/>
  <Override PartName="/ppt/slides/slide98.xml" ContentType="application/vnd.openxmlformats-officedocument.presentationml.slide+xml"/>
  <Override PartName="/ppt/notesSlides/notesSlide90.xml" ContentType="application/vnd.openxmlformats-officedocument.presentationml.notesSlide+xml"/>
  <Override PartName="/ppt/slides/slide99.xml" ContentType="application/vnd.openxmlformats-officedocument.presentationml.slide+xml"/>
  <Override PartName="/ppt/notesSlides/notesSlide91.xml" ContentType="application/vnd.openxmlformats-officedocument.presentationml.notesSlide+xml"/>
  <Override PartName="/ppt/slides/slide100.xml" ContentType="application/vnd.openxmlformats-officedocument.presentationml.slide+xml"/>
  <Override PartName="/ppt/notesSlides/notesSlide92.xml" ContentType="application/vnd.openxmlformats-officedocument.presentationml.notesSlide+xml"/>
  <Override PartName="/ppt/slides/slide101.xml" ContentType="application/vnd.openxmlformats-officedocument.presentationml.slide+xml"/>
  <Override PartName="/ppt/notesSlides/notesSlide93.xml" ContentType="application/vnd.openxmlformats-officedocument.presentationml.notesSlide+xml"/>
  <Override PartName="/ppt/slides/slide102.xml" ContentType="application/vnd.openxmlformats-officedocument.presentationml.slide+xml"/>
  <Override PartName="/ppt/notesSlides/notesSlide94.xml" ContentType="application/vnd.openxmlformats-officedocument.presentationml.notesSlide+xml"/>
  <Override PartName="/ppt/slides/slide103.xml" ContentType="application/vnd.openxmlformats-officedocument.presentationml.slide+xml"/>
  <Override PartName="/ppt/notesSlides/notesSlide95.xml" ContentType="application/vnd.openxmlformats-officedocument.presentationml.notesSlide+xml"/>
  <Override PartName="/ppt/slides/slide104.xml" ContentType="application/vnd.openxmlformats-officedocument.presentationml.slide+xml"/>
  <Override PartName="/ppt/notesSlides/notesSlide96.xml" ContentType="application/vnd.openxmlformats-officedocument.presentationml.notesSlide+xml"/>
  <Override PartName="/ppt/slides/slide105.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graphics/quickStyle1.xml" ContentType="application/vnd.openxmlformats-officedocument.drawingml.diagramStyle+xml"/>
  <Override PartName="/ppt/graphics/colors1.xml" ContentType="application/vnd.openxmlformats-officedocument.drawingml.diagramColors+xml"/>
  <Override PartName="/ppt/notesSlides/notesSlide97.xml" ContentType="application/vnd.openxmlformats-officedocument.presentationml.notesSlide+xml"/>
  <Override PartName="/ppt/slides/slide106.xml" ContentType="application/vnd.openxmlformats-officedocument.presentationml.slide+xml"/>
  <Override PartName="/ppt/notesSlides/notesSlide98.xml" ContentType="application/vnd.openxmlformats-officedocument.presentationml.notesSlide+xml"/>
  <Override PartName="/ppt/slides/slide107.xml" ContentType="application/vnd.openxmlformats-officedocument.presentationml.slide+xml"/>
  <Override PartName="/ppt/notesSlides/notesSlide99.xml" ContentType="application/vnd.openxmlformats-officedocument.presentationml.notesSlide+xml"/>
  <Override PartName="/ppt/slides/slide108.xml" ContentType="application/vnd.openxmlformats-officedocument.presentationml.slide+xml"/>
  <Override PartName="/ppt/notesSlides/notesSlide100.xml" ContentType="application/vnd.openxmlformats-officedocument.presentationml.notesSlide+xml"/>
  <Override PartName="/ppt/slides/slide109.xml" ContentType="application/vnd.openxmlformats-officedocument.presentationml.slide+xml"/>
  <Override PartName="/ppt/notesSlides/notesSlide101.xml" ContentType="application/vnd.openxmlformats-officedocument.presentationml.notesSlide+xml"/>
  <Override PartName="/ppt/slides/slide110.xml" ContentType="application/vnd.openxmlformats-officedocument.presentationml.slide+xml"/>
  <Override PartName="/ppt/notesSlides/notesSlide102.xml" ContentType="application/vnd.openxmlformats-officedocument.presentationml.notesSlide+xml"/>
  <Override PartName="/ppt/slides/slide111.xml" ContentType="application/vnd.openxmlformats-officedocument.presentationml.slide+xml"/>
  <Override PartName="/ppt/notesSlides/notesSlide103.xml" ContentType="application/vnd.openxmlformats-officedocument.presentationml.notesSlide+xml"/>
  <Override PartName="/ppt/slides/slide112.xml" ContentType="application/vnd.openxmlformats-officedocument.presentationml.slide+xml"/>
  <Override PartName="/ppt/notesSlides/notesSlide104.xml" ContentType="application/vnd.openxmlformats-officedocument.presentationml.notesSlide+xml"/>
  <Override PartName="/ppt/slides/slide113.xml" ContentType="application/vnd.openxmlformats-officedocument.presentationml.slide+xml"/>
  <Override PartName="/ppt/notesSlides/notesSlide105.xml" ContentType="application/vnd.openxmlformats-officedocument.presentationml.notesSlide+xml"/>
  <Override PartName="/ppt/slides/slide114.xml" ContentType="application/vnd.openxmlformats-officedocument.presentationml.slide+xml"/>
  <Override PartName="/ppt/notesSlides/notesSlide106.xml" ContentType="application/vnd.openxmlformats-officedocument.presentationml.notesSlide+xml"/>
  <Override PartName="/ppt/slides/slide115.xml" ContentType="application/vnd.openxmlformats-officedocument.presentationml.slide+xml"/>
  <Override PartName="/ppt/notesSlides/notesSlide107.xml" ContentType="application/vnd.openxmlformats-officedocument.presentationml.notesSlide+xml"/>
  <Override PartName="/ppt/slides/slide116.xml" ContentType="application/vnd.openxmlformats-officedocument.presentationml.slide+xml"/>
  <Override PartName="/ppt/notesSlides/notesSlide108.xml" ContentType="application/vnd.openxmlformats-officedocument.presentationml.notesSlide+xml"/>
  <Override PartName="/ppt/slides/slide117.xml" ContentType="application/vnd.openxmlformats-officedocument.presentationml.slide+xml"/>
  <Override PartName="/ppt/notesSlides/notesSlide109.xml" ContentType="application/vnd.openxmlformats-officedocument.presentationml.notesSlide+xml"/>
  <Override PartName="/ppt/slides/slide118.xml" ContentType="application/vnd.openxmlformats-officedocument.presentationml.slide+xml"/>
  <Override PartName="/ppt/notesSlides/notesSlide110.xml" ContentType="application/vnd.openxmlformats-officedocument.presentationml.notesSlide+xml"/>
  <Override PartName="/ppt/slides/slide119.xml" ContentType="application/vnd.openxmlformats-officedocument.presentationml.slide+xml"/>
  <Override PartName="/ppt/notesSlides/notesSlide111.xml" ContentType="application/vnd.openxmlformats-officedocument.presentationml.notesSlide+xml"/>
  <Override PartName="/ppt/slides/slide120.xml" ContentType="application/vnd.openxmlformats-officedocument.presentationml.slide+xml"/>
  <Override PartName="/ppt/notesSlides/notesSlide112.xml" ContentType="application/vnd.openxmlformats-officedocument.presentationml.notesSlide+xml"/>
  <Override PartName="/ppt/slides/slide121.xml" ContentType="application/vnd.openxmlformats-officedocument.presentationml.slide+xml"/>
  <Override PartName="/ppt/notesSlides/notesSlide113.xml" ContentType="application/vnd.openxmlformats-officedocument.presentationml.notesSlide+xml"/>
  <Override PartName="/ppt/slides/slide122.xml" ContentType="application/vnd.openxmlformats-officedocument.presentationml.slide+xml"/>
  <Override PartName="/ppt/notesSlides/notesSlide114.xml" ContentType="application/vnd.openxmlformats-officedocument.presentationml.notesSlide+xml"/>
  <Override PartName="/ppt/slides/slide123.xml" ContentType="application/vnd.openxmlformats-officedocument.presentationml.slide+xml"/>
  <Override PartName="/ppt/notesSlides/notesSlide115.xml" ContentType="application/vnd.openxmlformats-officedocument.presentationml.notesSlide+xml"/>
  <Override PartName="/ppt/slides/slide124.xml" ContentType="application/vnd.openxmlformats-officedocument.presentationml.slide+xml"/>
  <Override PartName="/ppt/notesSlides/notesSlide116.xml" ContentType="application/vnd.openxmlformats-officedocument.presentationml.notesSlide+xml"/>
  <Override PartName="/ppt/slides/slide125.xml" ContentType="application/vnd.openxmlformats-officedocument.presentationml.slide+xml"/>
  <Override PartName="/ppt/notesSlides/notesSlide117.xml" ContentType="application/vnd.openxmlformats-officedocument.presentationml.notes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Slides/notesSlide118.xml" ContentType="application/vnd.openxmlformats-officedocument.presentationml.notesSlide+xml"/>
  <Override PartName="/ppt/slides/slide129.xml" ContentType="application/vnd.openxmlformats-officedocument.presentationml.slide+xml"/>
  <Override PartName="/ppt/notesSlides/notesSlide119.xml" ContentType="application/vnd.openxmlformats-officedocument.presentationml.notesSlide+xml"/>
  <Override PartName="/ppt/slides/slide130.xml" ContentType="application/vnd.openxmlformats-officedocument.presentationml.slide+xml"/>
  <Override PartName="/ppt/notesSlides/notesSlide120.xml" ContentType="application/vnd.openxmlformats-officedocument.presentationml.notesSlide+xml"/>
  <Override PartName="/ppt/slides/slide131.xml" ContentType="application/vnd.openxmlformats-officedocument.presentationml.slide+xml"/>
  <Override PartName="/ppt/notesSlides/notesSlide121.xml" ContentType="application/vnd.openxmlformats-officedocument.presentationml.notesSlide+xml"/>
  <Override PartName="/ppt/slides/slide132.xml" ContentType="application/vnd.openxmlformats-officedocument.presentationml.slide+xml"/>
  <Override PartName="/ppt/notesSlides/notesSlide122.xml" ContentType="application/vnd.openxmlformats-officedocument.presentationml.notesSlide+xml"/>
  <Override PartName="/ppt/slides/slide133.xml" ContentType="application/vnd.openxmlformats-officedocument.presentationml.slide+xml"/>
  <Override PartName="/ppt/notesSlides/notesSlide123.xml" ContentType="application/vnd.openxmlformats-officedocument.presentationml.notesSlide+xml"/>
  <Override PartName="/ppt/slides/slide134.xml" ContentType="application/vnd.openxmlformats-officedocument.presentationml.slide+xml"/>
  <Override PartName="/ppt/notesSlides/notesSlide124.xml" ContentType="application/vnd.openxmlformats-officedocument.presentationml.notesSlide+xml"/>
  <Override PartName="/ppt/slides/slide135.xml" ContentType="application/vnd.openxmlformats-officedocument.presentationml.slide+xml"/>
  <Override PartName="/ppt/notesSlides/notesSlide125.xml" ContentType="application/vnd.openxmlformats-officedocument.presentationml.notesSlide+xml"/>
  <Override PartName="/ppt/slides/slide136.xml" ContentType="application/vnd.openxmlformats-officedocument.presentationml.slide+xml"/>
  <Override PartName="/ppt/notesSlides/notesSlide126.xml" ContentType="application/vnd.openxmlformats-officedocument.presentationml.notesSlide+xml"/>
  <Override PartName="/ppt/slides/slide137.xml" ContentType="application/vnd.openxmlformats-officedocument.presentationml.slide+xml"/>
  <Override PartName="/ppt/notesSlides/notesSlide127.xml" ContentType="application/vnd.openxmlformats-officedocument.presentationml.notesSlide+xml"/>
  <Override PartName="/ppt/slides/slide138.xml" ContentType="application/vnd.openxmlformats-officedocument.presentationml.slide+xml"/>
  <Override PartName="/ppt/notesSlides/notesSlide128.xml" ContentType="application/vnd.openxmlformats-officedocument.presentationml.notesSlide+xml"/>
  <Override PartName="/ppt/slides/slide139.xml" ContentType="application/vnd.openxmlformats-officedocument.presentationml.slide+xml"/>
  <Override PartName="/ppt/notesSlides/notesSlide129.xml" ContentType="application/vnd.openxmlformats-officedocument.presentationml.notesSlide+xml"/>
  <Override PartName="/ppt/slides/slide140.xml" ContentType="application/vnd.openxmlformats-officedocument.presentationml.slide+xml"/>
  <Override PartName="/ppt/notesSlides/notesSlide130.xml" ContentType="application/vnd.openxmlformats-officedocument.presentationml.notesSlide+xml"/>
  <Override PartName="/ppt/slides/slide141.xml" ContentType="application/vnd.openxmlformats-officedocument.presentationml.slide+xml"/>
  <Override PartName="/ppt/notesSlides/notesSlide131.xml" ContentType="application/vnd.openxmlformats-officedocument.presentationml.notesSlide+xml"/>
  <Override PartName="/ppt/slides/slide142.xml" ContentType="application/vnd.openxmlformats-officedocument.presentationml.slide+xml"/>
  <Override PartName="/ppt/notesSlides/notesSlide132.xml" ContentType="application/vnd.openxmlformats-officedocument.presentationml.notesSlide+xml"/>
  <Override PartName="/ppt/slides/slide143.xml" ContentType="application/vnd.openxmlformats-officedocument.presentationml.slide+xml"/>
  <Override PartName="/ppt/notesSlides/notesSlide133.xml" ContentType="application/vnd.openxmlformats-officedocument.presentationml.notesSlide+xml"/>
  <Override PartName="/ppt/slides/slide144.xml" ContentType="application/vnd.openxmlformats-officedocument.presentationml.slide+xml"/>
  <Override PartName="/ppt/notesSlides/notesSlide134.xml" ContentType="application/vnd.openxmlformats-officedocument.presentationml.notesSlide+xml"/>
  <Override PartName="/ppt/slides/slide145.xml" ContentType="application/vnd.openxmlformats-officedocument.presentationml.slide+xml"/>
  <Override PartName="/ppt/notesSlides/notesSlide135.xml" ContentType="application/vnd.openxmlformats-officedocument.presentationml.notesSlide+xml"/>
  <Override PartName="/ppt/slides/slide146.xml" ContentType="application/vnd.openxmlformats-officedocument.presentationml.slide+xml"/>
  <Override PartName="/ppt/notesSlides/notesSlide136.xml" ContentType="application/vnd.openxmlformats-officedocument.presentationml.notesSlide+xml"/>
  <Override PartName="/ppt/slides/slide147.xml" ContentType="application/vnd.openxmlformats-officedocument.presentationml.slide+xml"/>
  <Override PartName="/ppt/notesSlides/notesSlide137.xml" ContentType="application/vnd.openxmlformats-officedocument.presentationml.notesSlide+xml"/>
  <Override PartName="/ppt/slides/slide148.xml" ContentType="application/vnd.openxmlformats-officedocument.presentationml.slide+xml"/>
  <Override PartName="/ppt/notesSlides/notesSlide138.xml" ContentType="application/vnd.openxmlformats-officedocument.presentationml.notesSlide+xml"/>
  <Override PartName="/ppt/slides/slide149.xml" ContentType="application/vnd.openxmlformats-officedocument.presentationml.slide+xml"/>
  <Override PartName="/ppt/notesSlides/notesSlide139.xml" ContentType="application/vnd.openxmlformats-officedocument.presentationml.notesSlide+xml"/>
  <Override PartName="/ppt/slides/slide150.xml" ContentType="application/vnd.openxmlformats-officedocument.presentationml.slide+xml"/>
  <Override PartName="/ppt/notesSlides/notesSlide140.xml" ContentType="application/vnd.openxmlformats-officedocument.presentationml.notesSlide+xml"/>
  <Override PartName="/ppt/slides/slide151.xml" ContentType="application/vnd.openxmlformats-officedocument.presentationml.slide+xml"/>
  <Override PartName="/ppt/notesSlides/notesSlide141.xml" ContentType="application/vnd.openxmlformats-officedocument.presentationml.notesSlide+xml"/>
  <Override PartName="/ppt/slides/slide152.xml" ContentType="application/vnd.openxmlformats-officedocument.presentationml.slide+xml"/>
  <Override PartName="/ppt/notesSlides/notesSlide142.xml" ContentType="application/vnd.openxmlformats-officedocument.presentationml.notesSlide+xml"/>
  <Override PartName="/ppt/slides/slide153.xml" ContentType="application/vnd.openxmlformats-officedocument.presentationml.slide+xml"/>
  <Override PartName="/ppt/notesSlides/notesSlide143.xml" ContentType="application/vnd.openxmlformats-officedocument.presentationml.notesSlide+xml"/>
  <Override PartName="/ppt/slides/slide154.xml" ContentType="application/vnd.openxmlformats-officedocument.presentationml.slide+xml"/>
  <Override PartName="/ppt/notesSlides/notesSlide144.xml" ContentType="application/vnd.openxmlformats-officedocument.presentationml.notesSlide+xml"/>
  <Override PartName="/ppt/slides/slide155.xml" ContentType="application/vnd.openxmlformats-officedocument.presentationml.slide+xml"/>
  <Override PartName="/ppt/notesSlides/notesSlide145.xml" ContentType="application/vnd.openxmlformats-officedocument.presentationml.notesSlide+xml"/>
  <Override PartName="/ppt/slides/slide156.xml" ContentType="application/vnd.openxmlformats-officedocument.presentationml.slide+xml"/>
  <Override PartName="/ppt/notesSlides/notesSlide146.xml" ContentType="application/vnd.openxmlformats-officedocument.presentationml.notesSlide+xml"/>
  <Override PartName="/ppt/slides/slide157.xml" ContentType="application/vnd.openxmlformats-officedocument.presentationml.slide+xml"/>
  <Override PartName="/ppt/notesSlides/notesSlide147.xml" ContentType="application/vnd.openxmlformats-officedocument.presentationml.notesSlide+xml"/>
  <Override PartName="/ppt/slides/slide158.xml" ContentType="application/vnd.openxmlformats-officedocument.presentationml.slide+xml"/>
  <Override PartName="/ppt/notesSlides/notesSlide148.xml" ContentType="application/vnd.openxmlformats-officedocument.presentationml.notesSlide+xml"/>
  <Override PartName="/ppt/slides/slide159.xml" ContentType="application/vnd.openxmlformats-officedocument.presentationml.slide+xml"/>
  <Override PartName="/ppt/notesSlides/notesSlide149.xml" ContentType="application/vnd.openxmlformats-officedocument.presentationml.notesSlide+xml"/>
  <Override PartName="/ppt/slides/slide160.xml" ContentType="application/vnd.openxmlformats-officedocument.presentationml.slide+xml"/>
  <Override PartName="/ppt/notesSlides/notesSlide150.xml" ContentType="application/vnd.openxmlformats-officedocument.presentationml.notesSlide+xml"/>
  <Override PartName="/ppt/slides/slide161.xml" ContentType="application/vnd.openxmlformats-officedocument.presentationml.slide+xml"/>
  <Override PartName="/ppt/notesSlides/notesSlide151.xml" ContentType="application/vnd.openxmlformats-officedocument.presentationml.notesSlide+xml"/>
  <Override PartName="/ppt/slides/slide162.xml" ContentType="application/vnd.openxmlformats-officedocument.presentationml.slide+xml"/>
  <Override PartName="/ppt/notesSlides/notesSlide152.xml" ContentType="application/vnd.openxmlformats-officedocument.presentationml.notes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Slides/notesSlide153.xml" ContentType="application/vnd.openxmlformats-officedocument.presentationml.notesSlide+xml"/>
  <Override PartName="/ppt/slides/slide166.xml" ContentType="application/vnd.openxmlformats-officedocument.presentationml.slide+xml"/>
  <Override PartName="/ppt/notesSlides/notesSlide154.xml" ContentType="application/vnd.openxmlformats-officedocument.presentationml.notesSlide+xml"/>
  <Override PartName="/ppt/slides/slide167.xml" ContentType="application/vnd.openxmlformats-officedocument.presentationml.slide+xml"/>
  <Override PartName="/ppt/notesSlides/notesSlide155.xml" ContentType="application/vnd.openxmlformats-officedocument.presentationml.notesSlide+xml"/>
  <Override PartName="/ppt/slides/slide168.xml" ContentType="application/vnd.openxmlformats-officedocument.presentationml.slide+xml"/>
  <Override PartName="/ppt/notesSlides/notesSlide156.xml" ContentType="application/vnd.openxmlformats-officedocument.presentationml.notesSlide+xml"/>
  <Override PartName="/ppt/slides/slide169.xml" ContentType="application/vnd.openxmlformats-officedocument.presentationml.slide+xml"/>
  <Override PartName="/ppt/notesSlides/notesSlide157.xml" ContentType="application/vnd.openxmlformats-officedocument.presentationml.notesSlide+xml"/>
  <Override PartName="/ppt/slides/slide170.xml" ContentType="application/vnd.openxmlformats-officedocument.presentationml.slide+xml"/>
  <Override PartName="/ppt/notesSlides/notesSlide158.xml" ContentType="application/vnd.openxmlformats-officedocument.presentationml.notesSlide+xml"/>
  <Override PartName="/ppt/slides/slide171.xml" ContentType="application/vnd.openxmlformats-officedocument.presentationml.slide+xml"/>
  <Override PartName="/ppt/notesSlides/notesSlide159.xml" ContentType="application/vnd.openxmlformats-officedocument.presentationml.notesSlide+xml"/>
  <Override PartName="/ppt/slides/slide172.xml" ContentType="application/vnd.openxmlformats-officedocument.presentationml.slide+xml"/>
  <Override PartName="/ppt/notesSlides/notesSlide160.xml" ContentType="application/vnd.openxmlformats-officedocument.presentationml.notesSlide+xml"/>
  <Override PartName="/ppt/slides/slide173.xml" ContentType="application/vnd.openxmlformats-officedocument.presentationml.slide+xml"/>
  <Override PartName="/ppt/notesSlides/notesSlide161.xml" ContentType="application/vnd.openxmlformats-officedocument.presentationml.notesSlide+xml"/>
  <Override PartName="/ppt/slides/slide174.xml" ContentType="application/vnd.openxmlformats-officedocument.presentationml.slide+xml"/>
  <Override PartName="/ppt/notesSlides/notesSlide162.xml" ContentType="application/vnd.openxmlformats-officedocument.presentationml.notesSlide+xml"/>
  <Override PartName="/ppt/slides/slide175.xml" ContentType="application/vnd.openxmlformats-officedocument.presentationml.slide+xml"/>
  <Override PartName="/ppt/notesSlides/notesSlide163.xml" ContentType="application/vnd.openxmlformats-officedocument.presentationml.notesSlide+xml"/>
  <Override PartName="/ppt/slides/slide176.xml" ContentType="application/vnd.openxmlformats-officedocument.presentationml.slide+xml"/>
  <Override PartName="/ppt/notesSlides/notesSlide164.xml" ContentType="application/vnd.openxmlformats-officedocument.presentationml.notesSlide+xml"/>
  <Override PartName="/ppt/slides/slide177.xml" ContentType="application/vnd.openxmlformats-officedocument.presentationml.slide+xml"/>
  <Override PartName="/ppt/notesSlides/notesSlide165.xml" ContentType="application/vnd.openxmlformats-officedocument.presentationml.notesSlide+xml"/>
  <Override PartName="/ppt/slides/slide178.xml" ContentType="application/vnd.openxmlformats-officedocument.presentationml.slide+xml"/>
  <Override PartName="/ppt/notesSlides/notesSlide166.xml" ContentType="application/vnd.openxmlformats-officedocument.presentationml.notesSlide+xml"/>
  <Override PartName="/ppt/slides/slide179.xml" ContentType="application/vnd.openxmlformats-officedocument.presentationml.slide+xml"/>
  <Override PartName="/ppt/notesSlides/notesSlide167.xml" ContentType="application/vnd.openxmlformats-officedocument.presentationml.notesSlide+xml"/>
  <Override PartName="/ppt/slides/slide180.xml" ContentType="application/vnd.openxmlformats-officedocument.presentationml.slide+xml"/>
  <Override PartName="/ppt/notesSlides/notesSlide168.xml" ContentType="application/vnd.openxmlformats-officedocument.presentationml.notesSlide+xml"/>
  <Override PartName="/ppt/slides/slide181.xml" ContentType="application/vnd.openxmlformats-officedocument.presentationml.slide+xml"/>
  <Override PartName="/ppt/notesSlides/notesSlide169.xml" ContentType="application/vnd.openxmlformats-officedocument.presentationml.notesSlide+xml"/>
  <Override PartName="/ppt/slides/slide182.xml" ContentType="application/vnd.openxmlformats-officedocument.presentationml.slide+xml"/>
  <Override PartName="/ppt/notesSlides/notesSlide170.xml" ContentType="application/vnd.openxmlformats-officedocument.presentationml.notesSlide+xml"/>
  <Override PartName="/ppt/slides/slide183.xml" ContentType="application/vnd.openxmlformats-officedocument.presentationml.slide+xml"/>
  <Override PartName="/ppt/notesSlides/notesSlide171.xml" ContentType="application/vnd.openxmlformats-officedocument.presentationml.notesSlide+xml"/>
  <Override PartName="/ppt/slides/slide184.xml" ContentType="application/vnd.openxmlformats-officedocument.presentationml.slide+xml"/>
  <Override PartName="/ppt/notesSlides/notesSlide172.xml" ContentType="application/vnd.openxmlformats-officedocument.presentationml.notesSlide+xml"/>
  <Override PartName="/ppt/slides/slide185.xml" ContentType="application/vnd.openxmlformats-officedocument.presentationml.slide+xml"/>
  <Override PartName="/ppt/notesSlides/notesSlide173.xml" ContentType="application/vnd.openxmlformats-officedocument.presentationml.notesSlide+xml"/>
  <Override PartName="/ppt/slides/slide186.xml" ContentType="application/vnd.openxmlformats-officedocument.presentationml.slide+xml"/>
  <Override PartName="/ppt/notesSlides/notesSlide174.xml" ContentType="application/vnd.openxmlformats-officedocument.presentationml.notesSlide+xml"/>
  <Override PartName="/ppt/slides/slide187.xml" ContentType="application/vnd.openxmlformats-officedocument.presentationml.slide+xml"/>
  <Override PartName="/ppt/notesSlides/notesSlide175.xml" ContentType="application/vnd.openxmlformats-officedocument.presentationml.notesSlide+xml"/>
  <Override PartName="/ppt/slides/slide188.xml" ContentType="application/vnd.openxmlformats-officedocument.presentationml.slide+xml"/>
  <Override PartName="/ppt/notesSlides/notesSlide176.xml" ContentType="application/vnd.openxmlformats-officedocument.presentationml.notesSlide+xml"/>
  <Override PartName="/ppt/slides/slide189.xml" ContentType="application/vnd.openxmlformats-officedocument.presentationml.slide+xml"/>
  <Override PartName="/ppt/notesSlides/notesSlide177.xml" ContentType="application/vnd.openxmlformats-officedocument.presentationml.notesSlide+xml"/>
  <Override PartName="/ppt/slides/slide190.xml" ContentType="application/vnd.openxmlformats-officedocument.presentationml.slide+xml"/>
  <Override PartName="/ppt/notesSlides/notesSlide178.xml" ContentType="application/vnd.openxmlformats-officedocument.presentationml.notesSlide+xml"/>
  <Override PartName="/ppt/slides/slide191.xml" ContentType="application/vnd.openxmlformats-officedocument.presentationml.slide+xml"/>
  <Override PartName="/ppt/notesSlides/notesSlide179.xml" ContentType="application/vnd.openxmlformats-officedocument.presentationml.notesSlide+xml"/>
  <Override PartName="/ppt/slides/slide192.xml" ContentType="application/vnd.openxmlformats-officedocument.presentationml.slide+xml"/>
  <Override PartName="/ppt/notesSlides/notesSlide180.xml" ContentType="application/vnd.openxmlformats-officedocument.presentationml.notesSlide+xml"/>
  <Override PartName="/ppt/slides/slide193.xml" ContentType="application/vnd.openxmlformats-officedocument.presentationml.slide+xml"/>
  <Override PartName="/ppt/notesSlides/notesSlide181.xml" ContentType="application/vnd.openxmlformats-officedocument.presentationml.notesSlide+xml"/>
  <Override PartName="/ppt/slides/slide194.xml" ContentType="application/vnd.openxmlformats-officedocument.presentationml.slide+xml"/>
  <Override PartName="/ppt/notesSlides/notesSlide182.xml" ContentType="application/vnd.openxmlformats-officedocument.presentationml.notesSlide+xml"/>
  <Override PartName="/ppt/slides/slide195.xml" ContentType="application/vnd.openxmlformats-officedocument.presentationml.slide+xml"/>
  <Override PartName="/ppt/notesSlides/notesSlide183.xml" ContentType="application/vnd.openxmlformats-officedocument.presentationml.notesSlide+xml"/>
  <Override PartName="/ppt/slides/slide196.xml" ContentType="application/vnd.openxmlformats-officedocument.presentationml.slide+xml"/>
  <Override PartName="/ppt/notesSlides/notesSlide184.xml" ContentType="application/vnd.openxmlformats-officedocument.presentationml.notesSlide+xml"/>
  <Override PartName="/ppt/slides/slide197.xml" ContentType="application/vnd.openxmlformats-officedocument.presentationml.slide+xml"/>
  <Override PartName="/ppt/notesSlides/notesSlide185.xml" ContentType="application/vnd.openxmlformats-officedocument.presentationml.notesSlide+xml"/>
  <Override PartName="/ppt/slides/slide198.xml" ContentType="application/vnd.openxmlformats-officedocument.presentationml.slide+xml"/>
  <Override PartName="/ppt/notesSlides/notesSlide186.xml" ContentType="application/vnd.openxmlformats-officedocument.presentationml.notesSlide+xml"/>
  <Override PartName="/ppt/slides/slide199.xml" ContentType="application/vnd.openxmlformats-officedocument.presentationml.slide+xml"/>
  <Override PartName="/ppt/notesSlides/notesSlide187.xml" ContentType="application/vnd.openxmlformats-officedocument.presentationml.notesSlide+xml"/>
  <Override PartName="/ppt/slides/slide200.xml" ContentType="application/vnd.openxmlformats-officedocument.presentationml.slide+xml"/>
  <Override PartName="/ppt/notesSlides/notesSlide188.xml" ContentType="application/vnd.openxmlformats-officedocument.presentationml.notesSlide+xml"/>
  <Override PartName="/ppt/slides/slide201.xml" ContentType="application/vnd.openxmlformats-officedocument.presentationml.slide+xml"/>
  <Override PartName="/ppt/notesSlides/notesSlide189.xml" ContentType="application/vnd.openxmlformats-officedocument.presentationml.notesSlide+xml"/>
  <Override PartName="/ppt/slides/slide202.xml" ContentType="application/vnd.openxmlformats-officedocument.presentationml.slide+xml"/>
  <Override PartName="/ppt/notesSlides/notesSlide190.xml" ContentType="application/vnd.openxmlformats-officedocument.presentationml.notesSlide+xml"/>
  <Override PartName="/ppt/slides/slide203.xml" ContentType="application/vnd.openxmlformats-officedocument.presentationml.slide+xml"/>
  <Override PartName="/ppt/notesSlides/notesSlide191.xml" ContentType="application/vnd.openxmlformats-officedocument.presentationml.notesSlide+xml"/>
  <Override PartName="/ppt/slides/slide204.xml" ContentType="application/vnd.openxmlformats-officedocument.presentationml.slide+xml"/>
  <Override PartName="/ppt/notesSlides/notesSlide192.xml" ContentType="application/vnd.openxmlformats-officedocument.presentationml.notesSlide+xml"/>
  <Override PartName="/ppt/slides/slide205.xml" ContentType="application/vnd.openxmlformats-officedocument.presentationml.slide+xml"/>
  <Override PartName="/ppt/notesSlides/notesSlide193.xml" ContentType="application/vnd.openxmlformats-officedocument.presentationml.notes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notesSlides/notesSlide194.xml" ContentType="application/vnd.openxmlformats-officedocument.presentationml.notesSlide+xml"/>
  <Override PartName="/ppt/slides/slide209.xml" ContentType="application/vnd.openxmlformats-officedocument.presentationml.slide+xml"/>
  <Override PartName="/ppt/notesSlides/notesSlide195.xml" ContentType="application/vnd.openxmlformats-officedocument.presentationml.notesSlide+xml"/>
  <Override PartName="/ppt/slides/slide210.xml" ContentType="application/vnd.openxmlformats-officedocument.presentationml.slide+xml"/>
  <Override PartName="/ppt/notesSlides/notesSlide196.xml" ContentType="application/vnd.openxmlformats-officedocument.presentationml.notesSlide+xml"/>
  <Override PartName="/ppt/slides/slide211.xml" ContentType="application/vnd.openxmlformats-officedocument.presentationml.slide+xml"/>
  <Override PartName="/ppt/notesSlides/notesSlide197.xml" ContentType="application/vnd.openxmlformats-officedocument.presentationml.notesSlide+xml"/>
  <Override PartName="/ppt/slides/slide212.xml" ContentType="application/vnd.openxmlformats-officedocument.presentationml.slide+xml"/>
  <Override PartName="/ppt/notesSlides/notesSlide198.xml" ContentType="application/vnd.openxmlformats-officedocument.presentationml.notesSlide+xml"/>
  <Override PartName="/ppt/slides/slide213.xml" ContentType="application/vnd.openxmlformats-officedocument.presentationml.slide+xml"/>
  <Override PartName="/ppt/notesSlides/notesSlide199.xml" ContentType="application/vnd.openxmlformats-officedocument.presentationml.notesSlide+xml"/>
  <Override PartName="/ppt/slides/slide214.xml" ContentType="application/vnd.openxmlformats-officedocument.presentationml.slide+xml"/>
  <Override PartName="/ppt/notesSlides/notesSlide200.xml" ContentType="application/vnd.openxmlformats-officedocument.presentationml.notesSlide+xml"/>
  <Override PartName="/ppt/slides/slide215.xml" ContentType="application/vnd.openxmlformats-officedocument.presentationml.slide+xml"/>
  <Override PartName="/ppt/notesSlides/notesSlide201.xml" ContentType="application/vnd.openxmlformats-officedocument.presentationml.notesSlide+xml"/>
  <Override PartName="/ppt/slides/slide216.xml" ContentType="application/vnd.openxmlformats-officedocument.presentationml.slide+xml"/>
  <Override PartName="/ppt/notesSlides/notesSlide202.xml" ContentType="application/vnd.openxmlformats-officedocument.presentationml.notesSlide+xml"/>
  <Override PartName="/ppt/slides/slide217.xml" ContentType="application/vnd.openxmlformats-officedocument.presentationml.slide+xml"/>
  <Override PartName="/ppt/notesSlides/notesSlide203.xml" ContentType="application/vnd.openxmlformats-officedocument.presentationml.notesSlide+xml"/>
  <Override PartName="/ppt/slides/slide218.xml" ContentType="application/vnd.openxmlformats-officedocument.presentationml.slide+xml"/>
  <Override PartName="/ppt/notesSlides/notesSlide204.xml" ContentType="application/vnd.openxmlformats-officedocument.presentationml.notesSlide+xml"/>
  <Override PartName="/ppt/slides/slide219.xml" ContentType="application/vnd.openxmlformats-officedocument.presentationml.slide+xml"/>
  <Override PartName="/ppt/notesSlides/notesSlide205.xml" ContentType="application/vnd.openxmlformats-officedocument.presentationml.notesSlide+xml"/>
  <Override PartName="/ppt/slides/slide220.xml" ContentType="application/vnd.openxmlformats-officedocument.presentationml.slide+xml"/>
  <Override PartName="/ppt/notesSlides/notesSlide206.xml" ContentType="application/vnd.openxmlformats-officedocument.presentationml.notesSlide+xml"/>
  <Override PartName="/ppt/slides/slide221.xml" ContentType="application/vnd.openxmlformats-officedocument.presentationml.slide+xml"/>
  <Override PartName="/ppt/notesSlides/notesSlide207.xml" ContentType="application/vnd.openxmlformats-officedocument.presentationml.notesSlide+xml"/>
  <Override PartName="/ppt/slides/slide222.xml" ContentType="application/vnd.openxmlformats-officedocument.presentationml.slide+xml"/>
  <Override PartName="/ppt/notesSlides/notesSlide208.xml" ContentType="application/vnd.openxmlformats-officedocument.presentationml.notesSlide+xml"/>
  <Override PartName="/ppt/slides/slide223.xml" ContentType="application/vnd.openxmlformats-officedocument.presentationml.slide+xml"/>
  <Override PartName="/ppt/notesSlides/notesSlide209.xml" ContentType="application/vnd.openxmlformats-officedocument.presentationml.notesSlide+xml"/>
  <Override PartName="/ppt/slides/slide224.xml" ContentType="application/vnd.openxmlformats-officedocument.presentationml.slide+xml"/>
  <Override PartName="/ppt/notesSlides/notesSlide210.xml" ContentType="application/vnd.openxmlformats-officedocument.presentationml.notesSlide+xml"/>
  <Override PartName="/ppt/slides/slide225.xml" ContentType="application/vnd.openxmlformats-officedocument.presentationml.slide+xml"/>
  <Override PartName="/ppt/notesSlides/notesSlide211.xml" ContentType="application/vnd.openxmlformats-officedocument.presentationml.notesSlide+xml"/>
  <Override PartName="/ppt/slides/slide226.xml" ContentType="application/vnd.openxmlformats-officedocument.presentationml.slide+xml"/>
  <Override PartName="/ppt/notesSlides/notesSlide212.xml" ContentType="application/vnd.openxmlformats-officedocument.presentationml.notesSlide+xml"/>
  <Override PartName="/ppt/slides/slide227.xml" ContentType="application/vnd.openxmlformats-officedocument.presentationml.slide+xml"/>
  <Override PartName="/ppt/notesSlides/notesSlide213.xml" ContentType="application/vnd.openxmlformats-officedocument.presentationml.notesSlide+xml"/>
  <Override PartName="/ppt/slides/slide228.xml" ContentType="application/vnd.openxmlformats-officedocument.presentationml.slide+xml"/>
  <Override PartName="/ppt/notesSlides/notesSlide214.xml" ContentType="application/vnd.openxmlformats-officedocument.presentationml.notesSlide+xml"/>
  <Override PartName="/ppt/slides/slide229.xml" ContentType="application/vnd.openxmlformats-officedocument.presentationml.slide+xml"/>
  <Override PartName="/ppt/notesSlides/notesSlide215.xml" ContentType="application/vnd.openxmlformats-officedocument.presentationml.notesSlide+xml"/>
  <Override PartName="/ppt/slides/slide230.xml" ContentType="application/vnd.openxmlformats-officedocument.presentationml.slide+xml"/>
  <Override PartName="/ppt/notesSlides/notesSlide216.xml" ContentType="application/vnd.openxmlformats-officedocument.presentationml.notesSlide+xml"/>
  <Override PartName="/ppt/slides/slide231.xml" ContentType="application/vnd.openxmlformats-officedocument.presentationml.slide+xml"/>
  <Override PartName="/ppt/notesSlides/notesSlide217.xml" ContentType="application/vnd.openxmlformats-officedocument.presentationml.notesSlide+xml"/>
  <Override PartName="/ppt/slides/slide232.xml" ContentType="application/vnd.openxmlformats-officedocument.presentationml.slide+xml"/>
  <Override PartName="/ppt/notesSlides/notesSlide218.xml" ContentType="application/vnd.openxmlformats-officedocument.presentationml.notesSlide+xml"/>
  <Override PartName="/ppt/slides/slide233.xml" ContentType="application/vnd.openxmlformats-officedocument.presentationml.slide+xml"/>
  <Override PartName="/ppt/notesSlides/notesSlide219.xml" ContentType="application/vnd.openxmlformats-officedocument.presentationml.notesSlide+xml"/>
  <Override PartName="/ppt/slides/slide234.xml" ContentType="application/vnd.openxmlformats-officedocument.presentationml.slide+xml"/>
  <Override PartName="/ppt/notesSlides/notesSlide220.xml" ContentType="application/vnd.openxmlformats-officedocument.presentationml.notesSlide+xml"/>
  <Override PartName="/ppt/slides/slide235.xml" ContentType="application/vnd.openxmlformats-officedocument.presentationml.slide+xml"/>
  <Override PartName="/ppt/notesSlides/notesSlide221.xml" ContentType="application/vnd.openxmlformats-officedocument.presentationml.notesSlide+xml"/>
  <Override PartName="/ppt/slides/slide236.xml" ContentType="application/vnd.openxmlformats-officedocument.presentationml.slide+xml"/>
  <Override PartName="/ppt/notesSlides/notesSlide222.xml" ContentType="application/vnd.openxmlformats-officedocument.presentationml.notesSlide+xml"/>
  <Override PartName="/ppt/slides/slide237.xml" ContentType="application/vnd.openxmlformats-officedocument.presentationml.slide+xml"/>
  <Override PartName="/ppt/notesSlides/notesSlide223.xml" ContentType="application/vnd.openxmlformats-officedocument.presentationml.notesSlide+xml"/>
  <Override PartName="/ppt/slides/slide238.xml" ContentType="application/vnd.openxmlformats-officedocument.presentationml.slide+xml"/>
  <Override PartName="/ppt/notesSlides/notesSlide224.xml" ContentType="application/vnd.openxmlformats-officedocument.presentationml.notesSlide+xml"/>
  <Override PartName="/ppt/slides/slide239.xml" ContentType="application/vnd.openxmlformats-officedocument.presentationml.slide+xml"/>
  <Override PartName="/ppt/notesSlides/notesSlide225.xml" ContentType="application/vnd.openxmlformats-officedocument.presentationml.notesSlide+xml"/>
  <Override PartName="/ppt/slides/slide240.xml" ContentType="application/vnd.openxmlformats-officedocument.presentationml.slide+xml"/>
  <Override PartName="/ppt/notesSlides/notesSlide226.xml" ContentType="application/vnd.openxmlformats-officedocument.presentationml.notesSlide+xml"/>
  <Override PartName="/ppt/slides/slide241.xml" ContentType="application/vnd.openxmlformats-officedocument.presentationml.slide+xml"/>
  <Override PartName="/ppt/notesSlides/notesSlide227.xml" ContentType="application/vnd.openxmlformats-officedocument.presentationml.notesSlide+xml"/>
  <Override PartName="/ppt/slides/slide242.xml" ContentType="application/vnd.openxmlformats-officedocument.presentationml.slide+xml"/>
  <Override PartName="/ppt/notesSlides/notesSlide228.xml" ContentType="application/vnd.openxmlformats-officedocument.presentationml.notes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notesSlides/notesSlide229.xml" ContentType="application/vnd.openxmlformats-officedocument.presentationml.notesSlide+xml"/>
  <Override PartName="/ppt/slides/slide246.xml" ContentType="application/vnd.openxmlformats-officedocument.presentationml.slide+xml"/>
  <Override PartName="/ppt/notesSlides/notesSlide230.xml" ContentType="application/vnd.openxmlformats-officedocument.presentationml.notesSlide+xml"/>
  <Override PartName="/ppt/slides/slide247.xml" ContentType="application/vnd.openxmlformats-officedocument.presentationml.slide+xml"/>
  <Override PartName="/ppt/notesSlides/notesSlide231.xml" ContentType="application/vnd.openxmlformats-officedocument.presentationml.notesSlide+xml"/>
  <Override PartName="/ppt/slides/slide248.xml" ContentType="application/vnd.openxmlformats-officedocument.presentationml.slide+xml"/>
  <Override PartName="/ppt/notesSlides/notesSlide232.xml" ContentType="application/vnd.openxmlformats-officedocument.presentationml.notesSlide+xml"/>
  <Override PartName="/ppt/slides/slide249.xml" ContentType="application/vnd.openxmlformats-officedocument.presentationml.slide+xml"/>
  <Override PartName="/ppt/notesSlides/notesSlide233.xml" ContentType="application/vnd.openxmlformats-officedocument.presentationml.notesSlide+xml"/>
  <Override PartName="/ppt/slides/slide250.xml" ContentType="application/vnd.openxmlformats-officedocument.presentationml.slide+xml"/>
  <Override PartName="/ppt/notesSlides/notesSlide234.xml" ContentType="application/vnd.openxmlformats-officedocument.presentationml.notesSlide+xml"/>
  <Override PartName="/ppt/slides/slide251.xml" ContentType="application/vnd.openxmlformats-officedocument.presentationml.slide+xml"/>
  <Override PartName="/ppt/notesSlides/notesSlide235.xml" ContentType="application/vnd.openxmlformats-officedocument.presentationml.notesSlide+xml"/>
  <Override PartName="/ppt/slides/slide252.xml" ContentType="application/vnd.openxmlformats-officedocument.presentationml.slide+xml"/>
  <Override PartName="/ppt/notesSlides/notesSlide236.xml" ContentType="application/vnd.openxmlformats-officedocument.presentationml.notesSlide+xml"/>
  <Override PartName="/ppt/slides/slide253.xml" ContentType="application/vnd.openxmlformats-officedocument.presentationml.slide+xml"/>
  <Override PartName="/ppt/notesSlides/notesSlide237.xml" ContentType="application/vnd.openxmlformats-officedocument.presentationml.notesSlide+xml"/>
  <Override PartName="/ppt/slides/slide254.xml" ContentType="application/vnd.openxmlformats-officedocument.presentationml.slide+xml"/>
  <Override PartName="/ppt/notesSlides/notesSlide238.xml" ContentType="application/vnd.openxmlformats-officedocument.presentationml.notesSlide+xml"/>
  <Override PartName="/ppt/slides/slide255.xml" ContentType="application/vnd.openxmlformats-officedocument.presentationml.slide+xml"/>
  <Override PartName="/ppt/notesSlides/notesSlide239.xml" ContentType="application/vnd.openxmlformats-officedocument.presentationml.notesSlide+xml"/>
  <Override PartName="/ppt/slides/slide256.xml" ContentType="application/vnd.openxmlformats-officedocument.presentationml.slide+xml"/>
  <Override PartName="/ppt/notesSlides/notesSlide240.xml" ContentType="application/vnd.openxmlformats-officedocument.presentationml.notesSlide+xml"/>
  <Override PartName="/ppt/slides/slide257.xml" ContentType="application/vnd.openxmlformats-officedocument.presentationml.slide+xml"/>
  <Override PartName="/ppt/notesSlides/notesSlide241.xml" ContentType="application/vnd.openxmlformats-officedocument.presentationml.notesSlide+xml"/>
  <Override PartName="/ppt/slides/slide258.xml" ContentType="application/vnd.openxmlformats-officedocument.presentationml.slide+xml"/>
  <Override PartName="/ppt/notesSlides/notesSlide242.xml" ContentType="application/vnd.openxmlformats-officedocument.presentationml.notesSlide+xml"/>
  <Override PartName="/ppt/slides/slide259.xml" ContentType="application/vnd.openxmlformats-officedocument.presentationml.slide+xml"/>
  <Override PartName="/ppt/notesSlides/notesSlide243.xml" ContentType="application/vnd.openxmlformats-officedocument.presentationml.notesSlide+xml"/>
  <Override PartName="/ppt/slides/slide260.xml" ContentType="application/vnd.openxmlformats-officedocument.presentationml.slide+xml"/>
  <Override PartName="/ppt/notesSlides/notesSlide244.xml" ContentType="application/vnd.openxmlformats-officedocument.presentationml.notesSlide+xml"/>
  <Override PartName="/ppt/slides/slide261.xml" ContentType="application/vnd.openxmlformats-officedocument.presentationml.slide+xml"/>
  <Override PartName="/ppt/notesSlides/notesSlide245.xml" ContentType="application/vnd.openxmlformats-officedocument.presentationml.notesSlide+xml"/>
  <Override PartName="/ppt/slides/slide262.xml" ContentType="application/vnd.openxmlformats-officedocument.presentationml.slide+xml"/>
  <Override PartName="/ppt/notesSlides/notesSlide246.xml" ContentType="application/vnd.openxmlformats-officedocument.presentationml.notesSlide+xml"/>
  <Override PartName="/ppt/slides/slide263.xml" ContentType="application/vnd.openxmlformats-officedocument.presentationml.slide+xml"/>
  <Override PartName="/ppt/notesSlides/notesSlide247.xml" ContentType="application/vnd.openxmlformats-officedocument.presentationml.notesSlide+xml"/>
  <Override PartName="/ppt/slides/slide264.xml" ContentType="application/vnd.openxmlformats-officedocument.presentationml.slide+xml"/>
  <Override PartName="/ppt/notesSlides/notesSlide248.xml" ContentType="application/vnd.openxmlformats-officedocument.presentationml.notesSlide+xml"/>
  <Override PartName="/ppt/slides/slide265.xml" ContentType="application/vnd.openxmlformats-officedocument.presentationml.slide+xml"/>
  <Override PartName="/ppt/notesSlides/notesSlide249.xml" ContentType="application/vnd.openxmlformats-officedocument.presentationml.notesSlide+xml"/>
  <Override PartName="/ppt/slides/slide266.xml" ContentType="application/vnd.openxmlformats-officedocument.presentationml.slide+xml"/>
  <Override PartName="/ppt/notesSlides/notesSlide250.xml" ContentType="application/vnd.openxmlformats-officedocument.presentationml.notesSlide+xml"/>
  <Override PartName="/ppt/slides/slide267.xml" ContentType="application/vnd.openxmlformats-officedocument.presentationml.slide+xml"/>
  <Override PartName="/ppt/notesSlides/notesSlide251.xml" ContentType="application/vnd.openxmlformats-officedocument.presentationml.notesSlide+xml"/>
  <Override PartName="/ppt/slides/slide268.xml" ContentType="application/vnd.openxmlformats-officedocument.presentationml.slide+xml"/>
  <Override PartName="/ppt/notesSlides/notesSlide252.xml" ContentType="application/vnd.openxmlformats-officedocument.presentationml.notesSlide+xml"/>
  <Override PartName="/ppt/slides/slide269.xml" ContentType="application/vnd.openxmlformats-officedocument.presentationml.slide+xml"/>
  <Override PartName="/ppt/notesSlides/notesSlide253.xml" ContentType="application/vnd.openxmlformats-officedocument.presentationml.notesSlide+xml"/>
  <Override PartName="/ppt/slides/slide270.xml" ContentType="application/vnd.openxmlformats-officedocument.presentationml.slide+xml"/>
  <Override PartName="/ppt/notesSlides/notesSlide254.xml" ContentType="application/vnd.openxmlformats-officedocument.presentationml.notesSlide+xml"/>
  <Override PartName="/ppt/slides/slide271.xml" ContentType="application/vnd.openxmlformats-officedocument.presentationml.slide+xml"/>
  <Override PartName="/ppt/notesSlides/notesSlide255.xml" ContentType="application/vnd.openxmlformats-officedocument.presentationml.notesSlide+xml"/>
  <Override PartName="/ppt/slides/slide272.xml" ContentType="application/vnd.openxmlformats-officedocument.presentationml.slide+xml"/>
  <Override PartName="/ppt/notesSlides/notesSlide256.xml" ContentType="application/vnd.openxmlformats-officedocument.presentationml.notesSlide+xml"/>
  <Override PartName="/ppt/slides/slide273.xml" ContentType="application/vnd.openxmlformats-officedocument.presentationml.slide+xml"/>
  <Override PartName="/ppt/notesSlides/notesSlide257.xml" ContentType="application/vnd.openxmlformats-officedocument.presentationml.notesSlide+xml"/>
  <Override PartName="/ppt/slides/slide274.xml" ContentType="application/vnd.openxmlformats-officedocument.presentationml.slide+xml"/>
  <Override PartName="/ppt/notesSlides/notesSlide258.xml" ContentType="application/vnd.openxmlformats-officedocument.presentationml.notesSlide+xml"/>
  <Override PartName="/ppt/slides/slide275.xml" ContentType="application/vnd.openxmlformats-officedocument.presentationml.slide+xml"/>
  <Override PartName="/ppt/notesSlides/notesSlide259.xml" ContentType="application/vnd.openxmlformats-officedocument.presentationml.notesSlide+xml"/>
  <Override PartName="/ppt/slides/slide276.xml" ContentType="application/vnd.openxmlformats-officedocument.presentationml.slide+xml"/>
  <Override PartName="/ppt/notesSlides/notesSlide260.xml" ContentType="application/vnd.openxmlformats-officedocument.presentationml.notesSlide+xml"/>
  <Override PartName="/ppt/slides/slide277.xml" ContentType="application/vnd.openxmlformats-officedocument.presentationml.slide+xml"/>
  <Override PartName="/ppt/notesSlides/notesSlide261.xml" ContentType="application/vnd.openxmlformats-officedocument.presentationml.notesSlide+xml"/>
  <Override PartName="/ppt/slides/slide278.xml" ContentType="application/vnd.openxmlformats-officedocument.presentationml.slide+xml"/>
  <Override PartName="/ppt/notesSlides/notesSlide262.xml" ContentType="application/vnd.openxmlformats-officedocument.presentationml.notesSlide+xml"/>
  <Override PartName="/ppt/slides/slide279.xml" ContentType="application/vnd.openxmlformats-officedocument.presentationml.slide+xml"/>
  <Override PartName="/ppt/notesSlides/notesSlide263.xml" ContentType="application/vnd.openxmlformats-officedocument.presentationml.notesSlide+xml"/>
  <Override PartName="/ppt/slides/slide280.xml" ContentType="application/vnd.openxmlformats-officedocument.presentationml.slide+xml"/>
  <Override PartName="/ppt/notesSlides/notesSlide264.xml" ContentType="application/vnd.openxmlformats-officedocument.presentationml.notes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notesSlides/notesSlide265.xml" ContentType="application/vnd.openxmlformats-officedocument.presentationml.notesSlide+xml"/>
  <Override PartName="/ppt/slides/slide284.xml" ContentType="application/vnd.openxmlformats-officedocument.presentationml.slide+xml"/>
  <Override PartName="/ppt/notesSlides/notesSlide266.xml" ContentType="application/vnd.openxmlformats-officedocument.presentationml.notesSlide+xml"/>
  <Override PartName="/ppt/slides/slide285.xml" ContentType="application/vnd.openxmlformats-officedocument.presentationml.slide+xml"/>
  <Override PartName="/ppt/notesSlides/notesSlide267.xml" ContentType="application/vnd.openxmlformats-officedocument.presentationml.notesSlide+xml"/>
  <Override PartName="/ppt/slides/slide286.xml" ContentType="application/vnd.openxmlformats-officedocument.presentationml.slide+xml"/>
  <Override PartName="/ppt/notesSlides/notesSlide268.xml" ContentType="application/vnd.openxmlformats-officedocument.presentationml.notesSlide+xml"/>
  <Override PartName="/ppt/slides/slide287.xml" ContentType="application/vnd.openxmlformats-officedocument.presentationml.slide+xml"/>
  <Override PartName="/ppt/notesSlides/notesSlide269.xml" ContentType="application/vnd.openxmlformats-officedocument.presentationml.notesSlide+xml"/>
  <Override PartName="/ppt/slides/slide288.xml" ContentType="application/vnd.openxmlformats-officedocument.presentationml.slide+xml"/>
  <Override PartName="/ppt/notesSlides/notesSlide270.xml" ContentType="application/vnd.openxmlformats-officedocument.presentationml.notesSlide+xml"/>
  <Override PartName="/ppt/slides/slide289.xml" ContentType="application/vnd.openxmlformats-officedocument.presentationml.slide+xml"/>
  <Override PartName="/ppt/notesSlides/notesSlide271.xml" ContentType="application/vnd.openxmlformats-officedocument.presentationml.notesSlide+xml"/>
  <Override PartName="/ppt/slides/slide290.xml" ContentType="application/vnd.openxmlformats-officedocument.presentationml.slide+xml"/>
  <Override PartName="/ppt/notesSlides/notesSlide272.xml" ContentType="application/vnd.openxmlformats-officedocument.presentationml.notesSlide+xml"/>
  <Override PartName="/ppt/slides/slide291.xml" ContentType="application/vnd.openxmlformats-officedocument.presentationml.slide+xml"/>
  <Override PartName="/ppt/notesSlides/notesSlide273.xml" ContentType="application/vnd.openxmlformats-officedocument.presentationml.notesSlide+xml"/>
  <Override PartName="/ppt/slides/slide292.xml" ContentType="application/vnd.openxmlformats-officedocument.presentationml.slide+xml"/>
  <Override PartName="/ppt/notesSlides/notesSlide274.xml" ContentType="application/vnd.openxmlformats-officedocument.presentationml.notesSlide+xml"/>
  <Override PartName="/ppt/slides/slide293.xml" ContentType="application/vnd.openxmlformats-officedocument.presentationml.slide+xml"/>
  <Override PartName="/ppt/notesSlides/notesSlide275.xml" ContentType="application/vnd.openxmlformats-officedocument.presentationml.notesSlide+xml"/>
  <Override PartName="/ppt/slides/slide294.xml" ContentType="application/vnd.openxmlformats-officedocument.presentationml.slide+xml"/>
  <Override PartName="/ppt/notesSlides/notesSlide276.xml" ContentType="application/vnd.openxmlformats-officedocument.presentationml.notesSlide+xml"/>
  <Override PartName="/ppt/slides/slide295.xml" ContentType="application/vnd.openxmlformats-officedocument.presentationml.slide+xml"/>
  <Override PartName="/ppt/notesSlides/notesSlide277.xml" ContentType="application/vnd.openxmlformats-officedocument.presentationml.notesSlide+xml"/>
  <Override PartName="/ppt/slides/slide296.xml" ContentType="application/vnd.openxmlformats-officedocument.presentationml.slide+xml"/>
  <Override PartName="/ppt/notesSlides/notesSlide278.xml" ContentType="application/vnd.openxmlformats-officedocument.presentationml.notesSlide+xml"/>
  <Override PartName="/ppt/slides/slide297.xml" ContentType="application/vnd.openxmlformats-officedocument.presentationml.slide+xml"/>
  <Override PartName="/ppt/notesSlides/notesSlide279.xml" ContentType="application/vnd.openxmlformats-officedocument.presentationml.notesSlide+xml"/>
  <Override PartName="/ppt/slides/slide298.xml" ContentType="application/vnd.openxmlformats-officedocument.presentationml.slide+xml"/>
  <Override PartName="/ppt/notesSlides/notesSlide280.xml" ContentType="application/vnd.openxmlformats-officedocument.presentationml.notesSlide+xml"/>
  <Override PartName="/ppt/slides/slide299.xml" ContentType="application/vnd.openxmlformats-officedocument.presentationml.slide+xml"/>
  <Override PartName="/ppt/notesSlides/notesSlide281.xml" ContentType="application/vnd.openxmlformats-officedocument.presentationml.notesSlide+xml"/>
  <Override PartName="/ppt/slides/slide300.xml" ContentType="application/vnd.openxmlformats-officedocument.presentationml.slide+xml"/>
  <Override PartName="/ppt/notesSlides/notesSlide282.xml" ContentType="application/vnd.openxmlformats-officedocument.presentationml.notesSlide+xml"/>
  <Override PartName="/ppt/slides/slide301.xml" ContentType="application/vnd.openxmlformats-officedocument.presentationml.slide+xml"/>
  <Override PartName="/ppt/notesSlides/notesSlide283.xml" ContentType="application/vnd.openxmlformats-officedocument.presentationml.notesSlide+xml"/>
  <Override PartName="/ppt/slides/slide302.xml" ContentType="application/vnd.openxmlformats-officedocument.presentationml.slide+xml"/>
  <Override PartName="/ppt/notesSlides/notesSlide284.xml" ContentType="application/vnd.openxmlformats-officedocument.presentationml.notesSlide+xml"/>
  <Override PartName="/ppt/slides/slide303.xml" ContentType="application/vnd.openxmlformats-officedocument.presentationml.slide+xml"/>
  <Override PartName="/ppt/notesSlides/notesSlide285.xml" ContentType="application/vnd.openxmlformats-officedocument.presentationml.notesSlide+xml"/>
  <Override PartName="/ppt/slides/slide304.xml" ContentType="application/vnd.openxmlformats-officedocument.presentationml.slide+xml"/>
  <Override PartName="/ppt/notesSlides/notesSlide286.xml" ContentType="application/vnd.openxmlformats-officedocument.presentationml.notesSlide+xml"/>
  <Override PartName="/ppt/slides/slide305.xml" ContentType="application/vnd.openxmlformats-officedocument.presentationml.slide+xml"/>
  <Override PartName="/ppt/notesSlides/notesSlide287.xml" ContentType="application/vnd.openxmlformats-officedocument.presentationml.notesSlide+xml"/>
  <Override PartName="/ppt/slides/slide306.xml" ContentType="application/vnd.openxmlformats-officedocument.presentationml.slide+xml"/>
  <Override PartName="/ppt/notesSlides/notesSlide288.xml" ContentType="application/vnd.openxmlformats-officedocument.presentationml.notesSlide+xml"/>
  <Override PartName="/ppt/slides/slide307.xml" ContentType="application/vnd.openxmlformats-officedocument.presentationml.slide+xml"/>
  <Override PartName="/ppt/notesSlides/notesSlide289.xml" ContentType="application/vnd.openxmlformats-officedocument.presentationml.notesSlide+xml"/>
  <Override PartName="/ppt/slides/slide308.xml" ContentType="application/vnd.openxmlformats-officedocument.presentationml.slide+xml"/>
  <Override PartName="/ppt/notesSlides/notesSlide290.xml" ContentType="application/vnd.openxmlformats-officedocument.presentationml.notesSlide+xml"/>
  <Override PartName="/ppt/slides/slide309.xml" ContentType="application/vnd.openxmlformats-officedocument.presentationml.slide+xml"/>
  <Override PartName="/ppt/notesSlides/notesSlide291.xml" ContentType="application/vnd.openxmlformats-officedocument.presentationml.notesSlide+xml"/>
  <Override PartName="/ppt/slides/slide310.xml" ContentType="application/vnd.openxmlformats-officedocument.presentationml.slide+xml"/>
  <Override PartName="/ppt/notesSlides/notesSlide292.xml" ContentType="application/vnd.openxmlformats-officedocument.presentationml.notesSlide+xml"/>
  <Override PartName="/ppt/slides/slide311.xml" ContentType="application/vnd.openxmlformats-officedocument.presentationml.slide+xml"/>
  <Override PartName="/ppt/notesSlides/notesSlide293.xml" ContentType="application/vnd.openxmlformats-officedocument.presentationml.notesSlide+xml"/>
  <Override PartName="/ppt/slides/slide312.xml" ContentType="application/vnd.openxmlformats-officedocument.presentationml.slide+xml"/>
  <Override PartName="/ppt/notesSlides/notesSlide294.xml" ContentType="application/vnd.openxmlformats-officedocument.presentationml.notesSlide+xml"/>
  <Override PartName="/ppt/slides/slide313.xml" ContentType="application/vnd.openxmlformats-officedocument.presentationml.slide+xml"/>
  <Override PartName="/ppt/notesSlides/notesSlide295.xml" ContentType="application/vnd.openxmlformats-officedocument.presentationml.notesSlide+xml"/>
  <Override PartName="/ppt/slides/slide314.xml" ContentType="application/vnd.openxmlformats-officedocument.presentationml.slide+xml"/>
  <Override PartName="/ppt/notesSlides/notesSlide296.xml" ContentType="application/vnd.openxmlformats-officedocument.presentationml.notesSlide+xml"/>
  <Override PartName="/ppt/slides/slide315.xml" ContentType="application/vnd.openxmlformats-officedocument.presentationml.slide+xml"/>
  <Override PartName="/ppt/notesSlides/notesSlide297.xml" ContentType="application/vnd.openxmlformats-officedocument.presentationml.notesSlide+xml"/>
  <Override PartName="/ppt/slides/slide316.xml" ContentType="application/vnd.openxmlformats-officedocument.presentationml.slide+xml"/>
  <Override PartName="/ppt/notesSlides/notesSlide298.xml" ContentType="application/vnd.openxmlformats-officedocument.presentationml.notesSlide+xml"/>
  <Override PartName="/ppt/slides/slide317.xml" ContentType="application/vnd.openxmlformats-officedocument.presentationml.slide+xml"/>
  <Override PartName="/ppt/notesSlides/notesSlide299.xml" ContentType="application/vnd.openxmlformats-officedocument.presentationml.notesSlide+xml"/>
  <Override PartName="/ppt/slides/slide318.xml" ContentType="application/vnd.openxmlformats-officedocument.presentationml.slide+xml"/>
  <Override PartName="/ppt/notesSlides/notesSlide300.xml" ContentType="application/vnd.openxmlformats-officedocument.presentationml.notes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notesSlides/notesSlide301.xml" ContentType="application/vnd.openxmlformats-officedocument.presentationml.notesSlide+xml"/>
  <Override PartName="/ppt/slides/slide322.xml" ContentType="application/vnd.openxmlformats-officedocument.presentationml.slide+xml"/>
  <Override PartName="/ppt/notesSlides/notesSlide302.xml" ContentType="application/vnd.openxmlformats-officedocument.presentationml.notesSlide+xml"/>
  <Override PartName="/ppt/slides/slide323.xml" ContentType="application/vnd.openxmlformats-officedocument.presentationml.slide+xml"/>
  <Override PartName="/ppt/notesSlides/notesSlide303.xml" ContentType="application/vnd.openxmlformats-officedocument.presentationml.notesSlide+xml"/>
  <Override PartName="/ppt/slides/slide324.xml" ContentType="application/vnd.openxmlformats-officedocument.presentationml.slide+xml"/>
  <Override PartName="/ppt/notesSlides/notesSlide304.xml" ContentType="application/vnd.openxmlformats-officedocument.presentationml.notesSlide+xml"/>
  <Override PartName="/ppt/slides/slide325.xml" ContentType="application/vnd.openxmlformats-officedocument.presentationml.slide+xml"/>
  <Override PartName="/ppt/notesSlides/notesSlide305.xml" ContentType="application/vnd.openxmlformats-officedocument.presentationml.notesSlide+xml"/>
  <Override PartName="/ppt/slides/slide326.xml" ContentType="application/vnd.openxmlformats-officedocument.presentationml.slide+xml"/>
  <Override PartName="/ppt/notesSlides/notesSlide306.xml" ContentType="application/vnd.openxmlformats-officedocument.presentationml.notesSlide+xml"/>
  <Override PartName="/ppt/slides/slide327.xml" ContentType="application/vnd.openxmlformats-officedocument.presentationml.slide+xml"/>
  <Override PartName="/ppt/notesSlides/notesSlide307.xml" ContentType="application/vnd.openxmlformats-officedocument.presentationml.notesSlide+xml"/>
  <Override PartName="/ppt/slides/slide328.xml" ContentType="application/vnd.openxmlformats-officedocument.presentationml.slide+xml"/>
  <Override PartName="/ppt/notesSlides/notesSlide308.xml" ContentType="application/vnd.openxmlformats-officedocument.presentationml.notesSlide+xml"/>
  <Override PartName="/ppt/slides/slide329.xml" ContentType="application/vnd.openxmlformats-officedocument.presentationml.slide+xml"/>
  <Override PartName="/ppt/notesSlides/notesSlide309.xml" ContentType="application/vnd.openxmlformats-officedocument.presentationml.notesSlide+xml"/>
  <Override PartName="/ppt/slides/slide330.xml" ContentType="application/vnd.openxmlformats-officedocument.presentationml.slide+xml"/>
  <Override PartName="/ppt/notesSlides/notesSlide310.xml" ContentType="application/vnd.openxmlformats-officedocument.presentationml.notesSlide+xml"/>
  <Override PartName="/ppt/slides/slide331.xml" ContentType="application/vnd.openxmlformats-officedocument.presentationml.slide+xml"/>
  <Override PartName="/ppt/notesSlides/notesSlide311.xml" ContentType="application/vnd.openxmlformats-officedocument.presentationml.notesSlide+xml"/>
  <Override PartName="/ppt/slides/slide332.xml" ContentType="application/vnd.openxmlformats-officedocument.presentationml.slide+xml"/>
  <Override PartName="/ppt/notesSlides/notesSlide312.xml" ContentType="application/vnd.openxmlformats-officedocument.presentationml.notesSlide+xml"/>
  <Override PartName="/ppt/slides/slide333.xml" ContentType="application/vnd.openxmlformats-officedocument.presentationml.slide+xml"/>
  <Override PartName="/ppt/notesSlides/notesSlide313.xml" ContentType="application/vnd.openxmlformats-officedocument.presentationml.notesSlide+xml"/>
  <Override PartName="/ppt/slides/slide334.xml" ContentType="application/vnd.openxmlformats-officedocument.presentationml.slide+xml"/>
  <Override PartName="/ppt/notesSlides/notesSlide314.xml" ContentType="application/vnd.openxmlformats-officedocument.presentationml.notesSlide+xml"/>
  <Override PartName="/ppt/slides/slide335.xml" ContentType="application/vnd.openxmlformats-officedocument.presentationml.slide+xml"/>
  <Override PartName="/ppt/notesSlides/notesSlide315.xml" ContentType="application/vnd.openxmlformats-officedocument.presentationml.notesSlide+xml"/>
  <Override PartName="/ppt/slides/slide336.xml" ContentType="application/vnd.openxmlformats-officedocument.presentationml.slide+xml"/>
  <Override PartName="/ppt/notesSlides/notesSlide316.xml" ContentType="application/vnd.openxmlformats-officedocument.presentationml.notesSlide+xml"/>
  <Override PartName="/ppt/slides/slide337.xml" ContentType="application/vnd.openxmlformats-officedocument.presentationml.slide+xml"/>
  <Override PartName="/ppt/notesSlides/notesSlide317.xml" ContentType="application/vnd.openxmlformats-officedocument.presentationml.notesSlide+xml"/>
  <Override PartName="/ppt/slides/slide338.xml" ContentType="application/vnd.openxmlformats-officedocument.presentationml.slide+xml"/>
  <Override PartName="/ppt/notesSlides/notesSlide318.xml" ContentType="application/vnd.openxmlformats-officedocument.presentationml.notesSlide+xml"/>
  <Override PartName="/ppt/slides/slide339.xml" ContentType="application/vnd.openxmlformats-officedocument.presentationml.slide+xml"/>
  <Override PartName="/ppt/notesSlides/notesSlide319.xml" ContentType="application/vnd.openxmlformats-officedocument.presentationml.notesSlide+xml"/>
  <Override PartName="/ppt/slides/slide340.xml" ContentType="application/vnd.openxmlformats-officedocument.presentationml.slide+xml"/>
  <Override PartName="/ppt/notesSlides/notesSlide320.xml" ContentType="application/vnd.openxmlformats-officedocument.presentationml.notesSlide+xml"/>
  <Override PartName="/ppt/slides/slide341.xml" ContentType="application/vnd.openxmlformats-officedocument.presentationml.slide+xml"/>
  <Override PartName="/ppt/notesSlides/notesSlide321.xml" ContentType="application/vnd.openxmlformats-officedocument.presentationml.notesSlide+xml"/>
  <Override PartName="/ppt/slides/slide342.xml" ContentType="application/vnd.openxmlformats-officedocument.presentationml.slide+xml"/>
  <Override PartName="/ppt/notesSlides/notesSlide322.xml" ContentType="application/vnd.openxmlformats-officedocument.presentationml.notesSlide+xml"/>
  <Override PartName="/ppt/slides/slide343.xml" ContentType="application/vnd.openxmlformats-officedocument.presentationml.slide+xml"/>
  <Override PartName="/ppt/notesSlides/notesSlide323.xml" ContentType="application/vnd.openxmlformats-officedocument.presentationml.notesSlide+xml"/>
  <Override PartName="/ppt/slides/slide344.xml" ContentType="application/vnd.openxmlformats-officedocument.presentationml.slide+xml"/>
  <Override PartName="/ppt/notesSlides/notesSlide324.xml" ContentType="application/vnd.openxmlformats-officedocument.presentationml.notesSlide+xml"/>
  <Override PartName="/ppt/slides/slide345.xml" ContentType="application/vnd.openxmlformats-officedocument.presentationml.slide+xml"/>
  <Override PartName="/ppt/notesSlides/notesSlide325.xml" ContentType="application/vnd.openxmlformats-officedocument.presentationml.notesSlide+xml"/>
  <Override PartName="/ppt/slides/slide346.xml" ContentType="application/vnd.openxmlformats-officedocument.presentationml.slide+xml"/>
  <Override PartName="/ppt/notesSlides/notesSlide326.xml" ContentType="application/vnd.openxmlformats-officedocument.presentationml.notesSlide+xml"/>
  <Override PartName="/ppt/slides/slide347.xml" ContentType="application/vnd.openxmlformats-officedocument.presentationml.slide+xml"/>
  <Override PartName="/ppt/notesSlides/notesSlide327.xml" ContentType="application/vnd.openxmlformats-officedocument.presentationml.notesSlide+xml"/>
  <Override PartName="/ppt/slides/slide348.xml" ContentType="application/vnd.openxmlformats-officedocument.presentationml.slide+xml"/>
  <Override PartName="/ppt/notesSlides/notesSlide328.xml" ContentType="application/vnd.openxmlformats-officedocument.presentationml.notesSlide+xml"/>
  <Override PartName="/ppt/slides/slide349.xml" ContentType="application/vnd.openxmlformats-officedocument.presentationml.slide+xml"/>
  <Override PartName="/ppt/notesSlides/notesSlide329.xml" ContentType="application/vnd.openxmlformats-officedocument.presentationml.notesSlide+xml"/>
  <Override PartName="/ppt/slides/slide350.xml" ContentType="application/vnd.openxmlformats-officedocument.presentationml.slide+xml"/>
  <Override PartName="/ppt/notesSlides/notesSlide330.xml" ContentType="application/vnd.openxmlformats-officedocument.presentationml.notesSlide+xml"/>
  <Override PartName="/ppt/slides/slide351.xml" ContentType="application/vnd.openxmlformats-officedocument.presentationml.slide+xml"/>
  <Override PartName="/ppt/notesSlides/notesSlide331.xml" ContentType="application/vnd.openxmlformats-officedocument.presentationml.notesSlide+xml"/>
  <Override PartName="/ppt/slides/slide352.xml" ContentType="application/vnd.openxmlformats-officedocument.presentationml.slide+xml"/>
  <Override PartName="/ppt/notesSlides/notesSlide332.xml" ContentType="application/vnd.openxmlformats-officedocument.presentationml.notesSlide+xml"/>
  <Override PartName="/ppt/slides/slide353.xml" ContentType="application/vnd.openxmlformats-officedocument.presentationml.slide+xml"/>
  <Override PartName="/ppt/notesSlides/notesSlide333.xml" ContentType="application/vnd.openxmlformats-officedocument.presentationml.notesSlide+xml"/>
  <Override PartName="/ppt/slides/slide354.xml" ContentType="application/vnd.openxmlformats-officedocument.presentationml.slide+xml"/>
  <Override PartName="/ppt/notesSlides/notesSlide334.xml" ContentType="application/vnd.openxmlformats-officedocument.presentationml.notesSlide+xml"/>
  <Override PartName="/ppt/slides/slide355.xml" ContentType="application/vnd.openxmlformats-officedocument.presentationml.slide+xml"/>
  <Override PartName="/ppt/notesSlides/notesSlide335.xml" ContentType="application/vnd.openxmlformats-officedocument.presentationml.notesSlide+xml"/>
  <Override PartName="/ppt/slides/slide356.xml" ContentType="application/vnd.openxmlformats-officedocument.presentationml.slide+xml"/>
  <Override PartName="/ppt/notesSlides/notesSlide336.xml" ContentType="application/vnd.openxmlformats-officedocument.presentationml.notesSlide+xml"/>
  <Override PartName="/ppt/slides/slide357.xml" ContentType="application/vnd.openxmlformats-officedocument.presentationml.slide+xml"/>
  <Override PartName="/ppt/notesSlides/notesSlide337.xml" ContentType="application/vnd.openxmlformats-officedocument.presentationml.notesSlide+xml"/>
  <Override PartName="/ppt/slides/slide358.xml" ContentType="application/vnd.openxmlformats-officedocument.presentationml.slide+xml"/>
  <Override PartName="/ppt/notesSlides/notesSlide338.xml" ContentType="application/vnd.openxmlformats-officedocument.presentationml.notesSlide+xml"/>
  <Override PartName="/ppt/slides/slide359.xml" ContentType="application/vnd.openxmlformats-officedocument.presentationml.slide+xml"/>
  <Override PartName="/ppt/notesSlides/notesSlide339.xml" ContentType="application/vnd.openxmlformats-officedocument.presentationml.notes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notesSlides/notesSlide340.xml" ContentType="application/vnd.openxmlformats-officedocument.presentationml.notesSlide+xml"/>
  <Override PartName="/ppt/slides/slide363.xml" ContentType="application/vnd.openxmlformats-officedocument.presentationml.slide+xml"/>
  <Override PartName="/ppt/notesSlides/notesSlide341.xml" ContentType="application/vnd.openxmlformats-officedocument.presentationml.notesSlide+xml"/>
  <Override PartName="/ppt/slides/slide364.xml" ContentType="application/vnd.openxmlformats-officedocument.presentationml.slide+xml"/>
  <Override PartName="/ppt/notesSlides/notesSlide342.xml" ContentType="application/vnd.openxmlformats-officedocument.presentationml.notesSlide+xml"/>
  <Override PartName="/ppt/slides/slide365.xml" ContentType="application/vnd.openxmlformats-officedocument.presentationml.slide+xml"/>
  <Override PartName="/ppt/notesSlides/notesSlide343.xml" ContentType="application/vnd.openxmlformats-officedocument.presentationml.notesSlide+xml"/>
  <Override PartName="/ppt/slides/slide366.xml" ContentType="application/vnd.openxmlformats-officedocument.presentationml.slide+xml"/>
  <Override PartName="/ppt/notesSlides/notesSlide344.xml" ContentType="application/vnd.openxmlformats-officedocument.presentationml.notesSlide+xml"/>
  <Override PartName="/ppt/slides/slide367.xml" ContentType="application/vnd.openxmlformats-officedocument.presentationml.slide+xml"/>
  <Override PartName="/ppt/notesSlides/notesSlide345.xml" ContentType="application/vnd.openxmlformats-officedocument.presentationml.notesSlide+xml"/>
  <Override PartName="/ppt/slides/slide368.xml" ContentType="application/vnd.openxmlformats-officedocument.presentationml.slide+xml"/>
  <Override PartName="/ppt/notesSlides/notesSlide346.xml" ContentType="application/vnd.openxmlformats-officedocument.presentationml.notesSlide+xml"/>
  <Override PartName="/ppt/slides/slide369.xml" ContentType="application/vnd.openxmlformats-officedocument.presentationml.slide+xml"/>
  <Override PartName="/ppt/notesSlides/notesSlide347.xml" ContentType="application/vnd.openxmlformats-officedocument.presentationml.notesSlide+xml"/>
  <Override PartName="/ppt/slides/slide370.xml" ContentType="application/vnd.openxmlformats-officedocument.presentationml.slide+xml"/>
  <Override PartName="/ppt/notesSlides/notesSlide348.xml" ContentType="application/vnd.openxmlformats-officedocument.presentationml.notesSlide+xml"/>
  <Override PartName="/ppt/slides/slide371.xml" ContentType="application/vnd.openxmlformats-officedocument.presentationml.slide+xml"/>
  <Override PartName="/ppt/notesSlides/notesSlide349.xml" ContentType="application/vnd.openxmlformats-officedocument.presentationml.notesSlide+xml"/>
  <Override PartName="/ppt/slides/slide372.xml" ContentType="application/vnd.openxmlformats-officedocument.presentationml.slide+xml"/>
  <Override PartName="/ppt/notesSlides/notesSlide350.xml" ContentType="application/vnd.openxmlformats-officedocument.presentationml.notesSlide+xml"/>
  <Override PartName="/ppt/slides/slide373.xml" ContentType="application/vnd.openxmlformats-officedocument.presentationml.slide+xml"/>
  <Override PartName="/ppt/notesSlides/notesSlide351.xml" ContentType="application/vnd.openxmlformats-officedocument.presentationml.notesSlide+xml"/>
  <Override PartName="/ppt/slides/slide374.xml" ContentType="application/vnd.openxmlformats-officedocument.presentationml.slide+xml"/>
  <Override PartName="/ppt/notesSlides/notesSlide352.xml" ContentType="application/vnd.openxmlformats-officedocument.presentationml.notesSlide+xml"/>
  <Override PartName="/ppt/slides/slide375.xml" ContentType="application/vnd.openxmlformats-officedocument.presentationml.slide+xml"/>
  <Override PartName="/ppt/notesSlides/notesSlide353.xml" ContentType="application/vnd.openxmlformats-officedocument.presentationml.notesSlide+xml"/>
  <Override PartName="/ppt/slides/slide376.xml" ContentType="application/vnd.openxmlformats-officedocument.presentationml.slide+xml"/>
  <Override PartName="/ppt/notesSlides/notesSlide354.xml" ContentType="application/vnd.openxmlformats-officedocument.presentationml.notesSlide+xml"/>
  <Override PartName="/ppt/slides/slide377.xml" ContentType="application/vnd.openxmlformats-officedocument.presentationml.slide+xml"/>
  <Override PartName="/ppt/notesSlides/notesSlide355.xml" ContentType="application/vnd.openxmlformats-officedocument.presentationml.notesSlide+xml"/>
  <Override PartName="/ppt/slides/slide378.xml" ContentType="application/vnd.openxmlformats-officedocument.presentationml.slide+xml"/>
  <Override PartName="/ppt/notesSlides/notesSlide356.xml" ContentType="application/vnd.openxmlformats-officedocument.presentationml.notesSlide+xml"/>
  <Override PartName="/ppt/slides/slide379.xml" ContentType="application/vnd.openxmlformats-officedocument.presentationml.slide+xml"/>
  <Override PartName="/ppt/notesSlides/notesSlide357.xml" ContentType="application/vnd.openxmlformats-officedocument.presentationml.notesSlide+xml"/>
  <Override PartName="/ppt/slides/slide380.xml" ContentType="application/vnd.openxmlformats-officedocument.presentationml.slide+xml"/>
  <Override PartName="/ppt/notesSlides/notesSlide358.xml" ContentType="application/vnd.openxmlformats-officedocument.presentationml.notesSlide+xml"/>
  <Override PartName="/ppt/slides/slide381.xml" ContentType="application/vnd.openxmlformats-officedocument.presentationml.slide+xml"/>
  <Override PartName="/ppt/notesSlides/notesSlide359.xml" ContentType="application/vnd.openxmlformats-officedocument.presentationml.notesSlide+xml"/>
  <Override PartName="/ppt/slides/slide382.xml" ContentType="application/vnd.openxmlformats-officedocument.presentationml.slide+xml"/>
  <Override PartName="/ppt/notesSlides/notesSlide360.xml" ContentType="application/vnd.openxmlformats-officedocument.presentationml.notesSlide+xml"/>
  <Override PartName="/ppt/slides/slide383.xml" ContentType="application/vnd.openxmlformats-officedocument.presentationml.slide+xml"/>
  <Override PartName="/ppt/notesSlides/notesSlide361.xml" ContentType="application/vnd.openxmlformats-officedocument.presentationml.notesSlide+xml"/>
  <Override PartName="/ppt/slides/slide384.xml" ContentType="application/vnd.openxmlformats-officedocument.presentationml.slide+xml"/>
  <Override PartName="/ppt/notesSlides/notesSlide362.xml" ContentType="application/vnd.openxmlformats-officedocument.presentationml.notesSlide+xml"/>
  <Override PartName="/ppt/slides/slide385.xml" ContentType="application/vnd.openxmlformats-officedocument.presentationml.slide+xml"/>
  <Override PartName="/ppt/notesSlides/notesSlide363.xml" ContentType="application/vnd.openxmlformats-officedocument.presentationml.notesSlide+xml"/>
  <Override PartName="/ppt/slides/slide386.xml" ContentType="application/vnd.openxmlformats-officedocument.presentationml.slide+xml"/>
  <Override PartName="/ppt/notesSlides/notesSlide364.xml" ContentType="application/vnd.openxmlformats-officedocument.presentationml.notesSlide+xml"/>
  <Override PartName="/ppt/slides/slide387.xml" ContentType="application/vnd.openxmlformats-officedocument.presentationml.slide+xml"/>
  <Override PartName="/ppt/notesSlides/notesSlide365.xml" ContentType="application/vnd.openxmlformats-officedocument.presentationml.notesSlide+xml"/>
  <Override PartName="/ppt/slides/slide388.xml" ContentType="application/vnd.openxmlformats-officedocument.presentationml.slide+xml"/>
  <Override PartName="/ppt/notesSlides/notesSlide366.xml" ContentType="application/vnd.openxmlformats-officedocument.presentationml.notesSlide+xml"/>
  <Override PartName="/ppt/slides/slide389.xml" ContentType="application/vnd.openxmlformats-officedocument.presentationml.slide+xml"/>
  <Override PartName="/ppt/notesSlides/notesSlide367.xml" ContentType="application/vnd.openxmlformats-officedocument.presentationml.notesSlide+xml"/>
  <Override PartName="/ppt/slides/slide390.xml" ContentType="application/vnd.openxmlformats-officedocument.presentationml.slide+xml"/>
  <Override PartName="/ppt/notesSlides/notesSlide368.xml" ContentType="application/vnd.openxmlformats-officedocument.presentationml.notesSlide+xml"/>
  <Override PartName="/ppt/slides/slide391.xml" ContentType="application/vnd.openxmlformats-officedocument.presentationml.slide+xml"/>
  <Override PartName="/ppt/notesSlides/notesSlide369.xml" ContentType="application/vnd.openxmlformats-officedocument.presentationml.notesSlide+xml"/>
  <Override PartName="/ppt/slides/slide392.xml" ContentType="application/vnd.openxmlformats-officedocument.presentationml.slide+xml"/>
  <Override PartName="/ppt/notesSlides/notesSlide370.xml" ContentType="application/vnd.openxmlformats-officedocument.presentationml.notesSlide+xml"/>
  <Override PartName="/ppt/slides/slide393.xml" ContentType="application/vnd.openxmlformats-officedocument.presentationml.slide+xml"/>
  <Override PartName="/ppt/notesSlides/notesSlide371.xml" ContentType="application/vnd.openxmlformats-officedocument.presentationml.notesSlide+xml"/>
  <Override PartName="/ppt/slides/slide39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a06ead3d203143de" /><Relationship Type="http://schemas.openxmlformats.org/package/2006/relationships/metadata/core-properties" Target="/docProps/core.xml" Id="R2573531bceb8401f" /><Relationship Type="http://schemas.openxmlformats.org/officeDocument/2006/relationships/extended-properties" Target="/docProps/app.xml" Id="Ra2a969189f164382"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2f8dc22827324e9a"/>
    <p:sldMasterId id="2147483651" r:id="R9d8db989d33b4924"/>
  </p:sldMasterIdLst>
  <p:notesMasterIdLst>
    <p:notesMasterId r:id="Ref0f6eca243a46ca"/>
  </p:notesMasterIdLst>
  <p:sldIdLst>
    <p:sldId id="256" r:id="Rc4f213890fbe4790"/>
    <p:sldId id="257" r:id="R30ca19d6471945b4"/>
    <p:sldId id="258" r:id="R69b5cbc679ee4f9c"/>
    <p:sldId id="259" r:id="R49b7f008735f47c8"/>
    <p:sldId id="260" r:id="Rd5b7239cf6774521"/>
    <p:sldId id="261" r:id="R94a73b2ef1544ee3"/>
    <p:sldId id="262" r:id="R0c306fee942c4c82"/>
    <p:sldId id="263" r:id="Rd04b7f98c0904eeb"/>
    <p:sldId id="264" r:id="R7d9bd42fecef4521"/>
    <p:sldId id="265" r:id="Rd4938c0d085e409a"/>
    <p:sldId id="266" r:id="Rb48155df961640ab"/>
    <p:sldId id="267" r:id="R40f38db49f2e4518"/>
    <p:sldId id="268" r:id="Re5921ef7e8a144d6"/>
    <p:sldId id="269" r:id="R06bbfa1e65264a50"/>
    <p:sldId id="270" r:id="R656620cb81cc4389"/>
    <p:sldId id="271" r:id="Raa4f3487b8de4fb3"/>
    <p:sldId id="272" r:id="Ra9c6c2a3f3e04037"/>
    <p:sldId id="273" r:id="Rd21ebdfdd9cd43a9"/>
    <p:sldId id="274" r:id="R325d77020b484f1b"/>
    <p:sldId id="275" r:id="R3d9ae867b143483d"/>
    <p:sldId id="276" r:id="Rd1998fd43f9e4d6a"/>
    <p:sldId id="277" r:id="R54db97960c554222"/>
    <p:sldId id="278" r:id="R1952214cb18f4a44"/>
    <p:sldId id="279" r:id="R567ebe9d755e470b"/>
    <p:sldId id="280" r:id="Re7cb6a01563f435f"/>
    <p:sldId id="281" r:id="Rde9bb144496f4d05"/>
    <p:sldId id="282" r:id="R65e8119907a34a37"/>
    <p:sldId id="283" r:id="R19b6857964e74dc9"/>
    <p:sldId id="284" r:id="Rdee1ed4122cb4d48"/>
    <p:sldId id="285" r:id="R0d90126bc07c4f5d"/>
    <p:sldId id="286" r:id="R5d4a5462618b4db6"/>
    <p:sldId id="287" r:id="R35907ff211f44769"/>
    <p:sldId id="288" r:id="R17a06604d0794e6d"/>
    <p:sldId id="289" r:id="Rabca985fa4fb4520"/>
    <p:sldId id="290" r:id="R3b45128b34454a81"/>
    <p:sldId id="291" r:id="R6d8dff3ae92e4750"/>
    <p:sldId id="292" r:id="R9dfb253a45364c7b"/>
    <p:sldId id="293" r:id="Rc6640eb491c24312"/>
    <p:sldId id="294" r:id="R1977c1129b544f3d"/>
    <p:sldId id="295" r:id="Rd8a1631fe99b48b0"/>
    <p:sldId id="296" r:id="Rd3b051b055104e3e"/>
    <p:sldId id="297" r:id="R31ff47bf7b9c49a7"/>
    <p:sldId id="298" r:id="R79e90b5284b34536"/>
    <p:sldId id="299" r:id="R954203e4152f41be"/>
    <p:sldId id="300" r:id="Rcf4b773e5eee47a4"/>
    <p:sldId id="301" r:id="R8459e9dd859a4789"/>
    <p:sldId id="302" r:id="Rcf9b2f1b0fc340f1"/>
    <p:sldId id="303" r:id="Rf1d74049a5fd4cb4"/>
    <p:sldId id="304" r:id="Re882eced8fa84913"/>
    <p:sldId id="305" r:id="R3cb6c184983940a2"/>
    <p:sldId id="306" r:id="R7c00095ffa03462a"/>
    <p:sldId id="307" r:id="R0bcddfa72d914631"/>
    <p:sldId id="308" r:id="Rcaa7b7d71a1b40a1"/>
    <p:sldId id="309" r:id="Re9f583060b00402b"/>
    <p:sldId id="310" r:id="Ra22184faca674baf"/>
    <p:sldId id="311" r:id="Re1d2fd2cf9d74f01"/>
    <p:sldId id="312" r:id="R99edfece9a0843bf"/>
    <p:sldId id="313" r:id="R6f7e8ca5c4864960"/>
    <p:sldId id="314" r:id="R4ef8a2ae7f7a4437"/>
    <p:sldId id="315" r:id="R5fd3806f421446d1"/>
    <p:sldId id="316" r:id="Re2481b7337974296"/>
    <p:sldId id="317" r:id="Rca3e3cb818ae4fe4"/>
    <p:sldId id="318" r:id="R5521cfb857004152"/>
    <p:sldId id="319" r:id="R4bce7c59fdaa49ad"/>
    <p:sldId id="320" r:id="Reaaba864a2a64a91"/>
    <p:sldId id="321" r:id="Ra3954c4e5a904f2b"/>
    <p:sldId id="322" r:id="R9d37083d9a644268"/>
    <p:sldId id="323" r:id="Re60e426d78734f43"/>
    <p:sldId id="324" r:id="R54138bd6838d4791"/>
    <p:sldId id="325" r:id="Ra1bba52b95f34cdb"/>
    <p:sldId id="326" r:id="Rfcb210339e2c48da"/>
    <p:sldId id="327" r:id="Rc99d40eef19d440a"/>
    <p:sldId id="328" r:id="R0f4dfee94f7342e9"/>
    <p:sldId id="329" r:id="R322cc6c982314ab0"/>
    <p:sldId id="330" r:id="R54b877d5dcf244b9"/>
    <p:sldId id="331" r:id="Racb8c5c086b54f4a"/>
    <p:sldId id="332" r:id="R02885f295fed4801"/>
    <p:sldId id="333" r:id="R61f2b2bf6f8a4915"/>
    <p:sldId id="334" r:id="R8d2a503c29794603"/>
    <p:sldId id="335" r:id="R0a9df0967aa749ac"/>
    <p:sldId id="336" r:id="R2d2a5051b5a148de"/>
    <p:sldId id="337" r:id="R6928495666174350"/>
    <p:sldId id="338" r:id="R40e37746ceda4785"/>
    <p:sldId id="339" r:id="Rbe5a691cca344f4e"/>
    <p:sldId id="340" r:id="R40f53aa14b4f44f7"/>
    <p:sldId id="341" r:id="R1bdb3fb4192941b0"/>
    <p:sldId id="342" r:id="R3fc1cfbea44c41b6"/>
    <p:sldId id="343" r:id="R9667f8f9867945e1"/>
    <p:sldId id="344" r:id="Racc16615e5634560"/>
    <p:sldId id="345" r:id="R47f3e7b98de84d2d"/>
    <p:sldId id="346" r:id="R33906883ec8f46bf"/>
    <p:sldId id="347" r:id="R6622a92d12b942fb"/>
    <p:sldId id="348" r:id="R59587a62187d4996"/>
    <p:sldId id="349" r:id="Re04f8677c5184014"/>
    <p:sldId id="350" r:id="R4cb838bee4224dee"/>
    <p:sldId id="351" r:id="Rda8583c55277447d"/>
    <p:sldId id="352" r:id="Rc86edcc022ac4b48"/>
    <p:sldId id="353" r:id="R75bdac52db9a4cbc"/>
    <p:sldId id="354" r:id="R5166bc307b6b4b5a"/>
    <p:sldId id="355" r:id="Rd940299874ee4d6a"/>
    <p:sldId id="356" r:id="Rdda14cbe0589402e"/>
    <p:sldId id="357" r:id="R5b1ae4cf5a8c453c"/>
    <p:sldId id="358" r:id="Rfa154d99803441d8"/>
    <p:sldId id="359" r:id="R7de87e32b59d414b"/>
    <p:sldId id="360" r:id="Rb0f6e85d99e84e0f"/>
    <p:sldId id="361" r:id="Rdcc7eacf26d84ba5"/>
    <p:sldId id="362" r:id="R2380114cd7f14449"/>
    <p:sldId id="363" r:id="R4bf6e9c0b394415b"/>
    <p:sldId id="364" r:id="R51b959b120d744e1"/>
    <p:sldId id="365" r:id="Ra09342c28f4140a6"/>
    <p:sldId id="366" r:id="R874e0ea960044921"/>
    <p:sldId id="367" r:id="Rbd0fd8b67b0b48e1"/>
    <p:sldId id="368" r:id="Ra1c33cb847f04721"/>
    <p:sldId id="369" r:id="R1de206d7614b45c6"/>
    <p:sldId id="370" r:id="R8954b3f2c2d84598"/>
    <p:sldId id="371" r:id="R7183296887d3489a"/>
    <p:sldId id="372" r:id="R2adb085660854d33"/>
    <p:sldId id="373" r:id="R29152550cd39496c"/>
    <p:sldId id="374" r:id="R61bbcd40aa4749fd"/>
    <p:sldId id="375" r:id="Rfa0d53706bc14fba"/>
    <p:sldId id="376" r:id="Re2e8b88142a0436d"/>
    <p:sldId id="377" r:id="Ra876be6ab1db4b1e"/>
    <p:sldId id="378" r:id="R73e9034c52c6493a"/>
    <p:sldId id="379" r:id="R134e2e28c2fc46ef"/>
    <p:sldId id="380" r:id="R2daefea238e94784"/>
    <p:sldId id="381" r:id="Re429d2ed436e488a"/>
    <p:sldId id="382" r:id="Ra80a8aff958e4b79"/>
    <p:sldId id="383" r:id="Rab3ad72941dd4769"/>
    <p:sldId id="384" r:id="R63b7d53408144a44"/>
    <p:sldId id="385" r:id="Rec9d5ec89a7c4ab0"/>
    <p:sldId id="386" r:id="R12a5a71f6de044c4"/>
    <p:sldId id="387" r:id="Ra6348237cc4e4ada"/>
    <p:sldId id="388" r:id="R8268ddf7a7e440db"/>
    <p:sldId id="389" r:id="R73ee5288d8ca40f8"/>
    <p:sldId id="390" r:id="Re8578a102ecd4761"/>
    <p:sldId id="391" r:id="R39611f5ac1e04738"/>
    <p:sldId id="392" r:id="R06d5e4c3ace045c9"/>
    <p:sldId id="393" r:id="Rb92afedb84844ac4"/>
    <p:sldId id="394" r:id="R299b2c967f9c41df"/>
    <p:sldId id="395" r:id="Rbefa308a180d4e3a"/>
    <p:sldId id="396" r:id="R01ccca15b1164442"/>
    <p:sldId id="397" r:id="R16a97efe479b4757"/>
    <p:sldId id="398" r:id="R42b0e22a824d461d"/>
    <p:sldId id="399" r:id="R88cb5be52aa448a6"/>
    <p:sldId id="400" r:id="Re53a199cdbfd4893"/>
    <p:sldId id="401" r:id="R82122f7a1a5b4eb7"/>
    <p:sldId id="402" r:id="R508deca01ede4541"/>
    <p:sldId id="403" r:id="R21c7dc8bbece4147"/>
    <p:sldId id="404" r:id="R5edfb7738c6f4695"/>
    <p:sldId id="405" r:id="R5b73fdffa47844ab"/>
    <p:sldId id="406" r:id="R11971f6ae4dd4a12"/>
    <p:sldId id="407" r:id="Rf83902726a26420c"/>
    <p:sldId id="408" r:id="R5d5cc00ae8604856"/>
    <p:sldId id="409" r:id="Rb706e5e60f6c41d0"/>
    <p:sldId id="410" r:id="R849487b1431b4ed2"/>
    <p:sldId id="411" r:id="R47b69f12cea7421b"/>
    <p:sldId id="412" r:id="R97c0f72f7ebc4f26"/>
    <p:sldId id="413" r:id="Rdf05221c6f8e4107"/>
    <p:sldId id="414" r:id="Rfa886b6368f041ff"/>
    <p:sldId id="415" r:id="R47dc3c83c1554a2a"/>
    <p:sldId id="416" r:id="R1b15a76973f1488e"/>
    <p:sldId id="417" r:id="Rb5f6e7a10d5d4ac9"/>
    <p:sldId id="418" r:id="R83fa99bd20c64d34"/>
    <p:sldId id="419" r:id="R243c51d1ab094131"/>
    <p:sldId id="420" r:id="Re90c70107d3a4a97"/>
    <p:sldId id="421" r:id="Rea571101e343437f"/>
    <p:sldId id="422" r:id="Red1975c5d3014048"/>
    <p:sldId id="423" r:id="R849c9593d8d64659"/>
    <p:sldId id="424" r:id="Rb4abfcbd39ed413c"/>
    <p:sldId id="425" r:id="R67d4383966704ec7"/>
    <p:sldId id="426" r:id="Rc6229bf8ac3641fe"/>
    <p:sldId id="427" r:id="R0037962f36c44e94"/>
    <p:sldId id="428" r:id="R4b6cfa34090b4eb7"/>
    <p:sldId id="429" r:id="R58f901f49a9e4b72"/>
    <p:sldId id="430" r:id="Rc2624772de804465"/>
    <p:sldId id="431" r:id="Rbb7ba81fa314445a"/>
    <p:sldId id="432" r:id="Rba397d03b3c04b7c"/>
    <p:sldId id="433" r:id="Rc1ece352e0054276"/>
    <p:sldId id="434" r:id="Ree439d6e86f44d52"/>
    <p:sldId id="435" r:id="R5b2c582128814376"/>
    <p:sldId id="436" r:id="R5bd6245b30a0441b"/>
    <p:sldId id="437" r:id="Rb5a1cdf061e14cec"/>
    <p:sldId id="438" r:id="Rf53904815c524cfc"/>
    <p:sldId id="439" r:id="Rf544f0a660a648cb"/>
    <p:sldId id="440" r:id="R94a8805ce01547e5"/>
    <p:sldId id="441" r:id="R20e4a25f17bd4c39"/>
    <p:sldId id="442" r:id="R917a4b5743704307"/>
    <p:sldId id="443" r:id="R72b685527f6d432a"/>
    <p:sldId id="444" r:id="Rdcf3d817eead41ef"/>
    <p:sldId id="445" r:id="R66c5a594a2434a3d"/>
    <p:sldId id="446" r:id="Re3c94a3e99bc42ef"/>
    <p:sldId id="447" r:id="Rfd5dc8f1c8924272"/>
    <p:sldId id="448" r:id="R5a953d2bb4654244"/>
    <p:sldId id="449" r:id="Rd4ac1ed3529e47e1"/>
    <p:sldId id="450" r:id="Rc79cca8948454163"/>
    <p:sldId id="451" r:id="R4762afe2a0a34c82"/>
    <p:sldId id="452" r:id="Rcd5b8ad378f9466b"/>
    <p:sldId id="453" r:id="R5576822381ce419e"/>
    <p:sldId id="454" r:id="R16c3dd11e3b64816"/>
    <p:sldId id="455" r:id="R2d786cdb03874162"/>
    <p:sldId id="456" r:id="Rff0ee4ff771445a8"/>
    <p:sldId id="457" r:id="R63e1c200bc494c2a"/>
    <p:sldId id="458" r:id="R4d3b04a3b69748e0"/>
    <p:sldId id="459" r:id="Rfde23b24a4f646e4"/>
    <p:sldId id="460" r:id="R765a36a3a5ba43a5"/>
    <p:sldId id="461" r:id="R4fc97e564fdb465c"/>
    <p:sldId id="462" r:id="R65049f4b97fc4938"/>
    <p:sldId id="463" r:id="R79fe3d2df9254292"/>
    <p:sldId id="464" r:id="Rc526970a753b4647"/>
    <p:sldId id="465" r:id="R70885f96a11b4cf2"/>
    <p:sldId id="466" r:id="Rec32ba3cff4b4d26"/>
    <p:sldId id="467" r:id="Rfa5af7c289e04e1f"/>
    <p:sldId id="468" r:id="R2fd60c1683bc463e"/>
    <p:sldId id="469" r:id="Rfe1988661cf4424f"/>
    <p:sldId id="470" r:id="R5db23cc5a338480c"/>
    <p:sldId id="471" r:id="R6bdc2d04874c46e0"/>
    <p:sldId id="472" r:id="R15d0943e9bab450d"/>
    <p:sldId id="473" r:id="R09dcb6532db1409e"/>
    <p:sldId id="474" r:id="Rff895dc1d45b459f"/>
    <p:sldId id="475" r:id="R794d1cee983c4faf"/>
    <p:sldId id="476" r:id="R7feb907a131d4c74"/>
    <p:sldId id="477" r:id="Re77b3f75d4734177"/>
    <p:sldId id="478" r:id="Ra1b44b99b191442a"/>
    <p:sldId id="479" r:id="R5ec25b4ec36843a1"/>
    <p:sldId id="480" r:id="Rba229f36ab644ad9"/>
    <p:sldId id="481" r:id="R2e778f4f147e43ec"/>
    <p:sldId id="482" r:id="Rf7c44316e3e545df"/>
    <p:sldId id="483" r:id="R18c24e98f7c547a9"/>
    <p:sldId id="484" r:id="R14ffa0c27da84968"/>
    <p:sldId id="485" r:id="Rcf51d69aa7a6456f"/>
    <p:sldId id="486" r:id="R58795eb11fde4c02"/>
    <p:sldId id="487" r:id="Rc93355880582414a"/>
    <p:sldId id="488" r:id="Red5386764d284c69"/>
    <p:sldId id="489" r:id="R03840a9900394ecf"/>
    <p:sldId id="490" r:id="Rd035d3ea94e6434e"/>
    <p:sldId id="491" r:id="Rd80a567444c54674"/>
    <p:sldId id="492" r:id="Rad2c37a686be4aee"/>
    <p:sldId id="493" r:id="Refb969846e6f4358"/>
    <p:sldId id="494" r:id="R5f2e63bf366e4cff"/>
    <p:sldId id="495" r:id="Rb057d70be0be4a49"/>
    <p:sldId id="496" r:id="R6e22462c07d24c7e"/>
    <p:sldId id="497" r:id="R7a97d5431cd74f30"/>
    <p:sldId id="498" r:id="R69b341ea3da24b21"/>
    <p:sldId id="499" r:id="R8f005c1bdcb94174"/>
    <p:sldId id="500" r:id="R68dcdeb693504372"/>
    <p:sldId id="501" r:id="R732efa5e76bf42fe"/>
    <p:sldId id="502" r:id="Rdaed10db6fd44bf6"/>
    <p:sldId id="503" r:id="R6b5930ac93a94831"/>
    <p:sldId id="504" r:id="R046a04dbaaf64dc4"/>
    <p:sldId id="505" r:id="R34769152305a407e"/>
    <p:sldId id="506" r:id="Re575200d08c04a15"/>
    <p:sldId id="507" r:id="R04b8e951650b4636"/>
    <p:sldId id="508" r:id="R33e4ebb0833f4d85"/>
    <p:sldId id="509" r:id="R70a91d39cfe84939"/>
    <p:sldId id="510" r:id="Rcb4756af000c46a7"/>
    <p:sldId id="511" r:id="R79e5262fe927401d"/>
    <p:sldId id="512" r:id="R0556b750742c4bd6"/>
    <p:sldId id="513" r:id="Rd8398297cdab4809"/>
    <p:sldId id="514" r:id="R3ca28b4a6fd147e4"/>
    <p:sldId id="515" r:id="R8c3dc5890f334cf1"/>
    <p:sldId id="516" r:id="R1f0b1a006a5e41e5"/>
    <p:sldId id="517" r:id="R262102b9e34048ae"/>
    <p:sldId id="518" r:id="R536bc76627df4032"/>
    <p:sldId id="519" r:id="Rcdded2ef7c8d4548"/>
    <p:sldId id="520" r:id="Rf65bedafc55340b5"/>
    <p:sldId id="521" r:id="Ra2e0a30409f94e33"/>
    <p:sldId id="522" r:id="Ra2e3ecfe01724922"/>
    <p:sldId id="523" r:id="R9e7a9ce8b64043cb"/>
    <p:sldId id="524" r:id="Rac3d58c068334102"/>
    <p:sldId id="525" r:id="Rabaabe303886427f"/>
    <p:sldId id="526" r:id="R14b22560b4754239"/>
    <p:sldId id="527" r:id="R0444a7a5c77c41d4"/>
    <p:sldId id="528" r:id="Rc9e3cee3fa7e48bd"/>
    <p:sldId id="529" r:id="Rf1e35db5726b4576"/>
    <p:sldId id="530" r:id="R9e3bcf2aea764617"/>
    <p:sldId id="531" r:id="Ra87ddf7d70254140"/>
    <p:sldId id="532" r:id="R7d9245c7737847c7"/>
    <p:sldId id="533" r:id="R7bd21f6acea84c24"/>
    <p:sldId id="534" r:id="Ra54c9f28c7eb4229"/>
    <p:sldId id="535" r:id="Re29abc801b6a4624"/>
    <p:sldId id="536" r:id="R28557e573302461d"/>
    <p:sldId id="537" r:id="R96e7107006a94d1b"/>
    <p:sldId id="538" r:id="Rc3933fe3c09e4aa6"/>
    <p:sldId id="539" r:id="R00183551040a425b"/>
    <p:sldId id="540" r:id="Rb66f4863fa304ba2"/>
    <p:sldId id="541" r:id="R616229fb46804cc6"/>
    <p:sldId id="542" r:id="Rf3558c945c024659"/>
    <p:sldId id="543" r:id="R3f3153507c014499"/>
    <p:sldId id="544" r:id="R4fb0d261c9a44c6f"/>
    <p:sldId id="545" r:id="R09e2a873f98f4f1c"/>
    <p:sldId id="546" r:id="Rdb9046dd29fc4ca6"/>
    <p:sldId id="547" r:id="Ra1d4a9b83701470f"/>
    <p:sldId id="548" r:id="Rcc43873c24b743de"/>
    <p:sldId id="549" r:id="R41984c5fd3714a51"/>
    <p:sldId id="550" r:id="R53490008108d4f6e"/>
    <p:sldId id="551" r:id="R6584d430d57a4d5f"/>
    <p:sldId id="552" r:id="Ref9c579ff6204806"/>
    <p:sldId id="553" r:id="R8c928d089c244c83"/>
    <p:sldId id="554" r:id="Rbdf8303d9d214e9c"/>
    <p:sldId id="555" r:id="Rb1c369f05d594d7f"/>
    <p:sldId id="556" r:id="Rd56c732381ad4e17"/>
    <p:sldId id="557" r:id="R8402987219694e43"/>
    <p:sldId id="558" r:id="R1fca24ce6d5e495e"/>
    <p:sldId id="559" r:id="Re1bf2460784c44b1"/>
    <p:sldId id="560" r:id="Rfa7e6f1728ac433c"/>
    <p:sldId id="561" r:id="Reba40572471f42af"/>
    <p:sldId id="562" r:id="Red06bca2aa0a4125"/>
    <p:sldId id="563" r:id="Rb4aea1023f47403a"/>
    <p:sldId id="564" r:id="Rd72b3356a8094262"/>
    <p:sldId id="565" r:id="R1697e5a9b8db4da4"/>
    <p:sldId id="566" r:id="R13e66cafcc11498b"/>
    <p:sldId id="567" r:id="Re5f41f1687534b23"/>
    <p:sldId id="568" r:id="Rda76bbc23a3b4895"/>
    <p:sldId id="569" r:id="R7af80b8541e44057"/>
    <p:sldId id="570" r:id="Ra6adba14ea4f4184"/>
    <p:sldId id="571" r:id="R77822a6c7cce4381"/>
    <p:sldId id="572" r:id="Rc943d4cce5f24b3b"/>
    <p:sldId id="573" r:id="Rd38832585e744c4f"/>
    <p:sldId id="574" r:id="R980940262be0465a"/>
    <p:sldId id="575" r:id="R3262eb733eb14b0f"/>
    <p:sldId id="576" r:id="Rc1269fbfaa274ad1"/>
    <p:sldId id="577" r:id="R01bbcde77d3344cc"/>
    <p:sldId id="578" r:id="R55150ae7c06d46ee"/>
    <p:sldId id="579" r:id="Reb2af6dc778342f4"/>
    <p:sldId id="580" r:id="R0f740d94d769481b"/>
    <p:sldId id="581" r:id="Rd5d04eb845484668"/>
    <p:sldId id="582" r:id="R4cb5a9a9cfc3491d"/>
    <p:sldId id="583" r:id="R74e134986714440c"/>
    <p:sldId id="584" r:id="R0c5dac978b81456b"/>
    <p:sldId id="585" r:id="R0c503e61ba894704"/>
    <p:sldId id="586" r:id="R50033d477ca14a2c"/>
    <p:sldId id="587" r:id="Rd5b8a6c761da4b35"/>
    <p:sldId id="588" r:id="Rc5f0210472b74f8c"/>
    <p:sldId id="589" r:id="Rc2ca73ebc0454053"/>
    <p:sldId id="590" r:id="Rb2f60e5a8d7842f0"/>
    <p:sldId id="591" r:id="R5ce44f77b23c4c8f"/>
    <p:sldId id="592" r:id="R0b8e1d60c45d4508"/>
    <p:sldId id="593" r:id="R3da2aae3aba34418"/>
    <p:sldId id="594" r:id="R02819c84f6c84835"/>
    <p:sldId id="595" r:id="Rf599e02c868b48d3"/>
    <p:sldId id="596" r:id="R22409075704b4811"/>
    <p:sldId id="597" r:id="R3aa76f0319bd4b7f"/>
    <p:sldId id="598" r:id="Rac26e0a4118a4446"/>
    <p:sldId id="599" r:id="R434579c3938e4f4f"/>
    <p:sldId id="600" r:id="Re2ad0384536e4ba4"/>
    <p:sldId id="601" r:id="R4c22c48e302d45dd"/>
    <p:sldId id="602" r:id="Rc014a16aefd14733"/>
    <p:sldId id="603" r:id="R67f9ce87bb9947b0"/>
    <p:sldId id="604" r:id="R9896dde8da964cb4"/>
    <p:sldId id="605" r:id="R706a847cb1234d20"/>
    <p:sldId id="606" r:id="R979fc24733d94511"/>
    <p:sldId id="607" r:id="Rd74697787d3c4ed7"/>
    <p:sldId id="608" r:id="R93f24365cc0a4545"/>
    <p:sldId id="609" r:id="R069b21ea25084bad"/>
    <p:sldId id="610" r:id="Rdd468586536b46b8"/>
    <p:sldId id="611" r:id="Ra392cbf14c284cce"/>
    <p:sldId id="612" r:id="Rc672df8173f44b88"/>
    <p:sldId id="613" r:id="R4a4ad093a4544523"/>
    <p:sldId id="614" r:id="Rafb4a414b8cf41f2"/>
    <p:sldId id="615" r:id="Raf7facfc1d424b5d"/>
    <p:sldId id="616" r:id="R353d8937269743b9"/>
    <p:sldId id="617" r:id="R149f794b53744b7b"/>
    <p:sldId id="618" r:id="R35e0beb055754cfd"/>
    <p:sldId id="619" r:id="R88558e0581f74604"/>
    <p:sldId id="620" r:id="R9db32a09b6064f3a"/>
    <p:sldId id="621" r:id="R21dc8b8464d84381"/>
    <p:sldId id="622" r:id="R3b827e659ad04b02"/>
    <p:sldId id="623" r:id="Ra687b51e5086488f"/>
    <p:sldId id="624" r:id="Rcbc26064d2e84085"/>
    <p:sldId id="625" r:id="Raf3381f856e7471a"/>
    <p:sldId id="626" r:id="R273c4ff659284db6"/>
    <p:sldId id="627" r:id="Rb31bffd276944ca8"/>
    <p:sldId id="628" r:id="R96c0206ef9f64233"/>
    <p:sldId id="629" r:id="Re7ab11aae39549d0"/>
    <p:sldId id="630" r:id="R5a3e5510488948c1"/>
    <p:sldId id="631" r:id="Rd70f8e11e4a9440f"/>
    <p:sldId id="632" r:id="R37c6d733dec843fa"/>
    <p:sldId id="633" r:id="R5cd11da78d7c4be2"/>
    <p:sldId id="634" r:id="R0d02d89b351c4de1"/>
    <p:sldId id="635" r:id="R6d753427abb44995"/>
    <p:sldId id="636" r:id="Rff76ef22ce534221"/>
    <p:sldId id="637" r:id="R187cf02fe9874b93"/>
    <p:sldId id="638" r:id="Rf1b64e9b82fb49d8"/>
    <p:sldId id="639" r:id="R0838446bda004830"/>
    <p:sldId id="640" r:id="Rf2da0eac977c40a9"/>
    <p:sldId id="641" r:id="Rf9f4bad1d0e94739"/>
    <p:sldId id="642" r:id="R4e0c5604f20741c3"/>
    <p:sldId id="643" r:id="Reeeba81c78184187"/>
    <p:sldId id="644" r:id="Rf2311fd63411461c"/>
    <p:sldId id="645" r:id="R05e2b284c26a48c8"/>
    <p:sldId id="646" r:id="Rba7a87d26bcc41d0"/>
    <p:sldId id="647" r:id="R8351e7ba7368422c"/>
    <p:sldId id="648" r:id="R2369b7fe3f28445a"/>
    <p:sldId id="649" r:id="R50f98ca0ed854b21"/>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ef0f6eca243a46ca" /><Relationship Type="http://schemas.openxmlformats.org/officeDocument/2006/relationships/presProps" Target="/ppt/presProps.xml" Id="R510dbb10bede44bc" /><Relationship Type="http://schemas.openxmlformats.org/officeDocument/2006/relationships/viewProps" Target="/ppt/viewProps.xml" Id="Rc523eabfb25648bb" /><Relationship Type="http://schemas.openxmlformats.org/officeDocument/2006/relationships/slideMaster" Target="/ppt/slideMasters/slideMaster1.xml" Id="R2f8dc22827324e9a" /><Relationship Type="http://schemas.openxmlformats.org/officeDocument/2006/relationships/theme" Target="/ppt/slideMasters/theme/theme2.xml" Id="R5efa91693b5c47ca" /><Relationship Type="http://schemas.openxmlformats.org/officeDocument/2006/relationships/slideMaster" Target="/ppt/slideMasters/slideMaster2.xml" Id="R9d8db989d33b4924" /><Relationship Type="http://schemas.openxmlformats.org/officeDocument/2006/relationships/slide" Target="/ppt/slides/slide1.xml" Id="Rc4f213890fbe4790" /><Relationship Type="http://schemas.openxmlformats.org/officeDocument/2006/relationships/slide" Target="/ppt/slides/slide2.xml" Id="R30ca19d6471945b4" /><Relationship Type="http://schemas.openxmlformats.org/officeDocument/2006/relationships/slide" Target="/ppt/slides/slide3.xml" Id="R69b5cbc679ee4f9c" /><Relationship Type="http://schemas.openxmlformats.org/officeDocument/2006/relationships/slide" Target="/ppt/slides/slide4.xml" Id="R49b7f008735f47c8" /><Relationship Type="http://schemas.openxmlformats.org/officeDocument/2006/relationships/slide" Target="/ppt/slides/slide5.xml" Id="Rd5b7239cf6774521" /><Relationship Type="http://schemas.openxmlformats.org/officeDocument/2006/relationships/slide" Target="/ppt/slides/slide6.xml" Id="R94a73b2ef1544ee3" /><Relationship Type="http://schemas.openxmlformats.org/officeDocument/2006/relationships/slide" Target="/ppt/slides/slide7.xml" Id="R0c306fee942c4c82" /><Relationship Type="http://schemas.openxmlformats.org/officeDocument/2006/relationships/tableStyles" Target="/ppt/tableStyles.xml" Id="R62d7ed64dd064121" /><Relationship Type="http://schemas.openxmlformats.org/officeDocument/2006/relationships/slide" Target="/ppt/slides/slide8.xml" Id="Rd04b7f98c0904eeb" /><Relationship Type="http://schemas.openxmlformats.org/officeDocument/2006/relationships/slide" Target="/ppt/slides/slide9.xml" Id="R7d9bd42fecef4521" /><Relationship Type="http://schemas.openxmlformats.org/officeDocument/2006/relationships/slide" Target="/ppt/slides/slide10.xml" Id="Rd4938c0d085e409a" /><Relationship Type="http://schemas.openxmlformats.org/officeDocument/2006/relationships/slide" Target="/ppt/slides/slide11.xml" Id="Rb48155df961640ab" /><Relationship Type="http://schemas.openxmlformats.org/officeDocument/2006/relationships/slide" Target="/ppt/slides/slide12.xml" Id="R40f38db49f2e4518" /><Relationship Type="http://schemas.openxmlformats.org/officeDocument/2006/relationships/slide" Target="/ppt/slides/slide13.xml" Id="Re5921ef7e8a144d6" /><Relationship Type="http://schemas.openxmlformats.org/officeDocument/2006/relationships/slide" Target="/ppt/slides/slide14.xml" Id="R06bbfa1e65264a50" /><Relationship Type="http://schemas.openxmlformats.org/officeDocument/2006/relationships/slide" Target="/ppt/slides/slide15.xml" Id="R656620cb81cc4389" /><Relationship Type="http://schemas.openxmlformats.org/officeDocument/2006/relationships/slide" Target="/ppt/slides/slide16.xml" Id="Raa4f3487b8de4fb3" /><Relationship Type="http://schemas.openxmlformats.org/officeDocument/2006/relationships/slide" Target="/ppt/slides/slide17.xml" Id="Ra9c6c2a3f3e04037" /><Relationship Type="http://schemas.openxmlformats.org/officeDocument/2006/relationships/slide" Target="/ppt/slides/slide18.xml" Id="Rd21ebdfdd9cd43a9" /><Relationship Type="http://schemas.openxmlformats.org/officeDocument/2006/relationships/slide" Target="/ppt/slides/slide19.xml" Id="R325d77020b484f1b" /><Relationship Type="http://schemas.openxmlformats.org/officeDocument/2006/relationships/slide" Target="/ppt/slides/slide20.xml" Id="R3d9ae867b143483d" /><Relationship Type="http://schemas.openxmlformats.org/officeDocument/2006/relationships/slide" Target="/ppt/slides/slide21.xml" Id="Rd1998fd43f9e4d6a" /><Relationship Type="http://schemas.openxmlformats.org/officeDocument/2006/relationships/slide" Target="/ppt/slides/slide22.xml" Id="R54db97960c554222" /><Relationship Type="http://schemas.openxmlformats.org/officeDocument/2006/relationships/slide" Target="/ppt/slides/slide23.xml" Id="R1952214cb18f4a44" /><Relationship Type="http://schemas.openxmlformats.org/officeDocument/2006/relationships/slide" Target="/ppt/slides/slide24.xml" Id="R567ebe9d755e470b" /><Relationship Type="http://schemas.openxmlformats.org/officeDocument/2006/relationships/slide" Target="/ppt/slides/slide25.xml" Id="Re7cb6a01563f435f" /><Relationship Type="http://schemas.openxmlformats.org/officeDocument/2006/relationships/slide" Target="/ppt/slides/slide26.xml" Id="Rde9bb144496f4d05" /><Relationship Type="http://schemas.openxmlformats.org/officeDocument/2006/relationships/slide" Target="/ppt/slides/slide27.xml" Id="R65e8119907a34a37" /><Relationship Type="http://schemas.openxmlformats.org/officeDocument/2006/relationships/slide" Target="/ppt/slides/slide28.xml" Id="R19b6857964e74dc9" /><Relationship Type="http://schemas.openxmlformats.org/officeDocument/2006/relationships/slide" Target="/ppt/slides/slide29.xml" Id="Rdee1ed4122cb4d48" /><Relationship Type="http://schemas.openxmlformats.org/officeDocument/2006/relationships/slide" Target="/ppt/slides/slide30.xml" Id="R0d90126bc07c4f5d" /><Relationship Type="http://schemas.openxmlformats.org/officeDocument/2006/relationships/slide" Target="/ppt/slides/slide31.xml" Id="R5d4a5462618b4db6" /><Relationship Type="http://schemas.openxmlformats.org/officeDocument/2006/relationships/slide" Target="/ppt/slides/slide32.xml" Id="R35907ff211f44769" /><Relationship Type="http://schemas.openxmlformats.org/officeDocument/2006/relationships/slide" Target="/ppt/slides/slide33.xml" Id="R17a06604d0794e6d" /><Relationship Type="http://schemas.openxmlformats.org/officeDocument/2006/relationships/slide" Target="/ppt/slides/slide34.xml" Id="Rabca985fa4fb4520" /><Relationship Type="http://schemas.openxmlformats.org/officeDocument/2006/relationships/slide" Target="/ppt/slides/slide35.xml" Id="R3b45128b34454a81" /><Relationship Type="http://schemas.openxmlformats.org/officeDocument/2006/relationships/slide" Target="/ppt/slides/slide36.xml" Id="R6d8dff3ae92e4750" /><Relationship Type="http://schemas.openxmlformats.org/officeDocument/2006/relationships/slide" Target="/ppt/slides/slide37.xml" Id="R9dfb253a45364c7b" /><Relationship Type="http://schemas.openxmlformats.org/officeDocument/2006/relationships/slide" Target="/ppt/slides/slide38.xml" Id="Rc6640eb491c24312" /><Relationship Type="http://schemas.openxmlformats.org/officeDocument/2006/relationships/slide" Target="/ppt/slides/slide39.xml" Id="R1977c1129b544f3d" /><Relationship Type="http://schemas.openxmlformats.org/officeDocument/2006/relationships/slide" Target="/ppt/slides/slide40.xml" Id="Rd8a1631fe99b48b0" /><Relationship Type="http://schemas.openxmlformats.org/officeDocument/2006/relationships/slide" Target="/ppt/slides/slide41.xml" Id="Rd3b051b055104e3e" /><Relationship Type="http://schemas.openxmlformats.org/officeDocument/2006/relationships/slide" Target="/ppt/slides/slide42.xml" Id="R31ff47bf7b9c49a7" /><Relationship Type="http://schemas.openxmlformats.org/officeDocument/2006/relationships/slide" Target="/ppt/slides/slide43.xml" Id="R79e90b5284b34536" /><Relationship Type="http://schemas.openxmlformats.org/officeDocument/2006/relationships/slide" Target="/ppt/slides/slide44.xml" Id="R954203e4152f41be" /><Relationship Type="http://schemas.openxmlformats.org/officeDocument/2006/relationships/slide" Target="/ppt/slides/slide45.xml" Id="Rcf4b773e5eee47a4" /><Relationship Type="http://schemas.openxmlformats.org/officeDocument/2006/relationships/slide" Target="/ppt/slides/slide46.xml" Id="R8459e9dd859a4789" /><Relationship Type="http://schemas.openxmlformats.org/officeDocument/2006/relationships/slide" Target="/ppt/slides/slide47.xml" Id="Rcf9b2f1b0fc340f1" /><Relationship Type="http://schemas.openxmlformats.org/officeDocument/2006/relationships/slide" Target="/ppt/slides/slide48.xml" Id="Rf1d74049a5fd4cb4" /><Relationship Type="http://schemas.openxmlformats.org/officeDocument/2006/relationships/slide" Target="/ppt/slides/slide49.xml" Id="Re882eced8fa84913" /><Relationship Type="http://schemas.openxmlformats.org/officeDocument/2006/relationships/slide" Target="/ppt/slides/slide50.xml" Id="R3cb6c184983940a2" /><Relationship Type="http://schemas.openxmlformats.org/officeDocument/2006/relationships/slide" Target="/ppt/slides/slide51.xml" Id="R7c00095ffa03462a" /><Relationship Type="http://schemas.openxmlformats.org/officeDocument/2006/relationships/slide" Target="/ppt/slides/slide52.xml" Id="R0bcddfa72d914631" /><Relationship Type="http://schemas.openxmlformats.org/officeDocument/2006/relationships/slide" Target="/ppt/slides/slide53.xml" Id="Rcaa7b7d71a1b40a1" /><Relationship Type="http://schemas.openxmlformats.org/officeDocument/2006/relationships/slide" Target="/ppt/slides/slide54.xml" Id="Re9f583060b00402b" /><Relationship Type="http://schemas.openxmlformats.org/officeDocument/2006/relationships/slide" Target="/ppt/slides/slide55.xml" Id="Ra22184faca674baf" /><Relationship Type="http://schemas.openxmlformats.org/officeDocument/2006/relationships/slide" Target="/ppt/slides/slide56.xml" Id="Re1d2fd2cf9d74f01" /><Relationship Type="http://schemas.openxmlformats.org/officeDocument/2006/relationships/slide" Target="/ppt/slides/slide57.xml" Id="R99edfece9a0843bf" /><Relationship Type="http://schemas.openxmlformats.org/officeDocument/2006/relationships/slide" Target="/ppt/slides/slide58.xml" Id="R6f7e8ca5c4864960" /><Relationship Type="http://schemas.openxmlformats.org/officeDocument/2006/relationships/slide" Target="/ppt/slides/slide59.xml" Id="R4ef8a2ae7f7a4437" /><Relationship Type="http://schemas.openxmlformats.org/officeDocument/2006/relationships/slide" Target="/ppt/slides/slide60.xml" Id="R5fd3806f421446d1" /><Relationship Type="http://schemas.openxmlformats.org/officeDocument/2006/relationships/slide" Target="/ppt/slides/slide61.xml" Id="Re2481b7337974296" /><Relationship Type="http://schemas.openxmlformats.org/officeDocument/2006/relationships/slide" Target="/ppt/slides/slide62.xml" Id="Rca3e3cb818ae4fe4" /><Relationship Type="http://schemas.openxmlformats.org/officeDocument/2006/relationships/slide" Target="/ppt/slides/slide63.xml" Id="R5521cfb857004152" /><Relationship Type="http://schemas.openxmlformats.org/officeDocument/2006/relationships/slide" Target="/ppt/slides/slide64.xml" Id="R4bce7c59fdaa49ad" /><Relationship Type="http://schemas.openxmlformats.org/officeDocument/2006/relationships/slide" Target="/ppt/slides/slide65.xml" Id="Reaaba864a2a64a91" /><Relationship Type="http://schemas.openxmlformats.org/officeDocument/2006/relationships/slide" Target="/ppt/slides/slide66.xml" Id="Ra3954c4e5a904f2b" /><Relationship Type="http://schemas.openxmlformats.org/officeDocument/2006/relationships/slide" Target="/ppt/slides/slide67.xml" Id="R9d37083d9a644268" /><Relationship Type="http://schemas.openxmlformats.org/officeDocument/2006/relationships/slide" Target="/ppt/slides/slide68.xml" Id="Re60e426d78734f43" /><Relationship Type="http://schemas.openxmlformats.org/officeDocument/2006/relationships/slide" Target="/ppt/slides/slide69.xml" Id="R54138bd6838d4791" /><Relationship Type="http://schemas.openxmlformats.org/officeDocument/2006/relationships/slide" Target="/ppt/slides/slide70.xml" Id="Ra1bba52b95f34cdb" /><Relationship Type="http://schemas.openxmlformats.org/officeDocument/2006/relationships/slide" Target="/ppt/slides/slide71.xml" Id="Rfcb210339e2c48da" /><Relationship Type="http://schemas.openxmlformats.org/officeDocument/2006/relationships/slide" Target="/ppt/slides/slide72.xml" Id="Rc99d40eef19d440a" /><Relationship Type="http://schemas.openxmlformats.org/officeDocument/2006/relationships/slide" Target="/ppt/slides/slide73.xml" Id="R0f4dfee94f7342e9" /><Relationship Type="http://schemas.openxmlformats.org/officeDocument/2006/relationships/slide" Target="/ppt/slides/slide74.xml" Id="R322cc6c982314ab0" /><Relationship Type="http://schemas.openxmlformats.org/officeDocument/2006/relationships/slide" Target="/ppt/slides/slide75.xml" Id="R54b877d5dcf244b9" /><Relationship Type="http://schemas.openxmlformats.org/officeDocument/2006/relationships/slide" Target="/ppt/slides/slide76.xml" Id="Racb8c5c086b54f4a" /><Relationship Type="http://schemas.openxmlformats.org/officeDocument/2006/relationships/slide" Target="/ppt/slides/slide77.xml" Id="R02885f295fed4801" /><Relationship Type="http://schemas.openxmlformats.org/officeDocument/2006/relationships/slide" Target="/ppt/slides/slide78.xml" Id="R61f2b2bf6f8a4915" /><Relationship Type="http://schemas.openxmlformats.org/officeDocument/2006/relationships/slide" Target="/ppt/slides/slide79.xml" Id="R8d2a503c29794603" /><Relationship Type="http://schemas.openxmlformats.org/officeDocument/2006/relationships/slide" Target="/ppt/slides/slide80.xml" Id="R0a9df0967aa749ac" /><Relationship Type="http://schemas.openxmlformats.org/officeDocument/2006/relationships/slide" Target="/ppt/slides/slide81.xml" Id="R2d2a5051b5a148de" /><Relationship Type="http://schemas.openxmlformats.org/officeDocument/2006/relationships/slide" Target="/ppt/slides/slide82.xml" Id="R6928495666174350" /><Relationship Type="http://schemas.openxmlformats.org/officeDocument/2006/relationships/slide" Target="/ppt/slides/slide83.xml" Id="R40e37746ceda4785" /><Relationship Type="http://schemas.openxmlformats.org/officeDocument/2006/relationships/slide" Target="/ppt/slides/slide84.xml" Id="Rbe5a691cca344f4e" /><Relationship Type="http://schemas.openxmlformats.org/officeDocument/2006/relationships/slide" Target="/ppt/slides/slide85.xml" Id="R40f53aa14b4f44f7" /><Relationship Type="http://schemas.openxmlformats.org/officeDocument/2006/relationships/slide" Target="/ppt/slides/slide86.xml" Id="R1bdb3fb4192941b0" /><Relationship Type="http://schemas.openxmlformats.org/officeDocument/2006/relationships/slide" Target="/ppt/slides/slide87.xml" Id="R3fc1cfbea44c41b6" /><Relationship Type="http://schemas.openxmlformats.org/officeDocument/2006/relationships/slide" Target="/ppt/slides/slide88.xml" Id="R9667f8f9867945e1" /><Relationship Type="http://schemas.openxmlformats.org/officeDocument/2006/relationships/slide" Target="/ppt/slides/slide89.xml" Id="Racc16615e5634560" /><Relationship Type="http://schemas.openxmlformats.org/officeDocument/2006/relationships/slide" Target="/ppt/slides/slide90.xml" Id="R47f3e7b98de84d2d" /><Relationship Type="http://schemas.openxmlformats.org/officeDocument/2006/relationships/slide" Target="/ppt/slides/slide91.xml" Id="R33906883ec8f46bf" /><Relationship Type="http://schemas.openxmlformats.org/officeDocument/2006/relationships/slide" Target="/ppt/slides/slide92.xml" Id="R6622a92d12b942fb" /><Relationship Type="http://schemas.openxmlformats.org/officeDocument/2006/relationships/slide" Target="/ppt/slides/slide93.xml" Id="R59587a62187d4996" /><Relationship Type="http://schemas.openxmlformats.org/officeDocument/2006/relationships/slide" Target="/ppt/slides/slide94.xml" Id="Re04f8677c5184014" /><Relationship Type="http://schemas.openxmlformats.org/officeDocument/2006/relationships/slide" Target="/ppt/slides/slide95.xml" Id="R4cb838bee4224dee" /><Relationship Type="http://schemas.openxmlformats.org/officeDocument/2006/relationships/slide" Target="/ppt/slides/slide96.xml" Id="Rda8583c55277447d" /><Relationship Type="http://schemas.openxmlformats.org/officeDocument/2006/relationships/slide" Target="/ppt/slides/slide97.xml" Id="Rc86edcc022ac4b48" /><Relationship Type="http://schemas.openxmlformats.org/officeDocument/2006/relationships/slide" Target="/ppt/slides/slide98.xml" Id="R75bdac52db9a4cbc" /><Relationship Type="http://schemas.openxmlformats.org/officeDocument/2006/relationships/slide" Target="/ppt/slides/slide99.xml" Id="R5166bc307b6b4b5a" /><Relationship Type="http://schemas.openxmlformats.org/officeDocument/2006/relationships/slide" Target="/ppt/slides/slide100.xml" Id="Rd940299874ee4d6a" /><Relationship Type="http://schemas.openxmlformats.org/officeDocument/2006/relationships/slide" Target="/ppt/slides/slide101.xml" Id="Rdda14cbe0589402e" /><Relationship Type="http://schemas.openxmlformats.org/officeDocument/2006/relationships/slide" Target="/ppt/slides/slide102.xml" Id="R5b1ae4cf5a8c453c" /><Relationship Type="http://schemas.openxmlformats.org/officeDocument/2006/relationships/slide" Target="/ppt/slides/slide103.xml" Id="Rfa154d99803441d8" /><Relationship Type="http://schemas.openxmlformats.org/officeDocument/2006/relationships/slide" Target="/ppt/slides/slide104.xml" Id="R7de87e32b59d414b" /><Relationship Type="http://schemas.openxmlformats.org/officeDocument/2006/relationships/slide" Target="/ppt/slides/slide105.xml" Id="Rb0f6e85d99e84e0f" /><Relationship Type="http://schemas.openxmlformats.org/officeDocument/2006/relationships/slide" Target="/ppt/slides/slide106.xml" Id="Rdcc7eacf26d84ba5" /><Relationship Type="http://schemas.openxmlformats.org/officeDocument/2006/relationships/slide" Target="/ppt/slides/slide107.xml" Id="R2380114cd7f14449" /><Relationship Type="http://schemas.openxmlformats.org/officeDocument/2006/relationships/slide" Target="/ppt/slides/slide108.xml" Id="R4bf6e9c0b394415b" /><Relationship Type="http://schemas.openxmlformats.org/officeDocument/2006/relationships/slide" Target="/ppt/slides/slide109.xml" Id="R51b959b120d744e1" /><Relationship Type="http://schemas.openxmlformats.org/officeDocument/2006/relationships/slide" Target="/ppt/slides/slide110.xml" Id="Ra09342c28f4140a6" /><Relationship Type="http://schemas.openxmlformats.org/officeDocument/2006/relationships/slide" Target="/ppt/slides/slide111.xml" Id="R874e0ea960044921" /><Relationship Type="http://schemas.openxmlformats.org/officeDocument/2006/relationships/slide" Target="/ppt/slides/slide112.xml" Id="Rbd0fd8b67b0b48e1" /><Relationship Type="http://schemas.openxmlformats.org/officeDocument/2006/relationships/slide" Target="/ppt/slides/slide113.xml" Id="Ra1c33cb847f04721" /><Relationship Type="http://schemas.openxmlformats.org/officeDocument/2006/relationships/slide" Target="/ppt/slides/slide114.xml" Id="R1de206d7614b45c6" /><Relationship Type="http://schemas.openxmlformats.org/officeDocument/2006/relationships/slide" Target="/ppt/slides/slide115.xml" Id="R8954b3f2c2d84598" /><Relationship Type="http://schemas.openxmlformats.org/officeDocument/2006/relationships/slide" Target="/ppt/slides/slide116.xml" Id="R7183296887d3489a" /><Relationship Type="http://schemas.openxmlformats.org/officeDocument/2006/relationships/slide" Target="/ppt/slides/slide117.xml" Id="R2adb085660854d33" /><Relationship Type="http://schemas.openxmlformats.org/officeDocument/2006/relationships/slide" Target="/ppt/slides/slide118.xml" Id="R29152550cd39496c" /><Relationship Type="http://schemas.openxmlformats.org/officeDocument/2006/relationships/slide" Target="/ppt/slides/slide119.xml" Id="R61bbcd40aa4749fd" /><Relationship Type="http://schemas.openxmlformats.org/officeDocument/2006/relationships/slide" Target="/ppt/slides/slide120.xml" Id="Rfa0d53706bc14fba" /><Relationship Type="http://schemas.openxmlformats.org/officeDocument/2006/relationships/slide" Target="/ppt/slides/slide121.xml" Id="Re2e8b88142a0436d" /><Relationship Type="http://schemas.openxmlformats.org/officeDocument/2006/relationships/slide" Target="/ppt/slides/slide122.xml" Id="Ra876be6ab1db4b1e" /><Relationship Type="http://schemas.openxmlformats.org/officeDocument/2006/relationships/slide" Target="/ppt/slides/slide123.xml" Id="R73e9034c52c6493a" /><Relationship Type="http://schemas.openxmlformats.org/officeDocument/2006/relationships/slide" Target="/ppt/slides/slide124.xml" Id="R134e2e28c2fc46ef" /><Relationship Type="http://schemas.openxmlformats.org/officeDocument/2006/relationships/slide" Target="/ppt/slides/slide125.xml" Id="R2daefea238e94784" /><Relationship Type="http://schemas.openxmlformats.org/officeDocument/2006/relationships/slide" Target="/ppt/slides/slide126.xml" Id="Re429d2ed436e488a" /><Relationship Type="http://schemas.openxmlformats.org/officeDocument/2006/relationships/slide" Target="/ppt/slides/slide127.xml" Id="Ra80a8aff958e4b79" /><Relationship Type="http://schemas.openxmlformats.org/officeDocument/2006/relationships/slide" Target="/ppt/slides/slide128.xml" Id="Rab3ad72941dd4769" /><Relationship Type="http://schemas.openxmlformats.org/officeDocument/2006/relationships/slide" Target="/ppt/slides/slide129.xml" Id="R63b7d53408144a44" /><Relationship Type="http://schemas.openxmlformats.org/officeDocument/2006/relationships/slide" Target="/ppt/slides/slide130.xml" Id="Rec9d5ec89a7c4ab0" /><Relationship Type="http://schemas.openxmlformats.org/officeDocument/2006/relationships/slide" Target="/ppt/slides/slide131.xml" Id="R12a5a71f6de044c4" /><Relationship Type="http://schemas.openxmlformats.org/officeDocument/2006/relationships/slide" Target="/ppt/slides/slide132.xml" Id="Ra6348237cc4e4ada" /><Relationship Type="http://schemas.openxmlformats.org/officeDocument/2006/relationships/slide" Target="/ppt/slides/slide133.xml" Id="R8268ddf7a7e440db" /><Relationship Type="http://schemas.openxmlformats.org/officeDocument/2006/relationships/slide" Target="/ppt/slides/slide134.xml" Id="R73ee5288d8ca40f8" /><Relationship Type="http://schemas.openxmlformats.org/officeDocument/2006/relationships/slide" Target="/ppt/slides/slide135.xml" Id="Re8578a102ecd4761" /><Relationship Type="http://schemas.openxmlformats.org/officeDocument/2006/relationships/slide" Target="/ppt/slides/slide136.xml" Id="R39611f5ac1e04738" /><Relationship Type="http://schemas.openxmlformats.org/officeDocument/2006/relationships/slide" Target="/ppt/slides/slide137.xml" Id="R06d5e4c3ace045c9" /><Relationship Type="http://schemas.openxmlformats.org/officeDocument/2006/relationships/slide" Target="/ppt/slides/slide138.xml" Id="Rb92afedb84844ac4" /><Relationship Type="http://schemas.openxmlformats.org/officeDocument/2006/relationships/slide" Target="/ppt/slides/slide139.xml" Id="R299b2c967f9c41df" /><Relationship Type="http://schemas.openxmlformats.org/officeDocument/2006/relationships/slide" Target="/ppt/slides/slide140.xml" Id="Rbefa308a180d4e3a" /><Relationship Type="http://schemas.openxmlformats.org/officeDocument/2006/relationships/slide" Target="/ppt/slides/slide141.xml" Id="R01ccca15b1164442" /><Relationship Type="http://schemas.openxmlformats.org/officeDocument/2006/relationships/slide" Target="/ppt/slides/slide142.xml" Id="R16a97efe479b4757" /><Relationship Type="http://schemas.openxmlformats.org/officeDocument/2006/relationships/slide" Target="/ppt/slides/slide143.xml" Id="R42b0e22a824d461d" /><Relationship Type="http://schemas.openxmlformats.org/officeDocument/2006/relationships/slide" Target="/ppt/slides/slide144.xml" Id="R88cb5be52aa448a6" /><Relationship Type="http://schemas.openxmlformats.org/officeDocument/2006/relationships/slide" Target="/ppt/slides/slide145.xml" Id="Re53a199cdbfd4893" /><Relationship Type="http://schemas.openxmlformats.org/officeDocument/2006/relationships/slide" Target="/ppt/slides/slide146.xml" Id="R82122f7a1a5b4eb7" /><Relationship Type="http://schemas.openxmlformats.org/officeDocument/2006/relationships/slide" Target="/ppt/slides/slide147.xml" Id="R508deca01ede4541" /><Relationship Type="http://schemas.openxmlformats.org/officeDocument/2006/relationships/slide" Target="/ppt/slides/slide148.xml" Id="R21c7dc8bbece4147" /><Relationship Type="http://schemas.openxmlformats.org/officeDocument/2006/relationships/slide" Target="/ppt/slides/slide149.xml" Id="R5edfb7738c6f4695" /><Relationship Type="http://schemas.openxmlformats.org/officeDocument/2006/relationships/slide" Target="/ppt/slides/slide150.xml" Id="R5b73fdffa47844ab" /><Relationship Type="http://schemas.openxmlformats.org/officeDocument/2006/relationships/slide" Target="/ppt/slides/slide151.xml" Id="R11971f6ae4dd4a12" /><Relationship Type="http://schemas.openxmlformats.org/officeDocument/2006/relationships/slide" Target="/ppt/slides/slide152.xml" Id="Rf83902726a26420c" /><Relationship Type="http://schemas.openxmlformats.org/officeDocument/2006/relationships/slide" Target="/ppt/slides/slide153.xml" Id="R5d5cc00ae8604856" /><Relationship Type="http://schemas.openxmlformats.org/officeDocument/2006/relationships/slide" Target="/ppt/slides/slide154.xml" Id="Rb706e5e60f6c41d0" /><Relationship Type="http://schemas.openxmlformats.org/officeDocument/2006/relationships/slide" Target="/ppt/slides/slide155.xml" Id="R849487b1431b4ed2" /><Relationship Type="http://schemas.openxmlformats.org/officeDocument/2006/relationships/slide" Target="/ppt/slides/slide156.xml" Id="R47b69f12cea7421b" /><Relationship Type="http://schemas.openxmlformats.org/officeDocument/2006/relationships/slide" Target="/ppt/slides/slide157.xml" Id="R97c0f72f7ebc4f26" /><Relationship Type="http://schemas.openxmlformats.org/officeDocument/2006/relationships/slide" Target="/ppt/slides/slide158.xml" Id="Rdf05221c6f8e4107" /><Relationship Type="http://schemas.openxmlformats.org/officeDocument/2006/relationships/slide" Target="/ppt/slides/slide159.xml" Id="Rfa886b6368f041ff" /><Relationship Type="http://schemas.openxmlformats.org/officeDocument/2006/relationships/slide" Target="/ppt/slides/slide160.xml" Id="R47dc3c83c1554a2a" /><Relationship Type="http://schemas.openxmlformats.org/officeDocument/2006/relationships/slide" Target="/ppt/slides/slide161.xml" Id="R1b15a76973f1488e" /><Relationship Type="http://schemas.openxmlformats.org/officeDocument/2006/relationships/slide" Target="/ppt/slides/slide162.xml" Id="Rb5f6e7a10d5d4ac9" /><Relationship Type="http://schemas.openxmlformats.org/officeDocument/2006/relationships/slide" Target="/ppt/slides/slide163.xml" Id="R83fa99bd20c64d34" /><Relationship Type="http://schemas.openxmlformats.org/officeDocument/2006/relationships/slide" Target="/ppt/slides/slide164.xml" Id="R243c51d1ab094131" /><Relationship Type="http://schemas.openxmlformats.org/officeDocument/2006/relationships/slide" Target="/ppt/slides/slide165.xml" Id="Re90c70107d3a4a97" /><Relationship Type="http://schemas.openxmlformats.org/officeDocument/2006/relationships/slide" Target="/ppt/slides/slide166.xml" Id="Rea571101e343437f" /><Relationship Type="http://schemas.openxmlformats.org/officeDocument/2006/relationships/slide" Target="/ppt/slides/slide167.xml" Id="Red1975c5d3014048" /><Relationship Type="http://schemas.openxmlformats.org/officeDocument/2006/relationships/slide" Target="/ppt/slides/slide168.xml" Id="R849c9593d8d64659" /><Relationship Type="http://schemas.openxmlformats.org/officeDocument/2006/relationships/slide" Target="/ppt/slides/slide169.xml" Id="Rb4abfcbd39ed413c" /><Relationship Type="http://schemas.openxmlformats.org/officeDocument/2006/relationships/slide" Target="/ppt/slides/slide170.xml" Id="R67d4383966704ec7" /><Relationship Type="http://schemas.openxmlformats.org/officeDocument/2006/relationships/slide" Target="/ppt/slides/slide171.xml" Id="Rc6229bf8ac3641fe" /><Relationship Type="http://schemas.openxmlformats.org/officeDocument/2006/relationships/slide" Target="/ppt/slides/slide172.xml" Id="R0037962f36c44e94" /><Relationship Type="http://schemas.openxmlformats.org/officeDocument/2006/relationships/slide" Target="/ppt/slides/slide173.xml" Id="R4b6cfa34090b4eb7" /><Relationship Type="http://schemas.openxmlformats.org/officeDocument/2006/relationships/slide" Target="/ppt/slides/slide174.xml" Id="R58f901f49a9e4b72" /><Relationship Type="http://schemas.openxmlformats.org/officeDocument/2006/relationships/slide" Target="/ppt/slides/slide175.xml" Id="Rc2624772de804465" /><Relationship Type="http://schemas.openxmlformats.org/officeDocument/2006/relationships/slide" Target="/ppt/slides/slide176.xml" Id="Rbb7ba81fa314445a" /><Relationship Type="http://schemas.openxmlformats.org/officeDocument/2006/relationships/slide" Target="/ppt/slides/slide177.xml" Id="Rba397d03b3c04b7c" /><Relationship Type="http://schemas.openxmlformats.org/officeDocument/2006/relationships/slide" Target="/ppt/slides/slide178.xml" Id="Rc1ece352e0054276" /><Relationship Type="http://schemas.openxmlformats.org/officeDocument/2006/relationships/slide" Target="/ppt/slides/slide179.xml" Id="Ree439d6e86f44d52" /><Relationship Type="http://schemas.openxmlformats.org/officeDocument/2006/relationships/slide" Target="/ppt/slides/slide180.xml" Id="R5b2c582128814376" /><Relationship Type="http://schemas.openxmlformats.org/officeDocument/2006/relationships/slide" Target="/ppt/slides/slide181.xml" Id="R5bd6245b30a0441b" /><Relationship Type="http://schemas.openxmlformats.org/officeDocument/2006/relationships/slide" Target="/ppt/slides/slide182.xml" Id="Rb5a1cdf061e14cec" /><Relationship Type="http://schemas.openxmlformats.org/officeDocument/2006/relationships/slide" Target="/ppt/slides/slide183.xml" Id="Rf53904815c524cfc" /><Relationship Type="http://schemas.openxmlformats.org/officeDocument/2006/relationships/slide" Target="/ppt/slides/slide184.xml" Id="Rf544f0a660a648cb" /><Relationship Type="http://schemas.openxmlformats.org/officeDocument/2006/relationships/slide" Target="/ppt/slides/slide185.xml" Id="R94a8805ce01547e5" /><Relationship Type="http://schemas.openxmlformats.org/officeDocument/2006/relationships/slide" Target="/ppt/slides/slide186.xml" Id="R20e4a25f17bd4c39" /><Relationship Type="http://schemas.openxmlformats.org/officeDocument/2006/relationships/slide" Target="/ppt/slides/slide187.xml" Id="R917a4b5743704307" /><Relationship Type="http://schemas.openxmlformats.org/officeDocument/2006/relationships/slide" Target="/ppt/slides/slide188.xml" Id="R72b685527f6d432a" /><Relationship Type="http://schemas.openxmlformats.org/officeDocument/2006/relationships/slide" Target="/ppt/slides/slide189.xml" Id="Rdcf3d817eead41ef" /><Relationship Type="http://schemas.openxmlformats.org/officeDocument/2006/relationships/slide" Target="/ppt/slides/slide190.xml" Id="R66c5a594a2434a3d" /><Relationship Type="http://schemas.openxmlformats.org/officeDocument/2006/relationships/slide" Target="/ppt/slides/slide191.xml" Id="Re3c94a3e99bc42ef" /><Relationship Type="http://schemas.openxmlformats.org/officeDocument/2006/relationships/slide" Target="/ppt/slides/slide192.xml" Id="Rfd5dc8f1c8924272" /><Relationship Type="http://schemas.openxmlformats.org/officeDocument/2006/relationships/slide" Target="/ppt/slides/slide193.xml" Id="R5a953d2bb4654244" /><Relationship Type="http://schemas.openxmlformats.org/officeDocument/2006/relationships/slide" Target="/ppt/slides/slide194.xml" Id="Rd4ac1ed3529e47e1" /><Relationship Type="http://schemas.openxmlformats.org/officeDocument/2006/relationships/slide" Target="/ppt/slides/slide195.xml" Id="Rc79cca8948454163" /><Relationship Type="http://schemas.openxmlformats.org/officeDocument/2006/relationships/slide" Target="/ppt/slides/slide196.xml" Id="R4762afe2a0a34c82" /><Relationship Type="http://schemas.openxmlformats.org/officeDocument/2006/relationships/slide" Target="/ppt/slides/slide197.xml" Id="Rcd5b8ad378f9466b" /><Relationship Type="http://schemas.openxmlformats.org/officeDocument/2006/relationships/slide" Target="/ppt/slides/slide198.xml" Id="R5576822381ce419e" /><Relationship Type="http://schemas.openxmlformats.org/officeDocument/2006/relationships/slide" Target="/ppt/slides/slide199.xml" Id="R16c3dd11e3b64816" /><Relationship Type="http://schemas.openxmlformats.org/officeDocument/2006/relationships/slide" Target="/ppt/slides/slide200.xml" Id="R2d786cdb03874162" /><Relationship Type="http://schemas.openxmlformats.org/officeDocument/2006/relationships/slide" Target="/ppt/slides/slide201.xml" Id="Rff0ee4ff771445a8" /><Relationship Type="http://schemas.openxmlformats.org/officeDocument/2006/relationships/slide" Target="/ppt/slides/slide202.xml" Id="R63e1c200bc494c2a" /><Relationship Type="http://schemas.openxmlformats.org/officeDocument/2006/relationships/slide" Target="/ppt/slides/slide203.xml" Id="R4d3b04a3b69748e0" /><Relationship Type="http://schemas.openxmlformats.org/officeDocument/2006/relationships/slide" Target="/ppt/slides/slide204.xml" Id="Rfde23b24a4f646e4" /><Relationship Type="http://schemas.openxmlformats.org/officeDocument/2006/relationships/slide" Target="/ppt/slides/slide205.xml" Id="R765a36a3a5ba43a5" /><Relationship Type="http://schemas.openxmlformats.org/officeDocument/2006/relationships/slide" Target="/ppt/slides/slide206.xml" Id="R4fc97e564fdb465c" /><Relationship Type="http://schemas.openxmlformats.org/officeDocument/2006/relationships/slide" Target="/ppt/slides/slide207.xml" Id="R65049f4b97fc4938" /><Relationship Type="http://schemas.openxmlformats.org/officeDocument/2006/relationships/slide" Target="/ppt/slides/slide208.xml" Id="R79fe3d2df9254292" /><Relationship Type="http://schemas.openxmlformats.org/officeDocument/2006/relationships/slide" Target="/ppt/slides/slide209.xml" Id="Rc526970a753b4647" /><Relationship Type="http://schemas.openxmlformats.org/officeDocument/2006/relationships/slide" Target="/ppt/slides/slide210.xml" Id="R70885f96a11b4cf2" /><Relationship Type="http://schemas.openxmlformats.org/officeDocument/2006/relationships/slide" Target="/ppt/slides/slide211.xml" Id="Rec32ba3cff4b4d26" /><Relationship Type="http://schemas.openxmlformats.org/officeDocument/2006/relationships/slide" Target="/ppt/slides/slide212.xml" Id="Rfa5af7c289e04e1f" /><Relationship Type="http://schemas.openxmlformats.org/officeDocument/2006/relationships/slide" Target="/ppt/slides/slide213.xml" Id="R2fd60c1683bc463e" /><Relationship Type="http://schemas.openxmlformats.org/officeDocument/2006/relationships/slide" Target="/ppt/slides/slide214.xml" Id="Rfe1988661cf4424f" /><Relationship Type="http://schemas.openxmlformats.org/officeDocument/2006/relationships/slide" Target="/ppt/slides/slide215.xml" Id="R5db23cc5a338480c" /><Relationship Type="http://schemas.openxmlformats.org/officeDocument/2006/relationships/slide" Target="/ppt/slides/slide216.xml" Id="R6bdc2d04874c46e0" /><Relationship Type="http://schemas.openxmlformats.org/officeDocument/2006/relationships/slide" Target="/ppt/slides/slide217.xml" Id="R15d0943e9bab450d" /><Relationship Type="http://schemas.openxmlformats.org/officeDocument/2006/relationships/slide" Target="/ppt/slides/slide218.xml" Id="R09dcb6532db1409e" /><Relationship Type="http://schemas.openxmlformats.org/officeDocument/2006/relationships/slide" Target="/ppt/slides/slide219.xml" Id="Rff895dc1d45b459f" /><Relationship Type="http://schemas.openxmlformats.org/officeDocument/2006/relationships/slide" Target="/ppt/slides/slide220.xml" Id="R794d1cee983c4faf" /><Relationship Type="http://schemas.openxmlformats.org/officeDocument/2006/relationships/slide" Target="/ppt/slides/slide221.xml" Id="R7feb907a131d4c74" /><Relationship Type="http://schemas.openxmlformats.org/officeDocument/2006/relationships/slide" Target="/ppt/slides/slide222.xml" Id="Re77b3f75d4734177" /><Relationship Type="http://schemas.openxmlformats.org/officeDocument/2006/relationships/slide" Target="/ppt/slides/slide223.xml" Id="Ra1b44b99b191442a" /><Relationship Type="http://schemas.openxmlformats.org/officeDocument/2006/relationships/slide" Target="/ppt/slides/slide224.xml" Id="R5ec25b4ec36843a1" /><Relationship Type="http://schemas.openxmlformats.org/officeDocument/2006/relationships/slide" Target="/ppt/slides/slide225.xml" Id="Rba229f36ab644ad9" /><Relationship Type="http://schemas.openxmlformats.org/officeDocument/2006/relationships/slide" Target="/ppt/slides/slide226.xml" Id="R2e778f4f147e43ec" /><Relationship Type="http://schemas.openxmlformats.org/officeDocument/2006/relationships/slide" Target="/ppt/slides/slide227.xml" Id="Rf7c44316e3e545df" /><Relationship Type="http://schemas.openxmlformats.org/officeDocument/2006/relationships/slide" Target="/ppt/slides/slide228.xml" Id="R18c24e98f7c547a9" /><Relationship Type="http://schemas.openxmlformats.org/officeDocument/2006/relationships/slide" Target="/ppt/slides/slide229.xml" Id="R14ffa0c27da84968" /><Relationship Type="http://schemas.openxmlformats.org/officeDocument/2006/relationships/slide" Target="/ppt/slides/slide230.xml" Id="Rcf51d69aa7a6456f" /><Relationship Type="http://schemas.openxmlformats.org/officeDocument/2006/relationships/slide" Target="/ppt/slides/slide231.xml" Id="R58795eb11fde4c02" /><Relationship Type="http://schemas.openxmlformats.org/officeDocument/2006/relationships/slide" Target="/ppt/slides/slide232.xml" Id="Rc93355880582414a" /><Relationship Type="http://schemas.openxmlformats.org/officeDocument/2006/relationships/slide" Target="/ppt/slides/slide233.xml" Id="Red5386764d284c69" /><Relationship Type="http://schemas.openxmlformats.org/officeDocument/2006/relationships/slide" Target="/ppt/slides/slide234.xml" Id="R03840a9900394ecf" /><Relationship Type="http://schemas.openxmlformats.org/officeDocument/2006/relationships/slide" Target="/ppt/slides/slide235.xml" Id="Rd035d3ea94e6434e" /><Relationship Type="http://schemas.openxmlformats.org/officeDocument/2006/relationships/slide" Target="/ppt/slides/slide236.xml" Id="Rd80a567444c54674" /><Relationship Type="http://schemas.openxmlformats.org/officeDocument/2006/relationships/slide" Target="/ppt/slides/slide237.xml" Id="Rad2c37a686be4aee" /><Relationship Type="http://schemas.openxmlformats.org/officeDocument/2006/relationships/slide" Target="/ppt/slides/slide238.xml" Id="Refb969846e6f4358" /><Relationship Type="http://schemas.openxmlformats.org/officeDocument/2006/relationships/slide" Target="/ppt/slides/slide239.xml" Id="R5f2e63bf366e4cff" /><Relationship Type="http://schemas.openxmlformats.org/officeDocument/2006/relationships/slide" Target="/ppt/slides/slide240.xml" Id="Rb057d70be0be4a49" /><Relationship Type="http://schemas.openxmlformats.org/officeDocument/2006/relationships/slide" Target="/ppt/slides/slide241.xml" Id="R6e22462c07d24c7e" /><Relationship Type="http://schemas.openxmlformats.org/officeDocument/2006/relationships/slide" Target="/ppt/slides/slide242.xml" Id="R7a97d5431cd74f30" /><Relationship Type="http://schemas.openxmlformats.org/officeDocument/2006/relationships/slide" Target="/ppt/slides/slide243.xml" Id="R69b341ea3da24b21" /><Relationship Type="http://schemas.openxmlformats.org/officeDocument/2006/relationships/slide" Target="/ppt/slides/slide244.xml" Id="R8f005c1bdcb94174" /><Relationship Type="http://schemas.openxmlformats.org/officeDocument/2006/relationships/slide" Target="/ppt/slides/slide245.xml" Id="R68dcdeb693504372" /><Relationship Type="http://schemas.openxmlformats.org/officeDocument/2006/relationships/slide" Target="/ppt/slides/slide246.xml" Id="R732efa5e76bf42fe" /><Relationship Type="http://schemas.openxmlformats.org/officeDocument/2006/relationships/slide" Target="/ppt/slides/slide247.xml" Id="Rdaed10db6fd44bf6" /><Relationship Type="http://schemas.openxmlformats.org/officeDocument/2006/relationships/slide" Target="/ppt/slides/slide248.xml" Id="R6b5930ac93a94831" /><Relationship Type="http://schemas.openxmlformats.org/officeDocument/2006/relationships/slide" Target="/ppt/slides/slide249.xml" Id="R046a04dbaaf64dc4" /><Relationship Type="http://schemas.openxmlformats.org/officeDocument/2006/relationships/slide" Target="/ppt/slides/slide250.xml" Id="R34769152305a407e" /><Relationship Type="http://schemas.openxmlformats.org/officeDocument/2006/relationships/slide" Target="/ppt/slides/slide251.xml" Id="Re575200d08c04a15" /><Relationship Type="http://schemas.openxmlformats.org/officeDocument/2006/relationships/slide" Target="/ppt/slides/slide252.xml" Id="R04b8e951650b4636" /><Relationship Type="http://schemas.openxmlformats.org/officeDocument/2006/relationships/slide" Target="/ppt/slides/slide253.xml" Id="R33e4ebb0833f4d85" /><Relationship Type="http://schemas.openxmlformats.org/officeDocument/2006/relationships/slide" Target="/ppt/slides/slide254.xml" Id="R70a91d39cfe84939" /><Relationship Type="http://schemas.openxmlformats.org/officeDocument/2006/relationships/slide" Target="/ppt/slides/slide255.xml" Id="Rcb4756af000c46a7" /><Relationship Type="http://schemas.openxmlformats.org/officeDocument/2006/relationships/slide" Target="/ppt/slides/slide256.xml" Id="R79e5262fe927401d" /><Relationship Type="http://schemas.openxmlformats.org/officeDocument/2006/relationships/slide" Target="/ppt/slides/slide257.xml" Id="R0556b750742c4bd6" /><Relationship Type="http://schemas.openxmlformats.org/officeDocument/2006/relationships/slide" Target="/ppt/slides/slide258.xml" Id="Rd8398297cdab4809" /><Relationship Type="http://schemas.openxmlformats.org/officeDocument/2006/relationships/slide" Target="/ppt/slides/slide259.xml" Id="R3ca28b4a6fd147e4" /><Relationship Type="http://schemas.openxmlformats.org/officeDocument/2006/relationships/slide" Target="/ppt/slides/slide260.xml" Id="R8c3dc5890f334cf1" /><Relationship Type="http://schemas.openxmlformats.org/officeDocument/2006/relationships/slide" Target="/ppt/slides/slide261.xml" Id="R1f0b1a006a5e41e5" /><Relationship Type="http://schemas.openxmlformats.org/officeDocument/2006/relationships/slide" Target="/ppt/slides/slide262.xml" Id="R262102b9e34048ae" /><Relationship Type="http://schemas.openxmlformats.org/officeDocument/2006/relationships/slide" Target="/ppt/slides/slide263.xml" Id="R536bc76627df4032" /><Relationship Type="http://schemas.openxmlformats.org/officeDocument/2006/relationships/slide" Target="/ppt/slides/slide264.xml" Id="Rcdded2ef7c8d4548" /><Relationship Type="http://schemas.openxmlformats.org/officeDocument/2006/relationships/slide" Target="/ppt/slides/slide265.xml" Id="Rf65bedafc55340b5" /><Relationship Type="http://schemas.openxmlformats.org/officeDocument/2006/relationships/slide" Target="/ppt/slides/slide266.xml" Id="Ra2e0a30409f94e33" /><Relationship Type="http://schemas.openxmlformats.org/officeDocument/2006/relationships/slide" Target="/ppt/slides/slide267.xml" Id="Ra2e3ecfe01724922" /><Relationship Type="http://schemas.openxmlformats.org/officeDocument/2006/relationships/slide" Target="/ppt/slides/slide268.xml" Id="R9e7a9ce8b64043cb" /><Relationship Type="http://schemas.openxmlformats.org/officeDocument/2006/relationships/slide" Target="/ppt/slides/slide269.xml" Id="Rac3d58c068334102" /><Relationship Type="http://schemas.openxmlformats.org/officeDocument/2006/relationships/slide" Target="/ppt/slides/slide270.xml" Id="Rabaabe303886427f" /><Relationship Type="http://schemas.openxmlformats.org/officeDocument/2006/relationships/slide" Target="/ppt/slides/slide271.xml" Id="R14b22560b4754239" /><Relationship Type="http://schemas.openxmlformats.org/officeDocument/2006/relationships/slide" Target="/ppt/slides/slide272.xml" Id="R0444a7a5c77c41d4" /><Relationship Type="http://schemas.openxmlformats.org/officeDocument/2006/relationships/slide" Target="/ppt/slides/slide273.xml" Id="Rc9e3cee3fa7e48bd" /><Relationship Type="http://schemas.openxmlformats.org/officeDocument/2006/relationships/slide" Target="/ppt/slides/slide274.xml" Id="Rf1e35db5726b4576" /><Relationship Type="http://schemas.openxmlformats.org/officeDocument/2006/relationships/slide" Target="/ppt/slides/slide275.xml" Id="R9e3bcf2aea764617" /><Relationship Type="http://schemas.openxmlformats.org/officeDocument/2006/relationships/slide" Target="/ppt/slides/slide276.xml" Id="Ra87ddf7d70254140" /><Relationship Type="http://schemas.openxmlformats.org/officeDocument/2006/relationships/slide" Target="/ppt/slides/slide277.xml" Id="R7d9245c7737847c7" /><Relationship Type="http://schemas.openxmlformats.org/officeDocument/2006/relationships/slide" Target="/ppt/slides/slide278.xml" Id="R7bd21f6acea84c24" /><Relationship Type="http://schemas.openxmlformats.org/officeDocument/2006/relationships/slide" Target="/ppt/slides/slide279.xml" Id="Ra54c9f28c7eb4229" /><Relationship Type="http://schemas.openxmlformats.org/officeDocument/2006/relationships/slide" Target="/ppt/slides/slide280.xml" Id="Re29abc801b6a4624" /><Relationship Type="http://schemas.openxmlformats.org/officeDocument/2006/relationships/slide" Target="/ppt/slides/slide281.xml" Id="R28557e573302461d" /><Relationship Type="http://schemas.openxmlformats.org/officeDocument/2006/relationships/slide" Target="/ppt/slides/slide282.xml" Id="R96e7107006a94d1b" /><Relationship Type="http://schemas.openxmlformats.org/officeDocument/2006/relationships/slide" Target="/ppt/slides/slide283.xml" Id="Rc3933fe3c09e4aa6" /><Relationship Type="http://schemas.openxmlformats.org/officeDocument/2006/relationships/slide" Target="/ppt/slides/slide284.xml" Id="R00183551040a425b" /><Relationship Type="http://schemas.openxmlformats.org/officeDocument/2006/relationships/slide" Target="/ppt/slides/slide285.xml" Id="Rb66f4863fa304ba2" /><Relationship Type="http://schemas.openxmlformats.org/officeDocument/2006/relationships/slide" Target="/ppt/slides/slide286.xml" Id="R616229fb46804cc6" /><Relationship Type="http://schemas.openxmlformats.org/officeDocument/2006/relationships/slide" Target="/ppt/slides/slide287.xml" Id="Rf3558c945c024659" /><Relationship Type="http://schemas.openxmlformats.org/officeDocument/2006/relationships/slide" Target="/ppt/slides/slide288.xml" Id="R3f3153507c014499" /><Relationship Type="http://schemas.openxmlformats.org/officeDocument/2006/relationships/slide" Target="/ppt/slides/slide289.xml" Id="R4fb0d261c9a44c6f" /><Relationship Type="http://schemas.openxmlformats.org/officeDocument/2006/relationships/slide" Target="/ppt/slides/slide290.xml" Id="R09e2a873f98f4f1c" /><Relationship Type="http://schemas.openxmlformats.org/officeDocument/2006/relationships/slide" Target="/ppt/slides/slide291.xml" Id="Rdb9046dd29fc4ca6" /><Relationship Type="http://schemas.openxmlformats.org/officeDocument/2006/relationships/slide" Target="/ppt/slides/slide292.xml" Id="Ra1d4a9b83701470f" /><Relationship Type="http://schemas.openxmlformats.org/officeDocument/2006/relationships/slide" Target="/ppt/slides/slide293.xml" Id="Rcc43873c24b743de" /><Relationship Type="http://schemas.openxmlformats.org/officeDocument/2006/relationships/slide" Target="/ppt/slides/slide294.xml" Id="R41984c5fd3714a51" /><Relationship Type="http://schemas.openxmlformats.org/officeDocument/2006/relationships/slide" Target="/ppt/slides/slide295.xml" Id="R53490008108d4f6e" /><Relationship Type="http://schemas.openxmlformats.org/officeDocument/2006/relationships/slide" Target="/ppt/slides/slide296.xml" Id="R6584d430d57a4d5f" /><Relationship Type="http://schemas.openxmlformats.org/officeDocument/2006/relationships/slide" Target="/ppt/slides/slide297.xml" Id="Ref9c579ff6204806" /><Relationship Type="http://schemas.openxmlformats.org/officeDocument/2006/relationships/slide" Target="/ppt/slides/slide298.xml" Id="R8c928d089c244c83" /><Relationship Type="http://schemas.openxmlformats.org/officeDocument/2006/relationships/slide" Target="/ppt/slides/slide299.xml" Id="Rbdf8303d9d214e9c" /><Relationship Type="http://schemas.openxmlformats.org/officeDocument/2006/relationships/slide" Target="/ppt/slides/slide300.xml" Id="Rb1c369f05d594d7f" /><Relationship Type="http://schemas.openxmlformats.org/officeDocument/2006/relationships/slide" Target="/ppt/slides/slide301.xml" Id="Rd56c732381ad4e17" /><Relationship Type="http://schemas.openxmlformats.org/officeDocument/2006/relationships/slide" Target="/ppt/slides/slide302.xml" Id="R8402987219694e43" /><Relationship Type="http://schemas.openxmlformats.org/officeDocument/2006/relationships/slide" Target="/ppt/slides/slide303.xml" Id="R1fca24ce6d5e495e" /><Relationship Type="http://schemas.openxmlformats.org/officeDocument/2006/relationships/slide" Target="/ppt/slides/slide304.xml" Id="Re1bf2460784c44b1" /><Relationship Type="http://schemas.openxmlformats.org/officeDocument/2006/relationships/slide" Target="/ppt/slides/slide305.xml" Id="Rfa7e6f1728ac433c" /><Relationship Type="http://schemas.openxmlformats.org/officeDocument/2006/relationships/slide" Target="/ppt/slides/slide306.xml" Id="Reba40572471f42af" /><Relationship Type="http://schemas.openxmlformats.org/officeDocument/2006/relationships/slide" Target="/ppt/slides/slide307.xml" Id="Red06bca2aa0a4125" /><Relationship Type="http://schemas.openxmlformats.org/officeDocument/2006/relationships/slide" Target="/ppt/slides/slide308.xml" Id="Rb4aea1023f47403a" /><Relationship Type="http://schemas.openxmlformats.org/officeDocument/2006/relationships/slide" Target="/ppt/slides/slide309.xml" Id="Rd72b3356a8094262" /><Relationship Type="http://schemas.openxmlformats.org/officeDocument/2006/relationships/slide" Target="/ppt/slides/slide310.xml" Id="R1697e5a9b8db4da4" /><Relationship Type="http://schemas.openxmlformats.org/officeDocument/2006/relationships/slide" Target="/ppt/slides/slide311.xml" Id="R13e66cafcc11498b" /><Relationship Type="http://schemas.openxmlformats.org/officeDocument/2006/relationships/slide" Target="/ppt/slides/slide312.xml" Id="Re5f41f1687534b23" /><Relationship Type="http://schemas.openxmlformats.org/officeDocument/2006/relationships/slide" Target="/ppt/slides/slide313.xml" Id="Rda76bbc23a3b4895" /><Relationship Type="http://schemas.openxmlformats.org/officeDocument/2006/relationships/slide" Target="/ppt/slides/slide314.xml" Id="R7af80b8541e44057" /><Relationship Type="http://schemas.openxmlformats.org/officeDocument/2006/relationships/slide" Target="/ppt/slides/slide315.xml" Id="Ra6adba14ea4f4184" /><Relationship Type="http://schemas.openxmlformats.org/officeDocument/2006/relationships/slide" Target="/ppt/slides/slide316.xml" Id="R77822a6c7cce4381" /><Relationship Type="http://schemas.openxmlformats.org/officeDocument/2006/relationships/slide" Target="/ppt/slides/slide317.xml" Id="Rc943d4cce5f24b3b" /><Relationship Type="http://schemas.openxmlformats.org/officeDocument/2006/relationships/slide" Target="/ppt/slides/slide318.xml" Id="Rd38832585e744c4f" /><Relationship Type="http://schemas.openxmlformats.org/officeDocument/2006/relationships/slide" Target="/ppt/slides/slide319.xml" Id="R980940262be0465a" /><Relationship Type="http://schemas.openxmlformats.org/officeDocument/2006/relationships/slide" Target="/ppt/slides/slide320.xml" Id="R3262eb733eb14b0f" /><Relationship Type="http://schemas.openxmlformats.org/officeDocument/2006/relationships/slide" Target="/ppt/slides/slide321.xml" Id="Rc1269fbfaa274ad1" /><Relationship Type="http://schemas.openxmlformats.org/officeDocument/2006/relationships/slide" Target="/ppt/slides/slide322.xml" Id="R01bbcde77d3344cc" /><Relationship Type="http://schemas.openxmlformats.org/officeDocument/2006/relationships/slide" Target="/ppt/slides/slide323.xml" Id="R55150ae7c06d46ee" /><Relationship Type="http://schemas.openxmlformats.org/officeDocument/2006/relationships/slide" Target="/ppt/slides/slide324.xml" Id="Reb2af6dc778342f4" /><Relationship Type="http://schemas.openxmlformats.org/officeDocument/2006/relationships/slide" Target="/ppt/slides/slide325.xml" Id="R0f740d94d769481b" /><Relationship Type="http://schemas.openxmlformats.org/officeDocument/2006/relationships/slide" Target="/ppt/slides/slide326.xml" Id="Rd5d04eb845484668" /><Relationship Type="http://schemas.openxmlformats.org/officeDocument/2006/relationships/slide" Target="/ppt/slides/slide327.xml" Id="R4cb5a9a9cfc3491d" /><Relationship Type="http://schemas.openxmlformats.org/officeDocument/2006/relationships/slide" Target="/ppt/slides/slide328.xml" Id="R74e134986714440c" /><Relationship Type="http://schemas.openxmlformats.org/officeDocument/2006/relationships/slide" Target="/ppt/slides/slide329.xml" Id="R0c5dac978b81456b" /><Relationship Type="http://schemas.openxmlformats.org/officeDocument/2006/relationships/slide" Target="/ppt/slides/slide330.xml" Id="R0c503e61ba894704" /><Relationship Type="http://schemas.openxmlformats.org/officeDocument/2006/relationships/slide" Target="/ppt/slides/slide331.xml" Id="R50033d477ca14a2c" /><Relationship Type="http://schemas.openxmlformats.org/officeDocument/2006/relationships/slide" Target="/ppt/slides/slide332.xml" Id="Rd5b8a6c761da4b35" /><Relationship Type="http://schemas.openxmlformats.org/officeDocument/2006/relationships/slide" Target="/ppt/slides/slide333.xml" Id="Rc5f0210472b74f8c" /><Relationship Type="http://schemas.openxmlformats.org/officeDocument/2006/relationships/slide" Target="/ppt/slides/slide334.xml" Id="Rc2ca73ebc0454053" /><Relationship Type="http://schemas.openxmlformats.org/officeDocument/2006/relationships/slide" Target="/ppt/slides/slide335.xml" Id="Rb2f60e5a8d7842f0" /><Relationship Type="http://schemas.openxmlformats.org/officeDocument/2006/relationships/slide" Target="/ppt/slides/slide336.xml" Id="R5ce44f77b23c4c8f" /><Relationship Type="http://schemas.openxmlformats.org/officeDocument/2006/relationships/slide" Target="/ppt/slides/slide337.xml" Id="R0b8e1d60c45d4508" /><Relationship Type="http://schemas.openxmlformats.org/officeDocument/2006/relationships/slide" Target="/ppt/slides/slide338.xml" Id="R3da2aae3aba34418" /><Relationship Type="http://schemas.openxmlformats.org/officeDocument/2006/relationships/slide" Target="/ppt/slides/slide339.xml" Id="R02819c84f6c84835" /><Relationship Type="http://schemas.openxmlformats.org/officeDocument/2006/relationships/slide" Target="/ppt/slides/slide340.xml" Id="Rf599e02c868b48d3" /><Relationship Type="http://schemas.openxmlformats.org/officeDocument/2006/relationships/slide" Target="/ppt/slides/slide341.xml" Id="R22409075704b4811" /><Relationship Type="http://schemas.openxmlformats.org/officeDocument/2006/relationships/slide" Target="/ppt/slides/slide342.xml" Id="R3aa76f0319bd4b7f" /><Relationship Type="http://schemas.openxmlformats.org/officeDocument/2006/relationships/slide" Target="/ppt/slides/slide343.xml" Id="Rac26e0a4118a4446" /><Relationship Type="http://schemas.openxmlformats.org/officeDocument/2006/relationships/slide" Target="/ppt/slides/slide344.xml" Id="R434579c3938e4f4f" /><Relationship Type="http://schemas.openxmlformats.org/officeDocument/2006/relationships/slide" Target="/ppt/slides/slide345.xml" Id="Re2ad0384536e4ba4" /><Relationship Type="http://schemas.openxmlformats.org/officeDocument/2006/relationships/slide" Target="/ppt/slides/slide346.xml" Id="R4c22c48e302d45dd" /><Relationship Type="http://schemas.openxmlformats.org/officeDocument/2006/relationships/slide" Target="/ppt/slides/slide347.xml" Id="Rc014a16aefd14733" /><Relationship Type="http://schemas.openxmlformats.org/officeDocument/2006/relationships/slide" Target="/ppt/slides/slide348.xml" Id="R67f9ce87bb9947b0" /><Relationship Type="http://schemas.openxmlformats.org/officeDocument/2006/relationships/slide" Target="/ppt/slides/slide349.xml" Id="R9896dde8da964cb4" /><Relationship Type="http://schemas.openxmlformats.org/officeDocument/2006/relationships/slide" Target="/ppt/slides/slide350.xml" Id="R706a847cb1234d20" /><Relationship Type="http://schemas.openxmlformats.org/officeDocument/2006/relationships/slide" Target="/ppt/slides/slide351.xml" Id="R979fc24733d94511" /><Relationship Type="http://schemas.openxmlformats.org/officeDocument/2006/relationships/slide" Target="/ppt/slides/slide352.xml" Id="Rd74697787d3c4ed7" /><Relationship Type="http://schemas.openxmlformats.org/officeDocument/2006/relationships/slide" Target="/ppt/slides/slide353.xml" Id="R93f24365cc0a4545" /><Relationship Type="http://schemas.openxmlformats.org/officeDocument/2006/relationships/slide" Target="/ppt/slides/slide354.xml" Id="R069b21ea25084bad" /><Relationship Type="http://schemas.openxmlformats.org/officeDocument/2006/relationships/slide" Target="/ppt/slides/slide355.xml" Id="Rdd468586536b46b8" /><Relationship Type="http://schemas.openxmlformats.org/officeDocument/2006/relationships/slide" Target="/ppt/slides/slide356.xml" Id="Ra392cbf14c284cce" /><Relationship Type="http://schemas.openxmlformats.org/officeDocument/2006/relationships/slide" Target="/ppt/slides/slide357.xml" Id="Rc672df8173f44b88" /><Relationship Type="http://schemas.openxmlformats.org/officeDocument/2006/relationships/slide" Target="/ppt/slides/slide358.xml" Id="R4a4ad093a4544523" /><Relationship Type="http://schemas.openxmlformats.org/officeDocument/2006/relationships/slide" Target="/ppt/slides/slide359.xml" Id="Rafb4a414b8cf41f2" /><Relationship Type="http://schemas.openxmlformats.org/officeDocument/2006/relationships/slide" Target="/ppt/slides/slide360.xml" Id="Raf7facfc1d424b5d" /><Relationship Type="http://schemas.openxmlformats.org/officeDocument/2006/relationships/slide" Target="/ppt/slides/slide361.xml" Id="R353d8937269743b9" /><Relationship Type="http://schemas.openxmlformats.org/officeDocument/2006/relationships/slide" Target="/ppt/slides/slide362.xml" Id="R149f794b53744b7b" /><Relationship Type="http://schemas.openxmlformats.org/officeDocument/2006/relationships/slide" Target="/ppt/slides/slide363.xml" Id="R35e0beb055754cfd" /><Relationship Type="http://schemas.openxmlformats.org/officeDocument/2006/relationships/slide" Target="/ppt/slides/slide364.xml" Id="R88558e0581f74604" /><Relationship Type="http://schemas.openxmlformats.org/officeDocument/2006/relationships/slide" Target="/ppt/slides/slide365.xml" Id="R9db32a09b6064f3a" /><Relationship Type="http://schemas.openxmlformats.org/officeDocument/2006/relationships/slide" Target="/ppt/slides/slide366.xml" Id="R21dc8b8464d84381" /><Relationship Type="http://schemas.openxmlformats.org/officeDocument/2006/relationships/slide" Target="/ppt/slides/slide367.xml" Id="R3b827e659ad04b02" /><Relationship Type="http://schemas.openxmlformats.org/officeDocument/2006/relationships/slide" Target="/ppt/slides/slide368.xml" Id="Ra687b51e5086488f" /><Relationship Type="http://schemas.openxmlformats.org/officeDocument/2006/relationships/slide" Target="/ppt/slides/slide369.xml" Id="Rcbc26064d2e84085" /><Relationship Type="http://schemas.openxmlformats.org/officeDocument/2006/relationships/slide" Target="/ppt/slides/slide370.xml" Id="Raf3381f856e7471a" /><Relationship Type="http://schemas.openxmlformats.org/officeDocument/2006/relationships/slide" Target="/ppt/slides/slide371.xml" Id="R273c4ff659284db6" /><Relationship Type="http://schemas.openxmlformats.org/officeDocument/2006/relationships/slide" Target="/ppt/slides/slide372.xml" Id="Rb31bffd276944ca8" /><Relationship Type="http://schemas.openxmlformats.org/officeDocument/2006/relationships/slide" Target="/ppt/slides/slide373.xml" Id="R96c0206ef9f64233" /><Relationship Type="http://schemas.openxmlformats.org/officeDocument/2006/relationships/slide" Target="/ppt/slides/slide374.xml" Id="Re7ab11aae39549d0" /><Relationship Type="http://schemas.openxmlformats.org/officeDocument/2006/relationships/slide" Target="/ppt/slides/slide375.xml" Id="R5a3e5510488948c1" /><Relationship Type="http://schemas.openxmlformats.org/officeDocument/2006/relationships/slide" Target="/ppt/slides/slide376.xml" Id="Rd70f8e11e4a9440f" /><Relationship Type="http://schemas.openxmlformats.org/officeDocument/2006/relationships/slide" Target="/ppt/slides/slide377.xml" Id="R37c6d733dec843fa" /><Relationship Type="http://schemas.openxmlformats.org/officeDocument/2006/relationships/slide" Target="/ppt/slides/slide378.xml" Id="R5cd11da78d7c4be2" /><Relationship Type="http://schemas.openxmlformats.org/officeDocument/2006/relationships/slide" Target="/ppt/slides/slide379.xml" Id="R0d02d89b351c4de1" /><Relationship Type="http://schemas.openxmlformats.org/officeDocument/2006/relationships/slide" Target="/ppt/slides/slide380.xml" Id="R6d753427abb44995" /><Relationship Type="http://schemas.openxmlformats.org/officeDocument/2006/relationships/slide" Target="/ppt/slides/slide381.xml" Id="Rff76ef22ce534221" /><Relationship Type="http://schemas.openxmlformats.org/officeDocument/2006/relationships/slide" Target="/ppt/slides/slide382.xml" Id="R187cf02fe9874b93" /><Relationship Type="http://schemas.openxmlformats.org/officeDocument/2006/relationships/slide" Target="/ppt/slides/slide383.xml" Id="Rf1b64e9b82fb49d8" /><Relationship Type="http://schemas.openxmlformats.org/officeDocument/2006/relationships/slide" Target="/ppt/slides/slide384.xml" Id="R0838446bda004830" /><Relationship Type="http://schemas.openxmlformats.org/officeDocument/2006/relationships/slide" Target="/ppt/slides/slide385.xml" Id="Rf2da0eac977c40a9" /><Relationship Type="http://schemas.openxmlformats.org/officeDocument/2006/relationships/slide" Target="/ppt/slides/slide386.xml" Id="Rf9f4bad1d0e94739" /><Relationship Type="http://schemas.openxmlformats.org/officeDocument/2006/relationships/slide" Target="/ppt/slides/slide387.xml" Id="R4e0c5604f20741c3" /><Relationship Type="http://schemas.openxmlformats.org/officeDocument/2006/relationships/slide" Target="/ppt/slides/slide388.xml" Id="Reeeba81c78184187" /><Relationship Type="http://schemas.openxmlformats.org/officeDocument/2006/relationships/slide" Target="/ppt/slides/slide389.xml" Id="Rf2311fd63411461c" /><Relationship Type="http://schemas.openxmlformats.org/officeDocument/2006/relationships/slide" Target="/ppt/slides/slide390.xml" Id="R05e2b284c26a48c8" /><Relationship Type="http://schemas.openxmlformats.org/officeDocument/2006/relationships/slide" Target="/ppt/slides/slide391.xml" Id="Rba7a87d26bcc41d0" /><Relationship Type="http://schemas.openxmlformats.org/officeDocument/2006/relationships/slide" Target="/ppt/slides/slide392.xml" Id="R8351e7ba7368422c" /><Relationship Type="http://schemas.openxmlformats.org/officeDocument/2006/relationships/slide" Target="/ppt/slides/slide393.xml" Id="R2369b7fe3f28445a" /><Relationship Type="http://schemas.openxmlformats.org/officeDocument/2006/relationships/slide" Target="/ppt/slides/slide394.xml" Id="R50f98ca0ed854b21" /></Relationships>
</file>

<file path=ppt/graphic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graphics/data1.xml><?xml version="1.0" encoding="utf-8"?>
<dgm:dataModel xmlns:dgm="http://schemas.openxmlformats.org/drawingml/2006/diagram" xmlns:a="http://schemas.openxmlformats.org/drawingml/2006/main">
  <dgm:ptLst>
    <dgm:pt modelId="{1A4B1ED7-D672-4101-B2AA-9A45811BA99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C3BB24C3-A629-46E7-9479-3B41D511850B}">
      <dgm:prSet phldrT="[Text]" phldr="0" custT="1"/>
      <dgm:spPr/>
      <dgm:t>
        <a:bodyPr/>
        <a:lstStyle/>
        <a:p>
          <a:r>
            <a:rPr lang="en-IN" sz="3200" dirty="0">
              <a:latin typeface="Times New Roman" panose="02020603050405020304" pitchFamily="18" charset="0"/>
              <a:cs typeface="Times New Roman" panose="02020603050405020304" pitchFamily="18" charset="0"/>
            </a:rPr>
            <a:t>Priority Order</a:t>
          </a:r>
        </a:p>
      </dgm:t>
    </dgm:pt>
    <dgm:pt modelId="{43E6BD47-D5FE-4687-8C37-0F663342D7C5}" type="parTrans" cxnId="{E713062C-088F-4E0E-BD58-C171917C8937}">
      <dgm:prSet/>
      <dgm:spPr/>
      <dgm:t>
        <a:bodyPr/>
        <a:lstStyle/>
        <a:p>
          <a:endParaRPr lang="en-IN"/>
        </a:p>
      </dgm:t>
    </dgm:pt>
    <dgm:pt modelId="{499EA8CB-7723-40C4-9C76-CCA01AC8CAE9}" type="sibTrans" cxnId="{E713062C-088F-4E0E-BD58-C171917C8937}">
      <dgm:prSet/>
      <dgm:spPr/>
      <dgm:t>
        <a:bodyPr/>
        <a:lstStyle/>
        <a:p>
          <a:endParaRPr lang="en-IN"/>
        </a:p>
      </dgm:t>
    </dgm:pt>
    <dgm:pt modelId="{E9FC6428-7FA9-43CE-A20C-95A44D2B4902}">
      <dgm:prSet phldrT="[Text]" phldr="0" custT="1"/>
      <dgm:spPr/>
      <dgm:t>
        <a:bodyPr/>
        <a:lstStyle/>
        <a:p>
          <a:r>
            <a:rPr lang="en-IN" sz="3200" dirty="0">
              <a:latin typeface="Times New Roman" panose="02020603050405020304" pitchFamily="18" charset="0"/>
              <a:cs typeface="Times New Roman" panose="02020603050405020304" pitchFamily="18" charset="0"/>
            </a:rPr>
            <a:t>Ascending Order</a:t>
          </a:r>
        </a:p>
      </dgm:t>
    </dgm:pt>
    <dgm:pt modelId="{99742060-3BF8-469D-B475-F6E97DD2BE08}" type="parTrans" cxnId="{C624080D-019C-442D-A641-1EE0375AFB11}">
      <dgm:prSet/>
      <dgm:spPr/>
      <dgm:t>
        <a:bodyPr/>
        <a:lstStyle/>
        <a:p>
          <a:endParaRPr lang="en-IN"/>
        </a:p>
      </dgm:t>
    </dgm:pt>
    <dgm:pt modelId="{758A9567-BC0A-4E0C-906A-9D3F845DEB1E}" type="sibTrans" cxnId="{C624080D-019C-442D-A641-1EE0375AFB11}">
      <dgm:prSet/>
      <dgm:spPr/>
      <dgm:t>
        <a:bodyPr/>
        <a:lstStyle/>
        <a:p>
          <a:endParaRPr lang="en-IN"/>
        </a:p>
      </dgm:t>
    </dgm:pt>
    <dgm:pt modelId="{97107C1A-B6F9-435B-93D9-0285583BE275}">
      <dgm:prSet phldrT="[Text]" phldr="0" custT="1"/>
      <dgm:spPr/>
      <dgm:t>
        <a:bodyPr/>
        <a:lstStyle/>
        <a:p>
          <a:r>
            <a:rPr lang="en-IN" sz="3200" dirty="0">
              <a:latin typeface="Times New Roman" panose="02020603050405020304" pitchFamily="18" charset="0"/>
              <a:cs typeface="Times New Roman" panose="02020603050405020304" pitchFamily="18" charset="0"/>
            </a:rPr>
            <a:t>Descending Order</a:t>
          </a:r>
        </a:p>
      </dgm:t>
    </dgm:pt>
    <dgm:pt modelId="{2F81E490-CB97-4774-A520-5E85136DA850}" type="parTrans" cxnId="{119A2D72-282B-4DBF-9697-BDF05F8AA6F8}">
      <dgm:prSet/>
      <dgm:spPr/>
      <dgm:t>
        <a:bodyPr/>
        <a:lstStyle/>
        <a:p>
          <a:endParaRPr lang="en-IN"/>
        </a:p>
      </dgm:t>
    </dgm:pt>
    <dgm:pt modelId="{19405BFF-71B9-451C-AA92-81B34F919232}" type="sibTrans" cxnId="{119A2D72-282B-4DBF-9697-BDF05F8AA6F8}">
      <dgm:prSet/>
      <dgm:spPr/>
      <dgm:t>
        <a:bodyPr/>
        <a:lstStyle/>
        <a:p>
          <a:endParaRPr lang="en-IN"/>
        </a:p>
      </dgm:t>
    </dgm:pt>
    <dgm:pt modelId="{C54FA8BC-FD3C-4289-B586-6194C158893A}" type="pres">
      <dgm:prSet presAssocID="{1A4B1ED7-D672-4101-B2AA-9A45811BA997}" presName="hierChild1" presStyleCnt="0">
        <dgm:presLayoutVars>
          <dgm:orgChart val="1"/>
          <dgm:chPref val="1"/>
          <dgm:dir/>
          <dgm:animOne val="branch"/>
          <dgm:animLvl val="lvl"/>
          <dgm:resizeHandles/>
        </dgm:presLayoutVars>
      </dgm:prSet>
      <dgm:spPr/>
    </dgm:pt>
    <dgm:pt modelId="{3DCDD6E0-0AF8-485C-B6C0-DF058F9BA821}" type="pres">
      <dgm:prSet presAssocID="{C3BB24C3-A629-46E7-9479-3B41D511850B}" presName="hierRoot1" presStyleCnt="0">
        <dgm:presLayoutVars>
          <dgm:hierBranch val="init"/>
        </dgm:presLayoutVars>
      </dgm:prSet>
      <dgm:spPr/>
    </dgm:pt>
    <dgm:pt modelId="{02B038DB-A609-45D5-ADE5-B884A55E8CD8}" type="pres">
      <dgm:prSet presAssocID="{C3BB24C3-A629-46E7-9479-3B41D511850B}" presName="rootComposite1" presStyleCnt="0"/>
      <dgm:spPr/>
    </dgm:pt>
    <dgm:pt modelId="{D53EBE76-66A9-479A-AD45-03DC56D62CD9}" type="pres">
      <dgm:prSet presAssocID="{C3BB24C3-A629-46E7-9479-3B41D511850B}" presName="rootText1" presStyleLbl="node0" presStyleIdx="0" presStyleCnt="1">
        <dgm:presLayoutVars>
          <dgm:chPref val="3"/>
        </dgm:presLayoutVars>
      </dgm:prSet>
      <dgm:spPr/>
    </dgm:pt>
    <dgm:pt modelId="{BDFD64BD-C993-4B05-8393-54C64D73513F}" type="pres">
      <dgm:prSet presAssocID="{C3BB24C3-A629-46E7-9479-3B41D511850B}" presName="rootConnector1" presStyleLbl="node1" presStyleIdx="0" presStyleCnt="0"/>
      <dgm:spPr/>
    </dgm:pt>
    <dgm:pt modelId="{A5450EE2-5A6A-49CD-9714-2AB288D7239B}" type="pres">
      <dgm:prSet presAssocID="{C3BB24C3-A629-46E7-9479-3B41D511850B}" presName="hierChild2" presStyleCnt="0"/>
      <dgm:spPr/>
    </dgm:pt>
    <dgm:pt modelId="{8B21DEE3-4C18-4016-952B-038FDF8788D0}" type="pres">
      <dgm:prSet presAssocID="{99742060-3BF8-469D-B475-F6E97DD2BE08}" presName="Name37" presStyleLbl="parChTrans1D2" presStyleIdx="0" presStyleCnt="2"/>
      <dgm:spPr/>
    </dgm:pt>
    <dgm:pt modelId="{F0707551-EC32-441F-93C8-4A0A823EA7D7}" type="pres">
      <dgm:prSet presAssocID="{E9FC6428-7FA9-43CE-A20C-95A44D2B4902}" presName="hierRoot2" presStyleCnt="0">
        <dgm:presLayoutVars>
          <dgm:hierBranch val="init"/>
        </dgm:presLayoutVars>
      </dgm:prSet>
      <dgm:spPr/>
    </dgm:pt>
    <dgm:pt modelId="{28FCE38A-06EB-44F4-8F7B-48B35FA3E6C4}" type="pres">
      <dgm:prSet presAssocID="{E9FC6428-7FA9-43CE-A20C-95A44D2B4902}" presName="rootComposite" presStyleCnt="0"/>
      <dgm:spPr/>
    </dgm:pt>
    <dgm:pt modelId="{4425AF2B-016B-426B-BAF3-7F11B4DB9E73}" type="pres">
      <dgm:prSet presAssocID="{E9FC6428-7FA9-43CE-A20C-95A44D2B4902}" presName="rootText" presStyleLbl="node2" presStyleIdx="0" presStyleCnt="2">
        <dgm:presLayoutVars>
          <dgm:chPref val="3"/>
        </dgm:presLayoutVars>
      </dgm:prSet>
      <dgm:spPr/>
    </dgm:pt>
    <dgm:pt modelId="{0CAE7341-E464-4846-9A3B-AAEC54624753}" type="pres">
      <dgm:prSet presAssocID="{E9FC6428-7FA9-43CE-A20C-95A44D2B4902}" presName="rootConnector" presStyleLbl="node2" presStyleIdx="0" presStyleCnt="2"/>
      <dgm:spPr/>
    </dgm:pt>
    <dgm:pt modelId="{C4ED19A7-9C14-4D2F-859D-60CF86D9E080}" type="pres">
      <dgm:prSet presAssocID="{E9FC6428-7FA9-43CE-A20C-95A44D2B4902}" presName="hierChild4" presStyleCnt="0"/>
      <dgm:spPr/>
    </dgm:pt>
    <dgm:pt modelId="{B6590C20-2F08-4279-B183-1473FCC96393}" type="pres">
      <dgm:prSet presAssocID="{E9FC6428-7FA9-43CE-A20C-95A44D2B4902}" presName="hierChild5" presStyleCnt="0"/>
      <dgm:spPr/>
    </dgm:pt>
    <dgm:pt modelId="{B5EF47CF-F35F-4D1E-871D-E40BA4A83730}" type="pres">
      <dgm:prSet presAssocID="{2F81E490-CB97-4774-A520-5E85136DA850}" presName="Name37" presStyleLbl="parChTrans1D2" presStyleIdx="1" presStyleCnt="2"/>
      <dgm:spPr/>
    </dgm:pt>
    <dgm:pt modelId="{6CCFFB7F-DC79-4CB2-9A76-00357E406960}" type="pres">
      <dgm:prSet presAssocID="{97107C1A-B6F9-435B-93D9-0285583BE275}" presName="hierRoot2" presStyleCnt="0">
        <dgm:presLayoutVars>
          <dgm:hierBranch val="init"/>
        </dgm:presLayoutVars>
      </dgm:prSet>
      <dgm:spPr/>
    </dgm:pt>
    <dgm:pt modelId="{4E8442A6-392F-4B16-81D5-EC39891EC625}" type="pres">
      <dgm:prSet presAssocID="{97107C1A-B6F9-435B-93D9-0285583BE275}" presName="rootComposite" presStyleCnt="0"/>
      <dgm:spPr/>
    </dgm:pt>
    <dgm:pt modelId="{23CF6994-8A54-4851-A49A-6E37D087C93D}" type="pres">
      <dgm:prSet presAssocID="{97107C1A-B6F9-435B-93D9-0285583BE275}" presName="rootText" presStyleLbl="node2" presStyleIdx="1" presStyleCnt="2">
        <dgm:presLayoutVars>
          <dgm:chPref val="3"/>
        </dgm:presLayoutVars>
      </dgm:prSet>
      <dgm:spPr/>
    </dgm:pt>
    <dgm:pt modelId="{1F728D9E-C6CB-46C2-86E2-273833FB83B7}" type="pres">
      <dgm:prSet presAssocID="{97107C1A-B6F9-435B-93D9-0285583BE275}" presName="rootConnector" presStyleLbl="node2" presStyleIdx="1" presStyleCnt="2"/>
      <dgm:spPr/>
    </dgm:pt>
    <dgm:pt modelId="{C61504F5-B71D-4320-BFDE-E0280F37DA72}" type="pres">
      <dgm:prSet presAssocID="{97107C1A-B6F9-435B-93D9-0285583BE275}" presName="hierChild4" presStyleCnt="0"/>
      <dgm:spPr/>
    </dgm:pt>
    <dgm:pt modelId="{5B54D639-8674-41B4-9680-D1AEE4812AC0}" type="pres">
      <dgm:prSet presAssocID="{97107C1A-B6F9-435B-93D9-0285583BE275}" presName="hierChild5" presStyleCnt="0"/>
      <dgm:spPr/>
    </dgm:pt>
    <dgm:pt modelId="{D1A926B5-713D-491C-8225-4022DB461845}" type="pres">
      <dgm:prSet presAssocID="{C3BB24C3-A629-46E7-9479-3B41D511850B}" presName="hierChild3" presStyleCnt="0"/>
      <dgm:spPr/>
    </dgm:pt>
  </dgm:ptLst>
  <dgm:cxnLst>
    <dgm:cxn modelId="{503F9501-79E9-49B6-A6DF-9743A0A9B467}" type="presOf" srcId="{99742060-3BF8-469D-B475-F6E97DD2BE08}" destId="{8B21DEE3-4C18-4016-952B-038FDF8788D0}" srcOrd="0" destOrd="0" presId="urn:microsoft.com/office/officeart/2005/8/layout/orgChart1"/>
    <dgm:cxn modelId="{C624080D-019C-442D-A641-1EE0375AFB11}" srcId="{C3BB24C3-A629-46E7-9479-3B41D511850B}" destId="{E9FC6428-7FA9-43CE-A20C-95A44D2B4902}" srcOrd="0" destOrd="0" parTransId="{99742060-3BF8-469D-B475-F6E97DD2BE08}" sibTransId="{758A9567-BC0A-4E0C-906A-9D3F845DEB1E}"/>
    <dgm:cxn modelId="{0FAD890F-05D8-4E86-B160-7B33ED156CF1}" type="presOf" srcId="{2F81E490-CB97-4774-A520-5E85136DA850}" destId="{B5EF47CF-F35F-4D1E-871D-E40BA4A83730}" srcOrd="0" destOrd="0" presId="urn:microsoft.com/office/officeart/2005/8/layout/orgChart1"/>
    <dgm:cxn modelId="{68BC1829-4666-442B-97B4-EE3BC73103B4}" type="presOf" srcId="{1A4B1ED7-D672-4101-B2AA-9A45811BA997}" destId="{C54FA8BC-FD3C-4289-B586-6194C158893A}" srcOrd="0" destOrd="0" presId="urn:microsoft.com/office/officeart/2005/8/layout/orgChart1"/>
    <dgm:cxn modelId="{E713062C-088F-4E0E-BD58-C171917C8937}" srcId="{1A4B1ED7-D672-4101-B2AA-9A45811BA997}" destId="{C3BB24C3-A629-46E7-9479-3B41D511850B}" srcOrd="0" destOrd="0" parTransId="{43E6BD47-D5FE-4687-8C37-0F663342D7C5}" sibTransId="{499EA8CB-7723-40C4-9C76-CCA01AC8CAE9}"/>
    <dgm:cxn modelId="{EAE2684D-6F9B-43DF-B4D7-F230A3AE56C8}" type="presOf" srcId="{C3BB24C3-A629-46E7-9479-3B41D511850B}" destId="{D53EBE76-66A9-479A-AD45-03DC56D62CD9}" srcOrd="0" destOrd="0" presId="urn:microsoft.com/office/officeart/2005/8/layout/orgChart1"/>
    <dgm:cxn modelId="{119A2D72-282B-4DBF-9697-BDF05F8AA6F8}" srcId="{C3BB24C3-A629-46E7-9479-3B41D511850B}" destId="{97107C1A-B6F9-435B-93D9-0285583BE275}" srcOrd="1" destOrd="0" parTransId="{2F81E490-CB97-4774-A520-5E85136DA850}" sibTransId="{19405BFF-71B9-451C-AA92-81B34F919232}"/>
    <dgm:cxn modelId="{1AEC3779-1A3F-4E21-97E1-EA56D03CB478}" type="presOf" srcId="{97107C1A-B6F9-435B-93D9-0285583BE275}" destId="{23CF6994-8A54-4851-A49A-6E37D087C93D}" srcOrd="0" destOrd="0" presId="urn:microsoft.com/office/officeart/2005/8/layout/orgChart1"/>
    <dgm:cxn modelId="{3A531E9E-5ABA-444F-A87D-C090D65AB435}" type="presOf" srcId="{E9FC6428-7FA9-43CE-A20C-95A44D2B4902}" destId="{0CAE7341-E464-4846-9A3B-AAEC54624753}" srcOrd="1" destOrd="0" presId="urn:microsoft.com/office/officeart/2005/8/layout/orgChart1"/>
    <dgm:cxn modelId="{902E1F9F-DC1D-4755-AAB8-912B158B1114}" type="presOf" srcId="{97107C1A-B6F9-435B-93D9-0285583BE275}" destId="{1F728D9E-C6CB-46C2-86E2-273833FB83B7}" srcOrd="1" destOrd="0" presId="urn:microsoft.com/office/officeart/2005/8/layout/orgChart1"/>
    <dgm:cxn modelId="{A072A7CF-E9BB-46A7-8F3C-3AB9BE2CDEFE}" type="presOf" srcId="{C3BB24C3-A629-46E7-9479-3B41D511850B}" destId="{BDFD64BD-C993-4B05-8393-54C64D73513F}" srcOrd="1" destOrd="0" presId="urn:microsoft.com/office/officeart/2005/8/layout/orgChart1"/>
    <dgm:cxn modelId="{2D2B36DF-29C0-4D9B-A81B-18473AF135BA}" type="presOf" srcId="{E9FC6428-7FA9-43CE-A20C-95A44D2B4902}" destId="{4425AF2B-016B-426B-BAF3-7F11B4DB9E73}" srcOrd="0" destOrd="0" presId="urn:microsoft.com/office/officeart/2005/8/layout/orgChart1"/>
    <dgm:cxn modelId="{AAD68680-BDBD-43BB-859C-1FC69F519957}" type="presParOf" srcId="{C54FA8BC-FD3C-4289-B586-6194C158893A}" destId="{3DCDD6E0-0AF8-485C-B6C0-DF058F9BA821}" srcOrd="0" destOrd="0" presId="urn:microsoft.com/office/officeart/2005/8/layout/orgChart1"/>
    <dgm:cxn modelId="{1F3D2EAE-1329-4EFC-8617-58C83BD62682}" type="presParOf" srcId="{3DCDD6E0-0AF8-485C-B6C0-DF058F9BA821}" destId="{02B038DB-A609-45D5-ADE5-B884A55E8CD8}" srcOrd="0" destOrd="0" presId="urn:microsoft.com/office/officeart/2005/8/layout/orgChart1"/>
    <dgm:cxn modelId="{4499C4E1-C548-4C39-82C4-E9EF54E51E42}" type="presParOf" srcId="{02B038DB-A609-45D5-ADE5-B884A55E8CD8}" destId="{D53EBE76-66A9-479A-AD45-03DC56D62CD9}" srcOrd="0" destOrd="0" presId="urn:microsoft.com/office/officeart/2005/8/layout/orgChart1"/>
    <dgm:cxn modelId="{A628C940-641E-4B3F-8CC2-E1A22D840C3C}" type="presParOf" srcId="{02B038DB-A609-45D5-ADE5-B884A55E8CD8}" destId="{BDFD64BD-C993-4B05-8393-54C64D73513F}" srcOrd="1" destOrd="0" presId="urn:microsoft.com/office/officeart/2005/8/layout/orgChart1"/>
    <dgm:cxn modelId="{6AC92C58-F274-484E-8CDA-38A11A444472}" type="presParOf" srcId="{3DCDD6E0-0AF8-485C-B6C0-DF058F9BA821}" destId="{A5450EE2-5A6A-49CD-9714-2AB288D7239B}" srcOrd="1" destOrd="0" presId="urn:microsoft.com/office/officeart/2005/8/layout/orgChart1"/>
    <dgm:cxn modelId="{06AE1D09-E15A-46D4-B83A-96FFFD586559}" type="presParOf" srcId="{A5450EE2-5A6A-49CD-9714-2AB288D7239B}" destId="{8B21DEE3-4C18-4016-952B-038FDF8788D0}" srcOrd="0" destOrd="0" presId="urn:microsoft.com/office/officeart/2005/8/layout/orgChart1"/>
    <dgm:cxn modelId="{DB4BBF31-ADD7-40B3-B5AF-B476811B37C6}" type="presParOf" srcId="{A5450EE2-5A6A-49CD-9714-2AB288D7239B}" destId="{F0707551-EC32-441F-93C8-4A0A823EA7D7}" srcOrd="1" destOrd="0" presId="urn:microsoft.com/office/officeart/2005/8/layout/orgChart1"/>
    <dgm:cxn modelId="{4CE6F7E5-F732-4835-8984-BFF187EA5234}" type="presParOf" srcId="{F0707551-EC32-441F-93C8-4A0A823EA7D7}" destId="{28FCE38A-06EB-44F4-8F7B-48B35FA3E6C4}" srcOrd="0" destOrd="0" presId="urn:microsoft.com/office/officeart/2005/8/layout/orgChart1"/>
    <dgm:cxn modelId="{D472A1DB-E5A6-4D3F-986C-5BC450E5F186}" type="presParOf" srcId="{28FCE38A-06EB-44F4-8F7B-48B35FA3E6C4}" destId="{4425AF2B-016B-426B-BAF3-7F11B4DB9E73}" srcOrd="0" destOrd="0" presId="urn:microsoft.com/office/officeart/2005/8/layout/orgChart1"/>
    <dgm:cxn modelId="{EE5985E7-86CC-4A48-8ABB-E12FCC0C5ABA}" type="presParOf" srcId="{28FCE38A-06EB-44F4-8F7B-48B35FA3E6C4}" destId="{0CAE7341-E464-4846-9A3B-AAEC54624753}" srcOrd="1" destOrd="0" presId="urn:microsoft.com/office/officeart/2005/8/layout/orgChart1"/>
    <dgm:cxn modelId="{0A0191B5-D28E-4E90-A58A-33EA9B0CAA0E}" type="presParOf" srcId="{F0707551-EC32-441F-93C8-4A0A823EA7D7}" destId="{C4ED19A7-9C14-4D2F-859D-60CF86D9E080}" srcOrd="1" destOrd="0" presId="urn:microsoft.com/office/officeart/2005/8/layout/orgChart1"/>
    <dgm:cxn modelId="{352F5300-7600-4537-8477-F1E96ECF334C}" type="presParOf" srcId="{F0707551-EC32-441F-93C8-4A0A823EA7D7}" destId="{B6590C20-2F08-4279-B183-1473FCC96393}" srcOrd="2" destOrd="0" presId="urn:microsoft.com/office/officeart/2005/8/layout/orgChart1"/>
    <dgm:cxn modelId="{FA4D1AD5-9902-46D4-AF7A-3C9E6DDC4B56}" type="presParOf" srcId="{A5450EE2-5A6A-49CD-9714-2AB288D7239B}" destId="{B5EF47CF-F35F-4D1E-871D-E40BA4A83730}" srcOrd="2" destOrd="0" presId="urn:microsoft.com/office/officeart/2005/8/layout/orgChart1"/>
    <dgm:cxn modelId="{B3BDE05A-95F6-469C-B7E3-19BB169BDCC8}" type="presParOf" srcId="{A5450EE2-5A6A-49CD-9714-2AB288D7239B}" destId="{6CCFFB7F-DC79-4CB2-9A76-00357E406960}" srcOrd="3" destOrd="0" presId="urn:microsoft.com/office/officeart/2005/8/layout/orgChart1"/>
    <dgm:cxn modelId="{888B5317-C901-41A3-9652-0CCF88D164E9}" type="presParOf" srcId="{6CCFFB7F-DC79-4CB2-9A76-00357E406960}" destId="{4E8442A6-392F-4B16-81D5-EC39891EC625}" srcOrd="0" destOrd="0" presId="urn:microsoft.com/office/officeart/2005/8/layout/orgChart1"/>
    <dgm:cxn modelId="{D10BFE96-21A2-4FF1-9FD7-AA248DACFF48}" type="presParOf" srcId="{4E8442A6-392F-4B16-81D5-EC39891EC625}" destId="{23CF6994-8A54-4851-A49A-6E37D087C93D}" srcOrd="0" destOrd="0" presId="urn:microsoft.com/office/officeart/2005/8/layout/orgChart1"/>
    <dgm:cxn modelId="{BAF8C75F-1848-44B5-B39B-9CF8525052DC}" type="presParOf" srcId="{4E8442A6-392F-4B16-81D5-EC39891EC625}" destId="{1F728D9E-C6CB-46C2-86E2-273833FB83B7}" srcOrd="1" destOrd="0" presId="urn:microsoft.com/office/officeart/2005/8/layout/orgChart1"/>
    <dgm:cxn modelId="{897280EF-6741-4459-88A9-CF7404B9DEEE}" type="presParOf" srcId="{6CCFFB7F-DC79-4CB2-9A76-00357E406960}" destId="{C61504F5-B71D-4320-BFDE-E0280F37DA72}" srcOrd="1" destOrd="0" presId="urn:microsoft.com/office/officeart/2005/8/layout/orgChart1"/>
    <dgm:cxn modelId="{CC6FFD6C-E8BF-4EF4-B357-D77D90DD02FE}" type="presParOf" srcId="{6CCFFB7F-DC79-4CB2-9A76-00357E406960}" destId="{5B54D639-8674-41B4-9680-D1AEE4812AC0}" srcOrd="2" destOrd="0" presId="urn:microsoft.com/office/officeart/2005/8/layout/orgChart1"/>
    <dgm:cxn modelId="{3F88DD64-33A7-460B-B8D5-BFA948027944}" type="presParOf" srcId="{3DCDD6E0-0AF8-485C-B6C0-DF058F9BA821}" destId="{D1A926B5-713D-491C-8225-4022DB461845}"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graphic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graphic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Relationships xmlns="http://schemas.openxmlformats.org/package/2006/relationships"><Relationship Type="http://schemas.openxmlformats.org/officeDocument/2006/relationships/theme" Target="/ppt/notesMasters/theme/theme1.xml" Id="R4a9fb6a83fda4ab0"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a:t>11-02-2026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2.xml" Id="R48fac5d1beec44e2" /><Relationship Type="http://schemas.openxmlformats.org/officeDocument/2006/relationships/notesMaster" Target="/ppt/notesMasters/notesMaster1.xml" Id="Rf505539276234a16" /></Relationships>
</file>

<file path=ppt/notesSlides/_rels/notesSlide2.xml.rels>&#65279;<?xml version="1.0" encoding="utf-8"?><Relationships xmlns="http://schemas.openxmlformats.org/package/2006/relationships"><Relationship Type="http://schemas.openxmlformats.org/officeDocument/2006/relationships/slide" Target="/ppt/slides/slide3.xml" Id="Rae0d8eeb0b1b4e2a" /><Relationship Type="http://schemas.openxmlformats.org/officeDocument/2006/relationships/notesMaster" Target="/ppt/notesMasters/notesMaster1.xml" Id="Rff82df6705964f08" /></Relationships>
</file>

<file path=ppt/notesSlides/_rels/notesSlide3.xml.rels>&#65279;<?xml version="1.0" encoding="utf-8"?><Relationships xmlns="http://schemas.openxmlformats.org/package/2006/relationships"><Relationship Type="http://schemas.openxmlformats.org/officeDocument/2006/relationships/slide" Target="/ppt/slides/slide4.xml" Id="R58bf2bcf78354514" /><Relationship Type="http://schemas.openxmlformats.org/officeDocument/2006/relationships/notesMaster" Target="/ppt/notesMasters/notesMaster1.xml" Id="R4ac9e57d8dcb4d48" /></Relationships>
</file>

<file path=ppt/notesSlides/_rels/notesSlide4.xml.rels>&#65279;<?xml version="1.0" encoding="utf-8"?><Relationships xmlns="http://schemas.openxmlformats.org/package/2006/relationships"><Relationship Type="http://schemas.openxmlformats.org/officeDocument/2006/relationships/slide" Target="/ppt/slides/slide5.xml" Id="R786642bb9fbd45f2" /><Relationship Type="http://schemas.openxmlformats.org/officeDocument/2006/relationships/notesMaster" Target="/ppt/notesMasters/notesMaster1.xml" Id="Ra4cc5753ee704d30" /></Relationships>
</file>

<file path=ppt/notesSlides/_rels/notesSlide5.xml.rels>&#65279;<?xml version="1.0" encoding="utf-8"?><Relationships xmlns="http://schemas.openxmlformats.org/package/2006/relationships"><Relationship Type="http://schemas.openxmlformats.org/officeDocument/2006/relationships/slide" Target="/ppt/slides/slide6.xml" Id="R6b0528a744344bc3" /><Relationship Type="http://schemas.openxmlformats.org/officeDocument/2006/relationships/notesMaster" Target="/ppt/notesMasters/notesMaster1.xml" Id="R121025b1ee744326" /></Relationships>
</file>

<file path=ppt/notesSlides/_rels/notesSlide6.xml.rels>&#65279;<?xml version="1.0" encoding="utf-8"?><Relationships xmlns="http://schemas.openxmlformats.org/package/2006/relationships"><Relationship Type="http://schemas.openxmlformats.org/officeDocument/2006/relationships/slide" Target="/ppt/slides/slide7.xml" Id="Rab7fde8b6cbe4a5a" /><Relationship Type="http://schemas.openxmlformats.org/officeDocument/2006/relationships/notesMaster" Target="/ppt/notesMasters/notesMaster1.xml" Id="Rfbbe14eb824e44b6" /></Relationships>
</file>

<file path=ppt/notesSlides/_rels/notesSlide7.xml.rels>&#65279;<?xml version="1.0" encoding="utf-8"?><Relationships xmlns="http://schemas.openxmlformats.org/package/2006/relationships"><Relationship Type="http://schemas.openxmlformats.org/officeDocument/2006/relationships/slide" Target="/ppt/slides/slide8.xml" Id="R4383065a06c04099" /><Relationship Type="http://schemas.openxmlformats.org/officeDocument/2006/relationships/notesMaster" Target="/ppt/notesMasters/notesMaster1.xml" Id="R1b45b100e6254fc2" /></Relationships>
</file>

<file path=ppt/notesSlides/_rels/notesSlide8.xml.rels>&#65279;<?xml version="1.0" encoding="utf-8"?><Relationships xmlns="http://schemas.openxmlformats.org/package/2006/relationships"><Relationship Type="http://schemas.openxmlformats.org/officeDocument/2006/relationships/slide" Target="/ppt/slides/slide9.xml" Id="Ra2ffabc6e5fe4d7b" /><Relationship Type="http://schemas.openxmlformats.org/officeDocument/2006/relationships/notesMaster" Target="/ppt/notesMasters/notesMaster1.xml" Id="R408826d473e6401a" /></Relationships>
</file>

<file path=ppt/notesSlides/_rels/notesSlide9.xml.rels>&#65279;<?xml version="1.0" encoding="utf-8"?><Relationships xmlns="http://schemas.openxmlformats.org/package/2006/relationships"><Relationship Type="http://schemas.openxmlformats.org/officeDocument/2006/relationships/slide" Target="/ppt/slides/slide10.xml" Id="R0dce8e2455e848d0" /><Relationship Type="http://schemas.openxmlformats.org/officeDocument/2006/relationships/notesMaster" Target="/ppt/notesMasters/notesMaster1.xml" Id="R6500947a82da44ac" /></Relationships>
</file>

<file path=ppt/notesSlides/_rels/notesSlide10.xml.rels>&#65279;<?xml version="1.0" encoding="utf-8"?><Relationships xmlns="http://schemas.openxmlformats.org/package/2006/relationships"><Relationship Type="http://schemas.openxmlformats.org/officeDocument/2006/relationships/slide" Target="/ppt/slides/slide11.xml" Id="R04c9f1917bee4b9c" /><Relationship Type="http://schemas.openxmlformats.org/officeDocument/2006/relationships/notesMaster" Target="/ppt/notesMasters/notesMaster1.xml" Id="Rb5e822a3589f4a49" /></Relationships>
</file>

<file path=ppt/notesSlides/_rels/notesSlide11.xml.rels>&#65279;<?xml version="1.0" encoding="utf-8"?><Relationships xmlns="http://schemas.openxmlformats.org/package/2006/relationships"><Relationship Type="http://schemas.openxmlformats.org/officeDocument/2006/relationships/slide" Target="/ppt/slides/slide12.xml" Id="R7dd65e9dd0c44cbf" /><Relationship Type="http://schemas.openxmlformats.org/officeDocument/2006/relationships/notesMaster" Target="/ppt/notesMasters/notesMaster1.xml" Id="R31aa6ff48e2b40c8" /></Relationships>
</file>

<file path=ppt/notesSlides/_rels/notesSlide12.xml.rels>&#65279;<?xml version="1.0" encoding="utf-8"?><Relationships xmlns="http://schemas.openxmlformats.org/package/2006/relationships"><Relationship Type="http://schemas.openxmlformats.org/officeDocument/2006/relationships/slide" Target="/ppt/slides/slide13.xml" Id="Ra36471573005477c" /><Relationship Type="http://schemas.openxmlformats.org/officeDocument/2006/relationships/notesMaster" Target="/ppt/notesMasters/notesMaster1.xml" Id="R10f9fbc2b4de41d8" /></Relationships>
</file>

<file path=ppt/notesSlides/_rels/notesSlide13.xml.rels>&#65279;<?xml version="1.0" encoding="utf-8"?><Relationships xmlns="http://schemas.openxmlformats.org/package/2006/relationships"><Relationship Type="http://schemas.openxmlformats.org/officeDocument/2006/relationships/slide" Target="/ppt/slides/slide14.xml" Id="R3bd8b67e95844fa6" /><Relationship Type="http://schemas.openxmlformats.org/officeDocument/2006/relationships/notesMaster" Target="/ppt/notesMasters/notesMaster1.xml" Id="Rf9949f1e486f4d7b" /></Relationships>
</file>

<file path=ppt/notesSlides/_rels/notesSlide14.xml.rels>&#65279;<?xml version="1.0" encoding="utf-8"?><Relationships xmlns="http://schemas.openxmlformats.org/package/2006/relationships"><Relationship Type="http://schemas.openxmlformats.org/officeDocument/2006/relationships/slide" Target="/ppt/slides/slide15.xml" Id="Re351eae81e404353" /><Relationship Type="http://schemas.openxmlformats.org/officeDocument/2006/relationships/notesMaster" Target="/ppt/notesMasters/notesMaster1.xml" Id="R21d5fd5494e345cc" /></Relationships>
</file>

<file path=ppt/notesSlides/_rels/notesSlide15.xml.rels>&#65279;<?xml version="1.0" encoding="utf-8"?><Relationships xmlns="http://schemas.openxmlformats.org/package/2006/relationships"><Relationship Type="http://schemas.openxmlformats.org/officeDocument/2006/relationships/slide" Target="/ppt/slides/slide16.xml" Id="Rc4419b6ead7140f2" /><Relationship Type="http://schemas.openxmlformats.org/officeDocument/2006/relationships/notesMaster" Target="/ppt/notesMasters/notesMaster1.xml" Id="R461888fd28244f7b" /></Relationships>
</file>

<file path=ppt/notesSlides/_rels/notesSlide16.xml.rels>&#65279;<?xml version="1.0" encoding="utf-8"?><Relationships xmlns="http://schemas.openxmlformats.org/package/2006/relationships"><Relationship Type="http://schemas.openxmlformats.org/officeDocument/2006/relationships/slide" Target="/ppt/slides/slide17.xml" Id="R30be49c9b98d4f9a" /><Relationship Type="http://schemas.openxmlformats.org/officeDocument/2006/relationships/notesMaster" Target="/ppt/notesMasters/notesMaster1.xml" Id="R4c179a9de9ae43a3" /></Relationships>
</file>

<file path=ppt/notesSlides/_rels/notesSlide17.xml.rels>&#65279;<?xml version="1.0" encoding="utf-8"?><Relationships xmlns="http://schemas.openxmlformats.org/package/2006/relationships"><Relationship Type="http://schemas.openxmlformats.org/officeDocument/2006/relationships/slide" Target="/ppt/slides/slide18.xml" Id="R92d3ce7b219a4f84" /><Relationship Type="http://schemas.openxmlformats.org/officeDocument/2006/relationships/notesMaster" Target="/ppt/notesMasters/notesMaster1.xml" Id="R118324be935147dc" /></Relationships>
</file>

<file path=ppt/notesSlides/_rels/notesSlide18.xml.rels>&#65279;<?xml version="1.0" encoding="utf-8"?><Relationships xmlns="http://schemas.openxmlformats.org/package/2006/relationships"><Relationship Type="http://schemas.openxmlformats.org/officeDocument/2006/relationships/slide" Target="/ppt/slides/slide19.xml" Id="R6fd7f866a36542a6" /><Relationship Type="http://schemas.openxmlformats.org/officeDocument/2006/relationships/notesMaster" Target="/ppt/notesMasters/notesMaster1.xml" Id="R8231ea7353a14a29" /></Relationships>
</file>

<file path=ppt/notesSlides/_rels/notesSlide19.xml.rels>&#65279;<?xml version="1.0" encoding="utf-8"?><Relationships xmlns="http://schemas.openxmlformats.org/package/2006/relationships"><Relationship Type="http://schemas.openxmlformats.org/officeDocument/2006/relationships/slide" Target="/ppt/slides/slide20.xml" Id="R8784735c85344c98" /><Relationship Type="http://schemas.openxmlformats.org/officeDocument/2006/relationships/notesMaster" Target="/ppt/notesMasters/notesMaster1.xml" Id="R37dfd171f0894e8a" /></Relationships>
</file>

<file path=ppt/notesSlides/_rels/notesSlide20.xml.rels>&#65279;<?xml version="1.0" encoding="utf-8"?><Relationships xmlns="http://schemas.openxmlformats.org/package/2006/relationships"><Relationship Type="http://schemas.openxmlformats.org/officeDocument/2006/relationships/slide" Target="/ppt/slides/slide21.xml" Id="R2d8a276d51fe4e68" /><Relationship Type="http://schemas.openxmlformats.org/officeDocument/2006/relationships/notesMaster" Target="/ppt/notesMasters/notesMaster1.xml" Id="R1cb5cc52721841a0" /></Relationships>
</file>

<file path=ppt/notesSlides/_rels/notesSlide21.xml.rels>&#65279;<?xml version="1.0" encoding="utf-8"?><Relationships xmlns="http://schemas.openxmlformats.org/package/2006/relationships"><Relationship Type="http://schemas.openxmlformats.org/officeDocument/2006/relationships/slide" Target="/ppt/slides/slide22.xml" Id="R71844e12ab30421e" /><Relationship Type="http://schemas.openxmlformats.org/officeDocument/2006/relationships/notesMaster" Target="/ppt/notesMasters/notesMaster1.xml" Id="Rc2dd582448a34cfc" /></Relationships>
</file>

<file path=ppt/notesSlides/_rels/notesSlide22.xml.rels>&#65279;<?xml version="1.0" encoding="utf-8"?><Relationships xmlns="http://schemas.openxmlformats.org/package/2006/relationships"><Relationship Type="http://schemas.openxmlformats.org/officeDocument/2006/relationships/slide" Target="/ppt/slides/slide23.xml" Id="R6dd55692f46a482f" /><Relationship Type="http://schemas.openxmlformats.org/officeDocument/2006/relationships/notesMaster" Target="/ppt/notesMasters/notesMaster1.xml" Id="R5c6bc99fd98a42db" /></Relationships>
</file>

<file path=ppt/notesSlides/_rels/notesSlide23.xml.rels>&#65279;<?xml version="1.0" encoding="utf-8"?><Relationships xmlns="http://schemas.openxmlformats.org/package/2006/relationships"><Relationship Type="http://schemas.openxmlformats.org/officeDocument/2006/relationships/slide" Target="/ppt/slides/slide24.xml" Id="R4398474ef00c40d7" /><Relationship Type="http://schemas.openxmlformats.org/officeDocument/2006/relationships/notesMaster" Target="/ppt/notesMasters/notesMaster1.xml" Id="R858519b44e3b4056" /></Relationships>
</file>

<file path=ppt/notesSlides/_rels/notesSlide24.xml.rels>&#65279;<?xml version="1.0" encoding="utf-8"?><Relationships xmlns="http://schemas.openxmlformats.org/package/2006/relationships"><Relationship Type="http://schemas.openxmlformats.org/officeDocument/2006/relationships/slide" Target="/ppt/slides/slide25.xml" Id="Ra59729cd87ec4bc0" /><Relationship Type="http://schemas.openxmlformats.org/officeDocument/2006/relationships/notesMaster" Target="/ppt/notesMasters/notesMaster1.xml" Id="R7a200a78325f4223" /></Relationships>
</file>

<file path=ppt/notesSlides/_rels/notesSlide25.xml.rels>&#65279;<?xml version="1.0" encoding="utf-8"?><Relationships xmlns="http://schemas.openxmlformats.org/package/2006/relationships"><Relationship Type="http://schemas.openxmlformats.org/officeDocument/2006/relationships/slide" Target="/ppt/slides/slide26.xml" Id="Ra10ff667a7214ff5" /><Relationship Type="http://schemas.openxmlformats.org/officeDocument/2006/relationships/notesMaster" Target="/ppt/notesMasters/notesMaster1.xml" Id="Rd7e71446cb134cfe" /></Relationships>
</file>

<file path=ppt/notesSlides/_rels/notesSlide26.xml.rels>&#65279;<?xml version="1.0" encoding="utf-8"?><Relationships xmlns="http://schemas.openxmlformats.org/package/2006/relationships"><Relationship Type="http://schemas.openxmlformats.org/officeDocument/2006/relationships/slide" Target="/ppt/slides/slide27.xml" Id="Rf1a59ae5567f4b8b" /><Relationship Type="http://schemas.openxmlformats.org/officeDocument/2006/relationships/notesMaster" Target="/ppt/notesMasters/notesMaster1.xml" Id="Rf64f2c0ddf694cc3" /></Relationships>
</file>

<file path=ppt/notesSlides/_rels/notesSlide27.xml.rels>&#65279;<?xml version="1.0" encoding="utf-8"?><Relationships xmlns="http://schemas.openxmlformats.org/package/2006/relationships"><Relationship Type="http://schemas.openxmlformats.org/officeDocument/2006/relationships/slide" Target="/ppt/slides/slide28.xml" Id="Reb7fbbaf60aa4f8e" /><Relationship Type="http://schemas.openxmlformats.org/officeDocument/2006/relationships/notesMaster" Target="/ppt/notesMasters/notesMaster1.xml" Id="R12832cf2bea64450" /></Relationships>
</file>

<file path=ppt/notesSlides/_rels/notesSlide28.xml.rels>&#65279;<?xml version="1.0" encoding="utf-8"?><Relationships xmlns="http://schemas.openxmlformats.org/package/2006/relationships"><Relationship Type="http://schemas.openxmlformats.org/officeDocument/2006/relationships/slide" Target="/ppt/slides/slide29.xml" Id="R8ffe48cf3ce94a8c" /><Relationship Type="http://schemas.openxmlformats.org/officeDocument/2006/relationships/notesMaster" Target="/ppt/notesMasters/notesMaster1.xml" Id="R0c66a60d8810423c" /></Relationships>
</file>

<file path=ppt/notesSlides/_rels/notesSlide29.xml.rels>&#65279;<?xml version="1.0" encoding="utf-8"?><Relationships xmlns="http://schemas.openxmlformats.org/package/2006/relationships"><Relationship Type="http://schemas.openxmlformats.org/officeDocument/2006/relationships/slide" Target="/ppt/slides/slide30.xml" Id="R29f9ede7aa7149dd" /><Relationship Type="http://schemas.openxmlformats.org/officeDocument/2006/relationships/notesMaster" Target="/ppt/notesMasters/notesMaster1.xml" Id="R304aca327b19461f" /></Relationships>
</file>

<file path=ppt/notesSlides/_rels/notesSlide30.xml.rels>&#65279;<?xml version="1.0" encoding="utf-8"?><Relationships xmlns="http://schemas.openxmlformats.org/package/2006/relationships"><Relationship Type="http://schemas.openxmlformats.org/officeDocument/2006/relationships/slide" Target="/ppt/slides/slide31.xml" Id="Rf7f557ec65b54fca" /><Relationship Type="http://schemas.openxmlformats.org/officeDocument/2006/relationships/notesMaster" Target="/ppt/notesMasters/notesMaster1.xml" Id="R06b4625a9e384041" /></Relationships>
</file>

<file path=ppt/notesSlides/_rels/notesSlide31.xml.rels>&#65279;<?xml version="1.0" encoding="utf-8"?><Relationships xmlns="http://schemas.openxmlformats.org/package/2006/relationships"><Relationship Type="http://schemas.openxmlformats.org/officeDocument/2006/relationships/slide" Target="/ppt/slides/slide32.xml" Id="Ra1173f5cb9574c26" /><Relationship Type="http://schemas.openxmlformats.org/officeDocument/2006/relationships/notesMaster" Target="/ppt/notesMasters/notesMaster1.xml" Id="R098c2b46c8344c33" /></Relationships>
</file>

<file path=ppt/notesSlides/_rels/notesSlide32.xml.rels>&#65279;<?xml version="1.0" encoding="utf-8"?><Relationships xmlns="http://schemas.openxmlformats.org/package/2006/relationships"><Relationship Type="http://schemas.openxmlformats.org/officeDocument/2006/relationships/slide" Target="/ppt/slides/slide33.xml" Id="R2c2688b600c946d3" /><Relationship Type="http://schemas.openxmlformats.org/officeDocument/2006/relationships/notesMaster" Target="/ppt/notesMasters/notesMaster1.xml" Id="Rcf9bb1216be84d3d" /></Relationships>
</file>

<file path=ppt/notesSlides/_rels/notesSlide33.xml.rels>&#65279;<?xml version="1.0" encoding="utf-8"?><Relationships xmlns="http://schemas.openxmlformats.org/package/2006/relationships"><Relationship Type="http://schemas.openxmlformats.org/officeDocument/2006/relationships/slide" Target="/ppt/slides/slide34.xml" Id="R195e4e7f05684d0f" /><Relationship Type="http://schemas.openxmlformats.org/officeDocument/2006/relationships/notesMaster" Target="/ppt/notesMasters/notesMaster1.xml" Id="Racde4fe382ac4d06" /></Relationships>
</file>

<file path=ppt/notesSlides/_rels/notesSlide34.xml.rels>&#65279;<?xml version="1.0" encoding="utf-8"?><Relationships xmlns="http://schemas.openxmlformats.org/package/2006/relationships"><Relationship Type="http://schemas.openxmlformats.org/officeDocument/2006/relationships/slide" Target="/ppt/slides/slide35.xml" Id="R117d3211a6ae4cc3" /><Relationship Type="http://schemas.openxmlformats.org/officeDocument/2006/relationships/notesMaster" Target="/ppt/notesMasters/notesMaster1.xml" Id="R92f22973afd5466d" /></Relationships>
</file>

<file path=ppt/notesSlides/_rels/notesSlide35.xml.rels>&#65279;<?xml version="1.0" encoding="utf-8"?><Relationships xmlns="http://schemas.openxmlformats.org/package/2006/relationships"><Relationship Type="http://schemas.openxmlformats.org/officeDocument/2006/relationships/slide" Target="/ppt/slides/slide36.xml" Id="Rb13552ae5f2749f0" /><Relationship Type="http://schemas.openxmlformats.org/officeDocument/2006/relationships/notesMaster" Target="/ppt/notesMasters/notesMaster1.xml" Id="R318aff801b414cab" /></Relationships>
</file>

<file path=ppt/notesSlides/_rels/notesSlide36.xml.rels>&#65279;<?xml version="1.0" encoding="utf-8"?><Relationships xmlns="http://schemas.openxmlformats.org/package/2006/relationships"><Relationship Type="http://schemas.openxmlformats.org/officeDocument/2006/relationships/slide" Target="/ppt/slides/slide37.xml" Id="R166b8eb3fc2940f8" /><Relationship Type="http://schemas.openxmlformats.org/officeDocument/2006/relationships/notesMaster" Target="/ppt/notesMasters/notesMaster1.xml" Id="R839f1b09cfa546be" /></Relationships>
</file>

<file path=ppt/notesSlides/_rels/notesSlide37.xml.rels>&#65279;<?xml version="1.0" encoding="utf-8"?><Relationships xmlns="http://schemas.openxmlformats.org/package/2006/relationships"><Relationship Type="http://schemas.openxmlformats.org/officeDocument/2006/relationships/slide" Target="/ppt/slides/slide38.xml" Id="Rb5e9cda5a61e4de2" /><Relationship Type="http://schemas.openxmlformats.org/officeDocument/2006/relationships/notesMaster" Target="/ppt/notesMasters/notesMaster1.xml" Id="R533b59daac4f466a" /></Relationships>
</file>

<file path=ppt/notesSlides/_rels/notesSlide38.xml.rels>&#65279;<?xml version="1.0" encoding="utf-8"?><Relationships xmlns="http://schemas.openxmlformats.org/package/2006/relationships"><Relationship Type="http://schemas.openxmlformats.org/officeDocument/2006/relationships/slide" Target="/ppt/slides/slide39.xml" Id="Rfdd754300e1a49df" /><Relationship Type="http://schemas.openxmlformats.org/officeDocument/2006/relationships/notesMaster" Target="/ppt/notesMasters/notesMaster1.xml" Id="R1e831e407e584529" /></Relationships>
</file>

<file path=ppt/notesSlides/_rels/notesSlide39.xml.rels>&#65279;<?xml version="1.0" encoding="utf-8"?><Relationships xmlns="http://schemas.openxmlformats.org/package/2006/relationships"><Relationship Type="http://schemas.openxmlformats.org/officeDocument/2006/relationships/slide" Target="/ppt/slides/slide40.xml" Id="Rd59a754dfa694711" /><Relationship Type="http://schemas.openxmlformats.org/officeDocument/2006/relationships/notesMaster" Target="/ppt/notesMasters/notesMaster1.xml" Id="Ra3860121ff064d7e" /></Relationships>
</file>

<file path=ppt/notesSlides/_rels/notesSlide40.xml.rels>&#65279;<?xml version="1.0" encoding="utf-8"?><Relationships xmlns="http://schemas.openxmlformats.org/package/2006/relationships"><Relationship Type="http://schemas.openxmlformats.org/officeDocument/2006/relationships/slide" Target="/ppt/slides/slide41.xml" Id="Rf97a26ab46ce405d" /><Relationship Type="http://schemas.openxmlformats.org/officeDocument/2006/relationships/notesMaster" Target="/ppt/notesMasters/notesMaster1.xml" Id="R3efa04de164d44cd" /></Relationships>
</file>

<file path=ppt/notesSlides/_rels/notesSlide41.xml.rels>&#65279;<?xml version="1.0" encoding="utf-8"?><Relationships xmlns="http://schemas.openxmlformats.org/package/2006/relationships"><Relationship Type="http://schemas.openxmlformats.org/officeDocument/2006/relationships/slide" Target="/ppt/slides/slide42.xml" Id="R24da2d16e413479d" /><Relationship Type="http://schemas.openxmlformats.org/officeDocument/2006/relationships/notesMaster" Target="/ppt/notesMasters/notesMaster1.xml" Id="R69ac6c13795646a7" /></Relationships>
</file>

<file path=ppt/notesSlides/_rels/notesSlide42.xml.rels>&#65279;<?xml version="1.0" encoding="utf-8"?><Relationships xmlns="http://schemas.openxmlformats.org/package/2006/relationships"><Relationship Type="http://schemas.openxmlformats.org/officeDocument/2006/relationships/slide" Target="/ppt/slides/slide43.xml" Id="Rccba428f211d4cba" /><Relationship Type="http://schemas.openxmlformats.org/officeDocument/2006/relationships/notesMaster" Target="/ppt/notesMasters/notesMaster1.xml" Id="R39cd9afaab424895" /></Relationships>
</file>

<file path=ppt/notesSlides/_rels/notesSlide43.xml.rels>&#65279;<?xml version="1.0" encoding="utf-8"?><Relationships xmlns="http://schemas.openxmlformats.org/package/2006/relationships"><Relationship Type="http://schemas.openxmlformats.org/officeDocument/2006/relationships/slide" Target="/ppt/slides/slide44.xml" Id="R834cd52fa78641fb" /><Relationship Type="http://schemas.openxmlformats.org/officeDocument/2006/relationships/notesMaster" Target="/ppt/notesMasters/notesMaster1.xml" Id="Rdd32998daf4e4763" /></Relationships>
</file>

<file path=ppt/notesSlides/_rels/notesSlide44.xml.rels>&#65279;<?xml version="1.0" encoding="utf-8"?><Relationships xmlns="http://schemas.openxmlformats.org/package/2006/relationships"><Relationship Type="http://schemas.openxmlformats.org/officeDocument/2006/relationships/slide" Target="/ppt/slides/slide45.xml" Id="Re560583c30ba4cb6" /><Relationship Type="http://schemas.openxmlformats.org/officeDocument/2006/relationships/notesMaster" Target="/ppt/notesMasters/notesMaster1.xml" Id="R77f22e39d8b844d4" /></Relationships>
</file>

<file path=ppt/notesSlides/_rels/notesSlide45.xml.rels>&#65279;<?xml version="1.0" encoding="utf-8"?><Relationships xmlns="http://schemas.openxmlformats.org/package/2006/relationships"><Relationship Type="http://schemas.openxmlformats.org/officeDocument/2006/relationships/slide" Target="/ppt/slides/slide46.xml" Id="R2209a68065bc4d46" /><Relationship Type="http://schemas.openxmlformats.org/officeDocument/2006/relationships/notesMaster" Target="/ppt/notesMasters/notesMaster1.xml" Id="Rc10bbed8be0140ea" /></Relationships>
</file>

<file path=ppt/notesSlides/_rels/notesSlide46.xml.rels>&#65279;<?xml version="1.0" encoding="utf-8"?><Relationships xmlns="http://schemas.openxmlformats.org/package/2006/relationships"><Relationship Type="http://schemas.openxmlformats.org/officeDocument/2006/relationships/slide" Target="/ppt/slides/slide47.xml" Id="R8392f3140c934e02" /><Relationship Type="http://schemas.openxmlformats.org/officeDocument/2006/relationships/notesMaster" Target="/ppt/notesMasters/notesMaster1.xml" Id="R8b1101b5049248a5" /></Relationships>
</file>

<file path=ppt/notesSlides/_rels/notesSlide47.xml.rels>&#65279;<?xml version="1.0" encoding="utf-8"?><Relationships xmlns="http://schemas.openxmlformats.org/package/2006/relationships"><Relationship Type="http://schemas.openxmlformats.org/officeDocument/2006/relationships/slide" Target="/ppt/slides/slide50.xml" Id="R9a691234fccb456a" /><Relationship Type="http://schemas.openxmlformats.org/officeDocument/2006/relationships/notesMaster" Target="/ppt/notesMasters/notesMaster1.xml" Id="Rba901b4ad5394012" /></Relationships>
</file>

<file path=ppt/notesSlides/_rels/notesSlide48.xml.rels>&#65279;<?xml version="1.0" encoding="utf-8"?><Relationships xmlns="http://schemas.openxmlformats.org/package/2006/relationships"><Relationship Type="http://schemas.openxmlformats.org/officeDocument/2006/relationships/slide" Target="/ppt/slides/slide51.xml" Id="R92c66344f87e4488" /><Relationship Type="http://schemas.openxmlformats.org/officeDocument/2006/relationships/notesMaster" Target="/ppt/notesMasters/notesMaster1.xml" Id="Rcb97a559d86942aa" /></Relationships>
</file>

<file path=ppt/notesSlides/_rels/notesSlide49.xml.rels>&#65279;<?xml version="1.0" encoding="utf-8"?><Relationships xmlns="http://schemas.openxmlformats.org/package/2006/relationships"><Relationship Type="http://schemas.openxmlformats.org/officeDocument/2006/relationships/slide" Target="/ppt/slides/slide52.xml" Id="Rb50a859e840943ef" /><Relationship Type="http://schemas.openxmlformats.org/officeDocument/2006/relationships/notesMaster" Target="/ppt/notesMasters/notesMaster1.xml" Id="Rb56b3a1684884f61" /></Relationships>
</file>

<file path=ppt/notesSlides/_rels/notesSlide50.xml.rels>&#65279;<?xml version="1.0" encoding="utf-8"?><Relationships xmlns="http://schemas.openxmlformats.org/package/2006/relationships"><Relationship Type="http://schemas.openxmlformats.org/officeDocument/2006/relationships/slide" Target="/ppt/slides/slide53.xml" Id="Rfc7a7691f9a34685" /><Relationship Type="http://schemas.openxmlformats.org/officeDocument/2006/relationships/notesMaster" Target="/ppt/notesMasters/notesMaster1.xml" Id="R1fc4aa3dd6294b87" /></Relationships>
</file>

<file path=ppt/notesSlides/_rels/notesSlide51.xml.rels>&#65279;<?xml version="1.0" encoding="utf-8"?><Relationships xmlns="http://schemas.openxmlformats.org/package/2006/relationships"><Relationship Type="http://schemas.openxmlformats.org/officeDocument/2006/relationships/slide" Target="/ppt/slides/slide54.xml" Id="R684b022109a54f22" /><Relationship Type="http://schemas.openxmlformats.org/officeDocument/2006/relationships/notesMaster" Target="/ppt/notesMasters/notesMaster1.xml" Id="Raa728e4ba0504248" /></Relationships>
</file>

<file path=ppt/notesSlides/_rels/notesSlide52.xml.rels>&#65279;<?xml version="1.0" encoding="utf-8"?><Relationships xmlns="http://schemas.openxmlformats.org/package/2006/relationships"><Relationship Type="http://schemas.openxmlformats.org/officeDocument/2006/relationships/slide" Target="/ppt/slides/slide55.xml" Id="R93d2be9b4e664c86" /><Relationship Type="http://schemas.openxmlformats.org/officeDocument/2006/relationships/notesMaster" Target="/ppt/notesMasters/notesMaster1.xml" Id="Re7b870187ba14f41" /></Relationships>
</file>

<file path=ppt/notesSlides/_rels/notesSlide53.xml.rels>&#65279;<?xml version="1.0" encoding="utf-8"?><Relationships xmlns="http://schemas.openxmlformats.org/package/2006/relationships"><Relationship Type="http://schemas.openxmlformats.org/officeDocument/2006/relationships/slide" Target="/ppt/slides/slide56.xml" Id="R4b172f2aeb664055" /><Relationship Type="http://schemas.openxmlformats.org/officeDocument/2006/relationships/notesMaster" Target="/ppt/notesMasters/notesMaster1.xml" Id="Rfc561660540640d1" /></Relationships>
</file>

<file path=ppt/notesSlides/_rels/notesSlide54.xml.rels>&#65279;<?xml version="1.0" encoding="utf-8"?><Relationships xmlns="http://schemas.openxmlformats.org/package/2006/relationships"><Relationship Type="http://schemas.openxmlformats.org/officeDocument/2006/relationships/slide" Target="/ppt/slides/slide57.xml" Id="Rb9acd8c3bb2d40a6" /><Relationship Type="http://schemas.openxmlformats.org/officeDocument/2006/relationships/notesMaster" Target="/ppt/notesMasters/notesMaster1.xml" Id="R424e6ea0d1784983" /></Relationships>
</file>

<file path=ppt/notesSlides/_rels/notesSlide55.xml.rels>&#65279;<?xml version="1.0" encoding="utf-8"?><Relationships xmlns="http://schemas.openxmlformats.org/package/2006/relationships"><Relationship Type="http://schemas.openxmlformats.org/officeDocument/2006/relationships/slide" Target="/ppt/slides/slide58.xml" Id="R9df1412bd9094654" /><Relationship Type="http://schemas.openxmlformats.org/officeDocument/2006/relationships/notesMaster" Target="/ppt/notesMasters/notesMaster1.xml" Id="R86a1eb50d94541f0" /></Relationships>
</file>

<file path=ppt/notesSlides/_rels/notesSlide56.xml.rels>&#65279;<?xml version="1.0" encoding="utf-8"?><Relationships xmlns="http://schemas.openxmlformats.org/package/2006/relationships"><Relationship Type="http://schemas.openxmlformats.org/officeDocument/2006/relationships/slide" Target="/ppt/slides/slide59.xml" Id="Ref68820130a04f8d" /><Relationship Type="http://schemas.openxmlformats.org/officeDocument/2006/relationships/notesMaster" Target="/ppt/notesMasters/notesMaster1.xml" Id="R7cec1397959c4d0f" /></Relationships>
</file>

<file path=ppt/notesSlides/_rels/notesSlide57.xml.rels>&#65279;<?xml version="1.0" encoding="utf-8"?><Relationships xmlns="http://schemas.openxmlformats.org/package/2006/relationships"><Relationship Type="http://schemas.openxmlformats.org/officeDocument/2006/relationships/slide" Target="/ppt/slides/slide60.xml" Id="R605fbceb1e984340" /><Relationship Type="http://schemas.openxmlformats.org/officeDocument/2006/relationships/notesMaster" Target="/ppt/notesMasters/notesMaster1.xml" Id="Rb8da9d7da3374b2f" /></Relationships>
</file>

<file path=ppt/notesSlides/_rels/notesSlide58.xml.rels>&#65279;<?xml version="1.0" encoding="utf-8"?><Relationships xmlns="http://schemas.openxmlformats.org/package/2006/relationships"><Relationship Type="http://schemas.openxmlformats.org/officeDocument/2006/relationships/slide" Target="/ppt/slides/slide61.xml" Id="R2bf0fddd6508426f" /><Relationship Type="http://schemas.openxmlformats.org/officeDocument/2006/relationships/notesMaster" Target="/ppt/notesMasters/notesMaster1.xml" Id="Ref55a4e505ba48f9" /></Relationships>
</file>

<file path=ppt/notesSlides/_rels/notesSlide59.xml.rels>&#65279;<?xml version="1.0" encoding="utf-8"?><Relationships xmlns="http://schemas.openxmlformats.org/package/2006/relationships"><Relationship Type="http://schemas.openxmlformats.org/officeDocument/2006/relationships/slide" Target="/ppt/slides/slide62.xml" Id="Rb3bcf79ebef1436b" /><Relationship Type="http://schemas.openxmlformats.org/officeDocument/2006/relationships/notesMaster" Target="/ppt/notesMasters/notesMaster1.xml" Id="Rcbb6129c53ea4b4c" /></Relationships>
</file>

<file path=ppt/notesSlides/_rels/notesSlide60.xml.rels>&#65279;<?xml version="1.0" encoding="utf-8"?><Relationships xmlns="http://schemas.openxmlformats.org/package/2006/relationships"><Relationship Type="http://schemas.openxmlformats.org/officeDocument/2006/relationships/slide" Target="/ppt/slides/slide63.xml" Id="R8397164bcc75419e" /><Relationship Type="http://schemas.openxmlformats.org/officeDocument/2006/relationships/notesMaster" Target="/ppt/notesMasters/notesMaster1.xml" Id="Rf914bf2ce64b4f1f" /></Relationships>
</file>

<file path=ppt/notesSlides/_rels/notesSlide61.xml.rels>&#65279;<?xml version="1.0" encoding="utf-8"?><Relationships xmlns="http://schemas.openxmlformats.org/package/2006/relationships"><Relationship Type="http://schemas.openxmlformats.org/officeDocument/2006/relationships/slide" Target="/ppt/slides/slide64.xml" Id="Rfd1e4e1e27944401" /><Relationship Type="http://schemas.openxmlformats.org/officeDocument/2006/relationships/notesMaster" Target="/ppt/notesMasters/notesMaster1.xml" Id="R3af4b75f75784c4f" /></Relationships>
</file>

<file path=ppt/notesSlides/_rels/notesSlide62.xml.rels>&#65279;<?xml version="1.0" encoding="utf-8"?><Relationships xmlns="http://schemas.openxmlformats.org/package/2006/relationships"><Relationship Type="http://schemas.openxmlformats.org/officeDocument/2006/relationships/slide" Target="/ppt/slides/slide65.xml" Id="R23a839693a2c4c6f" /><Relationship Type="http://schemas.openxmlformats.org/officeDocument/2006/relationships/notesMaster" Target="/ppt/notesMasters/notesMaster1.xml" Id="Rb1a4552d78474e35" /></Relationships>
</file>

<file path=ppt/notesSlides/_rels/notesSlide63.xml.rels>&#65279;<?xml version="1.0" encoding="utf-8"?><Relationships xmlns="http://schemas.openxmlformats.org/package/2006/relationships"><Relationship Type="http://schemas.openxmlformats.org/officeDocument/2006/relationships/slide" Target="/ppt/slides/slide66.xml" Id="R3d477544cb674e3b" /><Relationship Type="http://schemas.openxmlformats.org/officeDocument/2006/relationships/notesMaster" Target="/ppt/notesMasters/notesMaster1.xml" Id="Ra5af017e02f64232" /></Relationships>
</file>

<file path=ppt/notesSlides/_rels/notesSlide64.xml.rels>&#65279;<?xml version="1.0" encoding="utf-8"?><Relationships xmlns="http://schemas.openxmlformats.org/package/2006/relationships"><Relationship Type="http://schemas.openxmlformats.org/officeDocument/2006/relationships/slide" Target="/ppt/slides/slide67.xml" Id="Rbe13b572d12f466d" /><Relationship Type="http://schemas.openxmlformats.org/officeDocument/2006/relationships/notesMaster" Target="/ppt/notesMasters/notesMaster1.xml" Id="R9e51011863314323" /></Relationships>
</file>

<file path=ppt/notesSlides/_rels/notesSlide65.xml.rels>&#65279;<?xml version="1.0" encoding="utf-8"?><Relationships xmlns="http://schemas.openxmlformats.org/package/2006/relationships"><Relationship Type="http://schemas.openxmlformats.org/officeDocument/2006/relationships/slide" Target="/ppt/slides/slide71.xml" Id="Rc7073b100f3e402e" /><Relationship Type="http://schemas.openxmlformats.org/officeDocument/2006/relationships/notesMaster" Target="/ppt/notesMasters/notesMaster1.xml" Id="R1ecce25ae37f48bc" /></Relationships>
</file>

<file path=ppt/notesSlides/_rels/notesSlide66.xml.rels>&#65279;<?xml version="1.0" encoding="utf-8"?><Relationships xmlns="http://schemas.openxmlformats.org/package/2006/relationships"><Relationship Type="http://schemas.openxmlformats.org/officeDocument/2006/relationships/slide" Target="/ppt/slides/slide72.xml" Id="R4a6651e965c6449c" /><Relationship Type="http://schemas.openxmlformats.org/officeDocument/2006/relationships/notesMaster" Target="/ppt/notesMasters/notesMaster1.xml" Id="R8d77403640ae4334" /></Relationships>
</file>

<file path=ppt/notesSlides/_rels/notesSlide67.xml.rels>&#65279;<?xml version="1.0" encoding="utf-8"?><Relationships xmlns="http://schemas.openxmlformats.org/package/2006/relationships"><Relationship Type="http://schemas.openxmlformats.org/officeDocument/2006/relationships/slide" Target="/ppt/slides/slide73.xml" Id="R46e08a8c96924fe5" /><Relationship Type="http://schemas.openxmlformats.org/officeDocument/2006/relationships/notesMaster" Target="/ppt/notesMasters/notesMaster1.xml" Id="Rc1c9487bee4e4e2f" /></Relationships>
</file>

<file path=ppt/notesSlides/_rels/notesSlide68.xml.rels>&#65279;<?xml version="1.0" encoding="utf-8"?><Relationships xmlns="http://schemas.openxmlformats.org/package/2006/relationships"><Relationship Type="http://schemas.openxmlformats.org/officeDocument/2006/relationships/slide" Target="/ppt/slides/slide74.xml" Id="R5f5dcc8990134a88" /><Relationship Type="http://schemas.openxmlformats.org/officeDocument/2006/relationships/notesMaster" Target="/ppt/notesMasters/notesMaster1.xml" Id="R2c8bacb80a4e42d1" /></Relationships>
</file>

<file path=ppt/notesSlides/_rels/notesSlide69.xml.rels>&#65279;<?xml version="1.0" encoding="utf-8"?><Relationships xmlns="http://schemas.openxmlformats.org/package/2006/relationships"><Relationship Type="http://schemas.openxmlformats.org/officeDocument/2006/relationships/slide" Target="/ppt/slides/slide75.xml" Id="R3768c3aa0f914c6c" /><Relationship Type="http://schemas.openxmlformats.org/officeDocument/2006/relationships/notesMaster" Target="/ppt/notesMasters/notesMaster1.xml" Id="Re711e07673aa4039" /></Relationships>
</file>

<file path=ppt/notesSlides/_rels/notesSlide70.xml.rels>&#65279;<?xml version="1.0" encoding="utf-8"?><Relationships xmlns="http://schemas.openxmlformats.org/package/2006/relationships"><Relationship Type="http://schemas.openxmlformats.org/officeDocument/2006/relationships/slide" Target="/ppt/slides/slide76.xml" Id="R57f0e9499d0e4c11" /><Relationship Type="http://schemas.openxmlformats.org/officeDocument/2006/relationships/notesMaster" Target="/ppt/notesMasters/notesMaster1.xml" Id="Rfedd0968c00041d3" /></Relationships>
</file>

<file path=ppt/notesSlides/_rels/notesSlide71.xml.rels>&#65279;<?xml version="1.0" encoding="utf-8"?><Relationships xmlns="http://schemas.openxmlformats.org/package/2006/relationships"><Relationship Type="http://schemas.openxmlformats.org/officeDocument/2006/relationships/slide" Target="/ppt/slides/slide79.xml" Id="R295d54b311dd4aaf" /><Relationship Type="http://schemas.openxmlformats.org/officeDocument/2006/relationships/notesMaster" Target="/ppt/notesMasters/notesMaster1.xml" Id="Rcda620a1eae74499" /></Relationships>
</file>

<file path=ppt/notesSlides/_rels/notesSlide72.xml.rels>&#65279;<?xml version="1.0" encoding="utf-8"?><Relationships xmlns="http://schemas.openxmlformats.org/package/2006/relationships"><Relationship Type="http://schemas.openxmlformats.org/officeDocument/2006/relationships/slide" Target="/ppt/slides/slide80.xml" Id="R8d534338d732405e" /><Relationship Type="http://schemas.openxmlformats.org/officeDocument/2006/relationships/notesMaster" Target="/ppt/notesMasters/notesMaster1.xml" Id="Rae5d4a6e71304781" /></Relationships>
</file>

<file path=ppt/notesSlides/_rels/notesSlide73.xml.rels>&#65279;<?xml version="1.0" encoding="utf-8"?><Relationships xmlns="http://schemas.openxmlformats.org/package/2006/relationships"><Relationship Type="http://schemas.openxmlformats.org/officeDocument/2006/relationships/slide" Target="/ppt/slides/slide81.xml" Id="R9a34b704b22647b7" /><Relationship Type="http://schemas.openxmlformats.org/officeDocument/2006/relationships/notesMaster" Target="/ppt/notesMasters/notesMaster1.xml" Id="R49a5f43ea6b74576" /></Relationships>
</file>

<file path=ppt/notesSlides/_rels/notesSlide74.xml.rels>&#65279;<?xml version="1.0" encoding="utf-8"?><Relationships xmlns="http://schemas.openxmlformats.org/package/2006/relationships"><Relationship Type="http://schemas.openxmlformats.org/officeDocument/2006/relationships/slide" Target="/ppt/slides/slide82.xml" Id="R5e10acffc4e84901" /><Relationship Type="http://schemas.openxmlformats.org/officeDocument/2006/relationships/notesMaster" Target="/ppt/notesMasters/notesMaster1.xml" Id="R702ae0921bc54eeb" /></Relationships>
</file>

<file path=ppt/notesSlides/_rels/notesSlide75.xml.rels>&#65279;<?xml version="1.0" encoding="utf-8"?><Relationships xmlns="http://schemas.openxmlformats.org/package/2006/relationships"><Relationship Type="http://schemas.openxmlformats.org/officeDocument/2006/relationships/slide" Target="/ppt/slides/slide83.xml" Id="R126f71bbe1d04916" /><Relationship Type="http://schemas.openxmlformats.org/officeDocument/2006/relationships/notesMaster" Target="/ppt/notesMasters/notesMaster1.xml" Id="R3d2be82011d14134" /></Relationships>
</file>

<file path=ppt/notesSlides/_rels/notesSlide76.xml.rels>&#65279;<?xml version="1.0" encoding="utf-8"?><Relationships xmlns="http://schemas.openxmlformats.org/package/2006/relationships"><Relationship Type="http://schemas.openxmlformats.org/officeDocument/2006/relationships/slide" Target="/ppt/slides/slide84.xml" Id="R1d7d3086ae854f77" /><Relationship Type="http://schemas.openxmlformats.org/officeDocument/2006/relationships/notesMaster" Target="/ppt/notesMasters/notesMaster1.xml" Id="R7884edda4e634bbe" /></Relationships>
</file>

<file path=ppt/notesSlides/_rels/notesSlide77.xml.rels>&#65279;<?xml version="1.0" encoding="utf-8"?><Relationships xmlns="http://schemas.openxmlformats.org/package/2006/relationships"><Relationship Type="http://schemas.openxmlformats.org/officeDocument/2006/relationships/slide" Target="/ppt/slides/slide85.xml" Id="R88b2273fc5e24d6d" /><Relationship Type="http://schemas.openxmlformats.org/officeDocument/2006/relationships/notesMaster" Target="/ppt/notesMasters/notesMaster1.xml" Id="R6075057472f34d61" /></Relationships>
</file>

<file path=ppt/notesSlides/_rels/notesSlide78.xml.rels>&#65279;<?xml version="1.0" encoding="utf-8"?><Relationships xmlns="http://schemas.openxmlformats.org/package/2006/relationships"><Relationship Type="http://schemas.openxmlformats.org/officeDocument/2006/relationships/slide" Target="/ppt/slides/slide86.xml" Id="R3471771759aa4838" /><Relationship Type="http://schemas.openxmlformats.org/officeDocument/2006/relationships/notesMaster" Target="/ppt/notesMasters/notesMaster1.xml" Id="R2d4628b56978466c" /></Relationships>
</file>

<file path=ppt/notesSlides/_rels/notesSlide79.xml.rels>&#65279;<?xml version="1.0" encoding="utf-8"?><Relationships xmlns="http://schemas.openxmlformats.org/package/2006/relationships"><Relationship Type="http://schemas.openxmlformats.org/officeDocument/2006/relationships/slide" Target="/ppt/slides/slide87.xml" Id="R14eebda50465477b" /><Relationship Type="http://schemas.openxmlformats.org/officeDocument/2006/relationships/notesMaster" Target="/ppt/notesMasters/notesMaster1.xml" Id="Rd0c3da8ce8604da4" /></Relationships>
</file>

<file path=ppt/notesSlides/_rels/notesSlide80.xml.rels>&#65279;<?xml version="1.0" encoding="utf-8"?><Relationships xmlns="http://schemas.openxmlformats.org/package/2006/relationships"><Relationship Type="http://schemas.openxmlformats.org/officeDocument/2006/relationships/slide" Target="/ppt/slides/slide88.xml" Id="R975be74a0e054fed" /><Relationship Type="http://schemas.openxmlformats.org/officeDocument/2006/relationships/notesMaster" Target="/ppt/notesMasters/notesMaster1.xml" Id="R8967efabe18d4282" /></Relationships>
</file>

<file path=ppt/notesSlides/_rels/notesSlide81.xml.rels>&#65279;<?xml version="1.0" encoding="utf-8"?><Relationships xmlns="http://schemas.openxmlformats.org/package/2006/relationships"><Relationship Type="http://schemas.openxmlformats.org/officeDocument/2006/relationships/slide" Target="/ppt/slides/slide89.xml" Id="R109c903ab40b4835" /><Relationship Type="http://schemas.openxmlformats.org/officeDocument/2006/relationships/notesMaster" Target="/ppt/notesMasters/notesMaster1.xml" Id="Rb902900dcbe14822" /></Relationships>
</file>

<file path=ppt/notesSlides/_rels/notesSlide82.xml.rels>&#65279;<?xml version="1.0" encoding="utf-8"?><Relationships xmlns="http://schemas.openxmlformats.org/package/2006/relationships"><Relationship Type="http://schemas.openxmlformats.org/officeDocument/2006/relationships/slide" Target="/ppt/slides/slide90.xml" Id="R6a1e7a4324e14ab0" /><Relationship Type="http://schemas.openxmlformats.org/officeDocument/2006/relationships/notesMaster" Target="/ppt/notesMasters/notesMaster1.xml" Id="Reced5acb2b424e70" /></Relationships>
</file>

<file path=ppt/notesSlides/_rels/notesSlide83.xml.rels>&#65279;<?xml version="1.0" encoding="utf-8"?><Relationships xmlns="http://schemas.openxmlformats.org/package/2006/relationships"><Relationship Type="http://schemas.openxmlformats.org/officeDocument/2006/relationships/slide" Target="/ppt/slides/slide91.xml" Id="R26d9d25d25f14fa2" /><Relationship Type="http://schemas.openxmlformats.org/officeDocument/2006/relationships/notesMaster" Target="/ppt/notesMasters/notesMaster1.xml" Id="R36371d2defd14f10" /></Relationships>
</file>

<file path=ppt/notesSlides/_rels/notesSlide84.xml.rels>&#65279;<?xml version="1.0" encoding="utf-8"?><Relationships xmlns="http://schemas.openxmlformats.org/package/2006/relationships"><Relationship Type="http://schemas.openxmlformats.org/officeDocument/2006/relationships/slide" Target="/ppt/slides/slide92.xml" Id="R797a8143ccea4079" /><Relationship Type="http://schemas.openxmlformats.org/officeDocument/2006/relationships/notesMaster" Target="/ppt/notesMasters/notesMaster1.xml" Id="R6fb6e18c6aef4049" /></Relationships>
</file>

<file path=ppt/notesSlides/_rels/notesSlide85.xml.rels>&#65279;<?xml version="1.0" encoding="utf-8"?><Relationships xmlns="http://schemas.openxmlformats.org/package/2006/relationships"><Relationship Type="http://schemas.openxmlformats.org/officeDocument/2006/relationships/slide" Target="/ppt/slides/slide93.xml" Id="Rd342efe1f42d4b63" /><Relationship Type="http://schemas.openxmlformats.org/officeDocument/2006/relationships/notesMaster" Target="/ppt/notesMasters/notesMaster1.xml" Id="Ra466484813064654" /></Relationships>
</file>

<file path=ppt/notesSlides/_rels/notesSlide86.xml.rels>&#65279;<?xml version="1.0" encoding="utf-8"?><Relationships xmlns="http://schemas.openxmlformats.org/package/2006/relationships"><Relationship Type="http://schemas.openxmlformats.org/officeDocument/2006/relationships/slide" Target="/ppt/slides/slide94.xml" Id="R9ae3bbc650084aa2" /><Relationship Type="http://schemas.openxmlformats.org/officeDocument/2006/relationships/notesMaster" Target="/ppt/notesMasters/notesMaster1.xml" Id="R9ba4cd66679843f1" /></Relationships>
</file>

<file path=ppt/notesSlides/_rels/notesSlide87.xml.rels>&#65279;<?xml version="1.0" encoding="utf-8"?><Relationships xmlns="http://schemas.openxmlformats.org/package/2006/relationships"><Relationship Type="http://schemas.openxmlformats.org/officeDocument/2006/relationships/slide" Target="/ppt/slides/slide95.xml" Id="R2094216beb6343d7" /><Relationship Type="http://schemas.openxmlformats.org/officeDocument/2006/relationships/notesMaster" Target="/ppt/notesMasters/notesMaster1.xml" Id="R6252923799c34f1f" /></Relationships>
</file>

<file path=ppt/notesSlides/_rels/notesSlide88.xml.rels>&#65279;<?xml version="1.0" encoding="utf-8"?><Relationships xmlns="http://schemas.openxmlformats.org/package/2006/relationships"><Relationship Type="http://schemas.openxmlformats.org/officeDocument/2006/relationships/slide" Target="/ppt/slides/slide96.xml" Id="Rda19804e843b499f" /><Relationship Type="http://schemas.openxmlformats.org/officeDocument/2006/relationships/notesMaster" Target="/ppt/notesMasters/notesMaster1.xml" Id="R611e90fbd0e94426" /></Relationships>
</file>

<file path=ppt/notesSlides/_rels/notesSlide89.xml.rels>&#65279;<?xml version="1.0" encoding="utf-8"?><Relationships xmlns="http://schemas.openxmlformats.org/package/2006/relationships"><Relationship Type="http://schemas.openxmlformats.org/officeDocument/2006/relationships/slide" Target="/ppt/slides/slide97.xml" Id="Rd23021c576d546b1" /><Relationship Type="http://schemas.openxmlformats.org/officeDocument/2006/relationships/notesMaster" Target="/ppt/notesMasters/notesMaster1.xml" Id="Rf925ec36adb44d21" /></Relationships>
</file>

<file path=ppt/notesSlides/_rels/notesSlide90.xml.rels>&#65279;<?xml version="1.0" encoding="utf-8"?><Relationships xmlns="http://schemas.openxmlformats.org/package/2006/relationships"><Relationship Type="http://schemas.openxmlformats.org/officeDocument/2006/relationships/slide" Target="/ppt/slides/slide98.xml" Id="R34e65ba3203d494f" /><Relationship Type="http://schemas.openxmlformats.org/officeDocument/2006/relationships/notesMaster" Target="/ppt/notesMasters/notesMaster1.xml" Id="R57d3204996084648" /></Relationships>
</file>

<file path=ppt/notesSlides/_rels/notesSlide91.xml.rels>&#65279;<?xml version="1.0" encoding="utf-8"?><Relationships xmlns="http://schemas.openxmlformats.org/package/2006/relationships"><Relationship Type="http://schemas.openxmlformats.org/officeDocument/2006/relationships/slide" Target="/ppt/slides/slide99.xml" Id="R9ab6ed3989a54aa7" /><Relationship Type="http://schemas.openxmlformats.org/officeDocument/2006/relationships/notesMaster" Target="/ppt/notesMasters/notesMaster1.xml" Id="Rb9ac2535b65b434c" /></Relationships>
</file>

<file path=ppt/notesSlides/_rels/notesSlide92.xml.rels>&#65279;<?xml version="1.0" encoding="utf-8"?><Relationships xmlns="http://schemas.openxmlformats.org/package/2006/relationships"><Relationship Type="http://schemas.openxmlformats.org/officeDocument/2006/relationships/slide" Target="/ppt/slides/slide100.xml" Id="Rc70d9cba61094336" /><Relationship Type="http://schemas.openxmlformats.org/officeDocument/2006/relationships/notesMaster" Target="/ppt/notesMasters/notesMaster1.xml" Id="R954f6430078c40e9" /></Relationships>
</file>

<file path=ppt/notesSlides/_rels/notesSlide93.xml.rels>&#65279;<?xml version="1.0" encoding="utf-8"?><Relationships xmlns="http://schemas.openxmlformats.org/package/2006/relationships"><Relationship Type="http://schemas.openxmlformats.org/officeDocument/2006/relationships/slide" Target="/ppt/slides/slide101.xml" Id="R5c19c417396a4e4f" /><Relationship Type="http://schemas.openxmlformats.org/officeDocument/2006/relationships/notesMaster" Target="/ppt/notesMasters/notesMaster1.xml" Id="R5d9e7e875d57481c" /></Relationships>
</file>

<file path=ppt/notesSlides/_rels/notesSlide94.xml.rels>&#65279;<?xml version="1.0" encoding="utf-8"?><Relationships xmlns="http://schemas.openxmlformats.org/package/2006/relationships"><Relationship Type="http://schemas.openxmlformats.org/officeDocument/2006/relationships/slide" Target="/ppt/slides/slide102.xml" Id="R1f9d7e44c0b14fe2" /><Relationship Type="http://schemas.openxmlformats.org/officeDocument/2006/relationships/notesMaster" Target="/ppt/notesMasters/notesMaster1.xml" Id="R62fcbc393bad4487" /></Relationships>
</file>

<file path=ppt/notesSlides/_rels/notesSlide95.xml.rels>&#65279;<?xml version="1.0" encoding="utf-8"?><Relationships xmlns="http://schemas.openxmlformats.org/package/2006/relationships"><Relationship Type="http://schemas.openxmlformats.org/officeDocument/2006/relationships/slide" Target="/ppt/slides/slide103.xml" Id="R97bcc22cf9e24df5" /><Relationship Type="http://schemas.openxmlformats.org/officeDocument/2006/relationships/notesMaster" Target="/ppt/notesMasters/notesMaster1.xml" Id="R87909a94bd7a41c6" /></Relationships>
</file>

<file path=ppt/notesSlides/_rels/notesSlide96.xml.rels>&#65279;<?xml version="1.0" encoding="utf-8"?><Relationships xmlns="http://schemas.openxmlformats.org/package/2006/relationships"><Relationship Type="http://schemas.openxmlformats.org/officeDocument/2006/relationships/slide" Target="/ppt/slides/slide104.xml" Id="R9a5abb29c23f4231" /><Relationship Type="http://schemas.openxmlformats.org/officeDocument/2006/relationships/notesMaster" Target="/ppt/notesMasters/notesMaster1.xml" Id="Ra07346d918d246f5" /></Relationships>
</file>

<file path=ppt/notesSlides/_rels/notesSlide97.xml.rels>&#65279;<?xml version="1.0" encoding="utf-8"?><Relationships xmlns="http://schemas.openxmlformats.org/package/2006/relationships"><Relationship Type="http://schemas.openxmlformats.org/officeDocument/2006/relationships/slide" Target="/ppt/slides/slide105.xml" Id="R8a768a62323d4972" /><Relationship Type="http://schemas.openxmlformats.org/officeDocument/2006/relationships/notesMaster" Target="/ppt/notesMasters/notesMaster1.xml" Id="Rccafdf174bbc4d8f" /></Relationships>
</file>

<file path=ppt/notesSlides/_rels/notesSlide98.xml.rels>&#65279;<?xml version="1.0" encoding="utf-8"?><Relationships xmlns="http://schemas.openxmlformats.org/package/2006/relationships"><Relationship Type="http://schemas.openxmlformats.org/officeDocument/2006/relationships/slide" Target="/ppt/slides/slide106.xml" Id="R17ee103ff6854fab" /><Relationship Type="http://schemas.openxmlformats.org/officeDocument/2006/relationships/notesMaster" Target="/ppt/notesMasters/notesMaster1.xml" Id="R5c90d7b9315e4a75" /></Relationships>
</file>

<file path=ppt/notesSlides/_rels/notesSlide99.xml.rels>&#65279;<?xml version="1.0" encoding="utf-8"?><Relationships xmlns="http://schemas.openxmlformats.org/package/2006/relationships"><Relationship Type="http://schemas.openxmlformats.org/officeDocument/2006/relationships/slide" Target="/ppt/slides/slide107.xml" Id="R5645a2879e6c4db8" /><Relationship Type="http://schemas.openxmlformats.org/officeDocument/2006/relationships/notesMaster" Target="/ppt/notesMasters/notesMaster1.xml" Id="R9ce08f2af8784ba2" /></Relationships>
</file>

<file path=ppt/notesSlides/_rels/notesSlide100.xml.rels>&#65279;<?xml version="1.0" encoding="utf-8"?><Relationships xmlns="http://schemas.openxmlformats.org/package/2006/relationships"><Relationship Type="http://schemas.openxmlformats.org/officeDocument/2006/relationships/slide" Target="/ppt/slides/slide108.xml" Id="Rb4f1f953898d45c4" /><Relationship Type="http://schemas.openxmlformats.org/officeDocument/2006/relationships/notesMaster" Target="/ppt/notesMasters/notesMaster1.xml" Id="R6aa1b73b987d4bda" /></Relationships>
</file>

<file path=ppt/notesSlides/_rels/notesSlide101.xml.rels>&#65279;<?xml version="1.0" encoding="utf-8"?><Relationships xmlns="http://schemas.openxmlformats.org/package/2006/relationships"><Relationship Type="http://schemas.openxmlformats.org/officeDocument/2006/relationships/slide" Target="/ppt/slides/slide109.xml" Id="Ra6590a09342b49cc" /><Relationship Type="http://schemas.openxmlformats.org/officeDocument/2006/relationships/notesMaster" Target="/ppt/notesMasters/notesMaster1.xml" Id="Rba3440576caf4e1e" /></Relationships>
</file>

<file path=ppt/notesSlides/_rels/notesSlide102.xml.rels>&#65279;<?xml version="1.0" encoding="utf-8"?><Relationships xmlns="http://schemas.openxmlformats.org/package/2006/relationships"><Relationship Type="http://schemas.openxmlformats.org/officeDocument/2006/relationships/slide" Target="/ppt/slides/slide110.xml" Id="Ra29a3c9b7c924a85" /><Relationship Type="http://schemas.openxmlformats.org/officeDocument/2006/relationships/notesMaster" Target="/ppt/notesMasters/notesMaster1.xml" Id="R5716a40d5604497a" /></Relationships>
</file>

<file path=ppt/notesSlides/_rels/notesSlide103.xml.rels>&#65279;<?xml version="1.0" encoding="utf-8"?><Relationships xmlns="http://schemas.openxmlformats.org/package/2006/relationships"><Relationship Type="http://schemas.openxmlformats.org/officeDocument/2006/relationships/slide" Target="/ppt/slides/slide111.xml" Id="R0894fd7b56734773" /><Relationship Type="http://schemas.openxmlformats.org/officeDocument/2006/relationships/notesMaster" Target="/ppt/notesMasters/notesMaster1.xml" Id="R4467a38387e74d7e" /></Relationships>
</file>

<file path=ppt/notesSlides/_rels/notesSlide104.xml.rels>&#65279;<?xml version="1.0" encoding="utf-8"?><Relationships xmlns="http://schemas.openxmlformats.org/package/2006/relationships"><Relationship Type="http://schemas.openxmlformats.org/officeDocument/2006/relationships/slide" Target="/ppt/slides/slide112.xml" Id="R8f29cb47716c4dec" /><Relationship Type="http://schemas.openxmlformats.org/officeDocument/2006/relationships/notesMaster" Target="/ppt/notesMasters/notesMaster1.xml" Id="R4d11c362154244e9" /></Relationships>
</file>

<file path=ppt/notesSlides/_rels/notesSlide105.xml.rels>&#65279;<?xml version="1.0" encoding="utf-8"?><Relationships xmlns="http://schemas.openxmlformats.org/package/2006/relationships"><Relationship Type="http://schemas.openxmlformats.org/officeDocument/2006/relationships/slide" Target="/ppt/slides/slide113.xml" Id="Rc36aa81146754d4d" /><Relationship Type="http://schemas.openxmlformats.org/officeDocument/2006/relationships/notesMaster" Target="/ppt/notesMasters/notesMaster1.xml" Id="R5a35663ec4cf48e0" /></Relationships>
</file>

<file path=ppt/notesSlides/_rels/notesSlide106.xml.rels>&#65279;<?xml version="1.0" encoding="utf-8"?><Relationships xmlns="http://schemas.openxmlformats.org/package/2006/relationships"><Relationship Type="http://schemas.openxmlformats.org/officeDocument/2006/relationships/slide" Target="/ppt/slides/slide114.xml" Id="R2e7e3271d3e442f2" /><Relationship Type="http://schemas.openxmlformats.org/officeDocument/2006/relationships/notesMaster" Target="/ppt/notesMasters/notesMaster1.xml" Id="R77770f2132104241" /></Relationships>
</file>

<file path=ppt/notesSlides/_rels/notesSlide107.xml.rels>&#65279;<?xml version="1.0" encoding="utf-8"?><Relationships xmlns="http://schemas.openxmlformats.org/package/2006/relationships"><Relationship Type="http://schemas.openxmlformats.org/officeDocument/2006/relationships/slide" Target="/ppt/slides/slide115.xml" Id="Rf7a3ffe21f6245b6" /><Relationship Type="http://schemas.openxmlformats.org/officeDocument/2006/relationships/notesMaster" Target="/ppt/notesMasters/notesMaster1.xml" Id="R35e1d27848214c27" /></Relationships>
</file>

<file path=ppt/notesSlides/_rels/notesSlide108.xml.rels>&#65279;<?xml version="1.0" encoding="utf-8"?><Relationships xmlns="http://schemas.openxmlformats.org/package/2006/relationships"><Relationship Type="http://schemas.openxmlformats.org/officeDocument/2006/relationships/slide" Target="/ppt/slides/slide116.xml" Id="R5229a7e82e4d4f88" /><Relationship Type="http://schemas.openxmlformats.org/officeDocument/2006/relationships/notesMaster" Target="/ppt/notesMasters/notesMaster1.xml" Id="R84d563bb89ff4dfb" /></Relationships>
</file>

<file path=ppt/notesSlides/_rels/notesSlide109.xml.rels>&#65279;<?xml version="1.0" encoding="utf-8"?><Relationships xmlns="http://schemas.openxmlformats.org/package/2006/relationships"><Relationship Type="http://schemas.openxmlformats.org/officeDocument/2006/relationships/slide" Target="/ppt/slides/slide117.xml" Id="Rcf122ba273b24ec7" /><Relationship Type="http://schemas.openxmlformats.org/officeDocument/2006/relationships/notesMaster" Target="/ppt/notesMasters/notesMaster1.xml" Id="R5e7a78c5e2244974" /></Relationships>
</file>

<file path=ppt/notesSlides/_rels/notesSlide110.xml.rels>&#65279;<?xml version="1.0" encoding="utf-8"?><Relationships xmlns="http://schemas.openxmlformats.org/package/2006/relationships"><Relationship Type="http://schemas.openxmlformats.org/officeDocument/2006/relationships/slide" Target="/ppt/slides/slide118.xml" Id="R222b3b5edb294f36" /><Relationship Type="http://schemas.openxmlformats.org/officeDocument/2006/relationships/notesMaster" Target="/ppt/notesMasters/notesMaster1.xml" Id="Re9e44681681d49db" /></Relationships>
</file>

<file path=ppt/notesSlides/_rels/notesSlide111.xml.rels>&#65279;<?xml version="1.0" encoding="utf-8"?><Relationships xmlns="http://schemas.openxmlformats.org/package/2006/relationships"><Relationship Type="http://schemas.openxmlformats.org/officeDocument/2006/relationships/slide" Target="/ppt/slides/slide119.xml" Id="R22d3613f6530456f" /><Relationship Type="http://schemas.openxmlformats.org/officeDocument/2006/relationships/notesMaster" Target="/ppt/notesMasters/notesMaster1.xml" Id="Rabb842b4424842a5" /></Relationships>
</file>

<file path=ppt/notesSlides/_rels/notesSlide112.xml.rels>&#65279;<?xml version="1.0" encoding="utf-8"?><Relationships xmlns="http://schemas.openxmlformats.org/package/2006/relationships"><Relationship Type="http://schemas.openxmlformats.org/officeDocument/2006/relationships/slide" Target="/ppt/slides/slide120.xml" Id="R9364216d60334fad" /><Relationship Type="http://schemas.openxmlformats.org/officeDocument/2006/relationships/notesMaster" Target="/ppt/notesMasters/notesMaster1.xml" Id="R5bdb518504654d1b" /></Relationships>
</file>

<file path=ppt/notesSlides/_rels/notesSlide113.xml.rels>&#65279;<?xml version="1.0" encoding="utf-8"?><Relationships xmlns="http://schemas.openxmlformats.org/package/2006/relationships"><Relationship Type="http://schemas.openxmlformats.org/officeDocument/2006/relationships/slide" Target="/ppt/slides/slide121.xml" Id="Rcd8ba150dbdc43e3" /><Relationship Type="http://schemas.openxmlformats.org/officeDocument/2006/relationships/notesMaster" Target="/ppt/notesMasters/notesMaster1.xml" Id="Rdff418185ab64821" /></Relationships>
</file>

<file path=ppt/notesSlides/_rels/notesSlide114.xml.rels>&#65279;<?xml version="1.0" encoding="utf-8"?><Relationships xmlns="http://schemas.openxmlformats.org/package/2006/relationships"><Relationship Type="http://schemas.openxmlformats.org/officeDocument/2006/relationships/slide" Target="/ppt/slides/slide122.xml" Id="R9761dbb7b75b4940" /><Relationship Type="http://schemas.openxmlformats.org/officeDocument/2006/relationships/notesMaster" Target="/ppt/notesMasters/notesMaster1.xml" Id="Ra4167770a98b4b23" /></Relationships>
</file>

<file path=ppt/notesSlides/_rels/notesSlide115.xml.rels>&#65279;<?xml version="1.0" encoding="utf-8"?><Relationships xmlns="http://schemas.openxmlformats.org/package/2006/relationships"><Relationship Type="http://schemas.openxmlformats.org/officeDocument/2006/relationships/slide" Target="/ppt/slides/slide123.xml" Id="R7aeb4e7107e24e3b" /><Relationship Type="http://schemas.openxmlformats.org/officeDocument/2006/relationships/notesMaster" Target="/ppt/notesMasters/notesMaster1.xml" Id="Raaf0b4beaca94a6f" /></Relationships>
</file>

<file path=ppt/notesSlides/_rels/notesSlide116.xml.rels>&#65279;<?xml version="1.0" encoding="utf-8"?><Relationships xmlns="http://schemas.openxmlformats.org/package/2006/relationships"><Relationship Type="http://schemas.openxmlformats.org/officeDocument/2006/relationships/slide" Target="/ppt/slides/slide124.xml" Id="R527b7c2a58304387" /><Relationship Type="http://schemas.openxmlformats.org/officeDocument/2006/relationships/notesMaster" Target="/ppt/notesMasters/notesMaster1.xml" Id="Rf49030985ae14c49" /></Relationships>
</file>

<file path=ppt/notesSlides/_rels/notesSlide117.xml.rels>&#65279;<?xml version="1.0" encoding="utf-8"?><Relationships xmlns="http://schemas.openxmlformats.org/package/2006/relationships"><Relationship Type="http://schemas.openxmlformats.org/officeDocument/2006/relationships/slide" Target="/ppt/slides/slide125.xml" Id="R5158ea685c6b4358" /><Relationship Type="http://schemas.openxmlformats.org/officeDocument/2006/relationships/notesMaster" Target="/ppt/notesMasters/notesMaster1.xml" Id="R57be35d9c41a474e" /></Relationships>
</file>

<file path=ppt/notesSlides/_rels/notesSlide118.xml.rels>&#65279;<?xml version="1.0" encoding="utf-8"?><Relationships xmlns="http://schemas.openxmlformats.org/package/2006/relationships"><Relationship Type="http://schemas.openxmlformats.org/officeDocument/2006/relationships/slide" Target="/ppt/slides/slide128.xml" Id="R062b9c6170c146cd" /><Relationship Type="http://schemas.openxmlformats.org/officeDocument/2006/relationships/notesMaster" Target="/ppt/notesMasters/notesMaster1.xml" Id="R7b3e06320dee4da4" /></Relationships>
</file>

<file path=ppt/notesSlides/_rels/notesSlide119.xml.rels>&#65279;<?xml version="1.0" encoding="utf-8"?><Relationships xmlns="http://schemas.openxmlformats.org/package/2006/relationships"><Relationship Type="http://schemas.openxmlformats.org/officeDocument/2006/relationships/slide" Target="/ppt/slides/slide129.xml" Id="R6501291c2c704abc" /><Relationship Type="http://schemas.openxmlformats.org/officeDocument/2006/relationships/notesMaster" Target="/ppt/notesMasters/notesMaster1.xml" Id="R02c9ad1d23894c24" /></Relationships>
</file>

<file path=ppt/notesSlides/_rels/notesSlide120.xml.rels>&#65279;<?xml version="1.0" encoding="utf-8"?><Relationships xmlns="http://schemas.openxmlformats.org/package/2006/relationships"><Relationship Type="http://schemas.openxmlformats.org/officeDocument/2006/relationships/slide" Target="/ppt/slides/slide130.xml" Id="Ra7ea5c065e1d4885" /><Relationship Type="http://schemas.openxmlformats.org/officeDocument/2006/relationships/notesMaster" Target="/ppt/notesMasters/notesMaster1.xml" Id="R93ca0f05ea1a4786" /></Relationships>
</file>

<file path=ppt/notesSlides/_rels/notesSlide121.xml.rels>&#65279;<?xml version="1.0" encoding="utf-8"?><Relationships xmlns="http://schemas.openxmlformats.org/package/2006/relationships"><Relationship Type="http://schemas.openxmlformats.org/officeDocument/2006/relationships/slide" Target="/ppt/slides/slide131.xml" Id="Rb611bbe15fec4f36" /><Relationship Type="http://schemas.openxmlformats.org/officeDocument/2006/relationships/notesMaster" Target="/ppt/notesMasters/notesMaster1.xml" Id="R535980960bd44900" /></Relationships>
</file>

<file path=ppt/notesSlides/_rels/notesSlide122.xml.rels>&#65279;<?xml version="1.0" encoding="utf-8"?><Relationships xmlns="http://schemas.openxmlformats.org/package/2006/relationships"><Relationship Type="http://schemas.openxmlformats.org/officeDocument/2006/relationships/slide" Target="/ppt/slides/slide132.xml" Id="Rf4d3fcc37e044c2d" /><Relationship Type="http://schemas.openxmlformats.org/officeDocument/2006/relationships/notesMaster" Target="/ppt/notesMasters/notesMaster1.xml" Id="R21079b71b24b4092" /></Relationships>
</file>

<file path=ppt/notesSlides/_rels/notesSlide123.xml.rels>&#65279;<?xml version="1.0" encoding="utf-8"?><Relationships xmlns="http://schemas.openxmlformats.org/package/2006/relationships"><Relationship Type="http://schemas.openxmlformats.org/officeDocument/2006/relationships/slide" Target="/ppt/slides/slide133.xml" Id="R860429d655ca4d16" /><Relationship Type="http://schemas.openxmlformats.org/officeDocument/2006/relationships/notesMaster" Target="/ppt/notesMasters/notesMaster1.xml" Id="R83acb0d84b2041d6" /></Relationships>
</file>

<file path=ppt/notesSlides/_rels/notesSlide124.xml.rels>&#65279;<?xml version="1.0" encoding="utf-8"?><Relationships xmlns="http://schemas.openxmlformats.org/package/2006/relationships"><Relationship Type="http://schemas.openxmlformats.org/officeDocument/2006/relationships/slide" Target="/ppt/slides/slide134.xml" Id="R2b63757eb2544319" /><Relationship Type="http://schemas.openxmlformats.org/officeDocument/2006/relationships/notesMaster" Target="/ppt/notesMasters/notesMaster1.xml" Id="R31486a2e86464d3b" /></Relationships>
</file>

<file path=ppt/notesSlides/_rels/notesSlide125.xml.rels>&#65279;<?xml version="1.0" encoding="utf-8"?><Relationships xmlns="http://schemas.openxmlformats.org/package/2006/relationships"><Relationship Type="http://schemas.openxmlformats.org/officeDocument/2006/relationships/slide" Target="/ppt/slides/slide135.xml" Id="Rfeae1c2082e24fbb" /><Relationship Type="http://schemas.openxmlformats.org/officeDocument/2006/relationships/notesMaster" Target="/ppt/notesMasters/notesMaster1.xml" Id="R2a9d6b89bb194724" /></Relationships>
</file>

<file path=ppt/notesSlides/_rels/notesSlide126.xml.rels>&#65279;<?xml version="1.0" encoding="utf-8"?><Relationships xmlns="http://schemas.openxmlformats.org/package/2006/relationships"><Relationship Type="http://schemas.openxmlformats.org/officeDocument/2006/relationships/slide" Target="/ppt/slides/slide136.xml" Id="R77c22cd8e495432b" /><Relationship Type="http://schemas.openxmlformats.org/officeDocument/2006/relationships/notesMaster" Target="/ppt/notesMasters/notesMaster1.xml" Id="Rbcd9d35fb7ab47fe" /></Relationships>
</file>

<file path=ppt/notesSlides/_rels/notesSlide127.xml.rels>&#65279;<?xml version="1.0" encoding="utf-8"?><Relationships xmlns="http://schemas.openxmlformats.org/package/2006/relationships"><Relationship Type="http://schemas.openxmlformats.org/officeDocument/2006/relationships/slide" Target="/ppt/slides/slide137.xml" Id="Rfc7759d17919466a" /><Relationship Type="http://schemas.openxmlformats.org/officeDocument/2006/relationships/notesMaster" Target="/ppt/notesMasters/notesMaster1.xml" Id="Rdefe67cb7dbd42b6" /></Relationships>
</file>

<file path=ppt/notesSlides/_rels/notesSlide128.xml.rels>&#65279;<?xml version="1.0" encoding="utf-8"?><Relationships xmlns="http://schemas.openxmlformats.org/package/2006/relationships"><Relationship Type="http://schemas.openxmlformats.org/officeDocument/2006/relationships/slide" Target="/ppt/slides/slide138.xml" Id="R82e3f1c648c447ec" /><Relationship Type="http://schemas.openxmlformats.org/officeDocument/2006/relationships/notesMaster" Target="/ppt/notesMasters/notesMaster1.xml" Id="R7be0358a471a4630" /></Relationships>
</file>

<file path=ppt/notesSlides/_rels/notesSlide129.xml.rels>&#65279;<?xml version="1.0" encoding="utf-8"?><Relationships xmlns="http://schemas.openxmlformats.org/package/2006/relationships"><Relationship Type="http://schemas.openxmlformats.org/officeDocument/2006/relationships/slide" Target="/ppt/slides/slide139.xml" Id="Rf2208cbf81c14b6a" /><Relationship Type="http://schemas.openxmlformats.org/officeDocument/2006/relationships/notesMaster" Target="/ppt/notesMasters/notesMaster1.xml" Id="Rbfd41041e4db4840" /></Relationships>
</file>

<file path=ppt/notesSlides/_rels/notesSlide130.xml.rels>&#65279;<?xml version="1.0" encoding="utf-8"?><Relationships xmlns="http://schemas.openxmlformats.org/package/2006/relationships"><Relationship Type="http://schemas.openxmlformats.org/officeDocument/2006/relationships/slide" Target="/ppt/slides/slide140.xml" Id="R7773649959c94b66" /><Relationship Type="http://schemas.openxmlformats.org/officeDocument/2006/relationships/notesMaster" Target="/ppt/notesMasters/notesMaster1.xml" Id="Rae273c78d3fd4fa8" /></Relationships>
</file>

<file path=ppt/notesSlides/_rels/notesSlide131.xml.rels>&#65279;<?xml version="1.0" encoding="utf-8"?><Relationships xmlns="http://schemas.openxmlformats.org/package/2006/relationships"><Relationship Type="http://schemas.openxmlformats.org/officeDocument/2006/relationships/slide" Target="/ppt/slides/slide141.xml" Id="R132e7eb47a6c424a" /><Relationship Type="http://schemas.openxmlformats.org/officeDocument/2006/relationships/notesMaster" Target="/ppt/notesMasters/notesMaster1.xml" Id="R2d5b3431ed2841e9" /></Relationships>
</file>

<file path=ppt/notesSlides/_rels/notesSlide132.xml.rels>&#65279;<?xml version="1.0" encoding="utf-8"?><Relationships xmlns="http://schemas.openxmlformats.org/package/2006/relationships"><Relationship Type="http://schemas.openxmlformats.org/officeDocument/2006/relationships/slide" Target="/ppt/slides/slide142.xml" Id="R7f743be7faa4454e" /><Relationship Type="http://schemas.openxmlformats.org/officeDocument/2006/relationships/notesMaster" Target="/ppt/notesMasters/notesMaster1.xml" Id="R838bc6ae68834659" /></Relationships>
</file>

<file path=ppt/notesSlides/_rels/notesSlide133.xml.rels>&#65279;<?xml version="1.0" encoding="utf-8"?><Relationships xmlns="http://schemas.openxmlformats.org/package/2006/relationships"><Relationship Type="http://schemas.openxmlformats.org/officeDocument/2006/relationships/slide" Target="/ppt/slides/slide143.xml" Id="Raf78929c51d84013" /><Relationship Type="http://schemas.openxmlformats.org/officeDocument/2006/relationships/notesMaster" Target="/ppt/notesMasters/notesMaster1.xml" Id="R0c506f654ffb4c4d" /></Relationships>
</file>

<file path=ppt/notesSlides/_rels/notesSlide134.xml.rels>&#65279;<?xml version="1.0" encoding="utf-8"?><Relationships xmlns="http://schemas.openxmlformats.org/package/2006/relationships"><Relationship Type="http://schemas.openxmlformats.org/officeDocument/2006/relationships/slide" Target="/ppt/slides/slide144.xml" Id="R56d3b9808cf74c0c" /><Relationship Type="http://schemas.openxmlformats.org/officeDocument/2006/relationships/notesMaster" Target="/ppt/notesMasters/notesMaster1.xml" Id="R1e0ce1dbf0134319" /></Relationships>
</file>

<file path=ppt/notesSlides/_rels/notesSlide135.xml.rels>&#65279;<?xml version="1.0" encoding="utf-8"?><Relationships xmlns="http://schemas.openxmlformats.org/package/2006/relationships"><Relationship Type="http://schemas.openxmlformats.org/officeDocument/2006/relationships/slide" Target="/ppt/slides/slide145.xml" Id="R7fb67f3529e64162" /><Relationship Type="http://schemas.openxmlformats.org/officeDocument/2006/relationships/notesMaster" Target="/ppt/notesMasters/notesMaster1.xml" Id="Rfd1d859654fa41d1" /></Relationships>
</file>

<file path=ppt/notesSlides/_rels/notesSlide136.xml.rels>&#65279;<?xml version="1.0" encoding="utf-8"?><Relationships xmlns="http://schemas.openxmlformats.org/package/2006/relationships"><Relationship Type="http://schemas.openxmlformats.org/officeDocument/2006/relationships/slide" Target="/ppt/slides/slide146.xml" Id="R091bc5d53a7948b8" /><Relationship Type="http://schemas.openxmlformats.org/officeDocument/2006/relationships/notesMaster" Target="/ppt/notesMasters/notesMaster1.xml" Id="Recf99f2578154b15" /></Relationships>
</file>

<file path=ppt/notesSlides/_rels/notesSlide137.xml.rels>&#65279;<?xml version="1.0" encoding="utf-8"?><Relationships xmlns="http://schemas.openxmlformats.org/package/2006/relationships"><Relationship Type="http://schemas.openxmlformats.org/officeDocument/2006/relationships/slide" Target="/ppt/slides/slide147.xml" Id="Rd83d990d49e64b84" /><Relationship Type="http://schemas.openxmlformats.org/officeDocument/2006/relationships/notesMaster" Target="/ppt/notesMasters/notesMaster1.xml" Id="R2daf346269ed4a93" /></Relationships>
</file>

<file path=ppt/notesSlides/_rels/notesSlide138.xml.rels>&#65279;<?xml version="1.0" encoding="utf-8"?><Relationships xmlns="http://schemas.openxmlformats.org/package/2006/relationships"><Relationship Type="http://schemas.openxmlformats.org/officeDocument/2006/relationships/slide" Target="/ppt/slides/slide148.xml" Id="Re535dd6f581245cb" /><Relationship Type="http://schemas.openxmlformats.org/officeDocument/2006/relationships/notesMaster" Target="/ppt/notesMasters/notesMaster1.xml" Id="R48058fde387e4318" /></Relationships>
</file>

<file path=ppt/notesSlides/_rels/notesSlide139.xml.rels>&#65279;<?xml version="1.0" encoding="utf-8"?><Relationships xmlns="http://schemas.openxmlformats.org/package/2006/relationships"><Relationship Type="http://schemas.openxmlformats.org/officeDocument/2006/relationships/slide" Target="/ppt/slides/slide149.xml" Id="R42fbc34e9c1f4eee" /><Relationship Type="http://schemas.openxmlformats.org/officeDocument/2006/relationships/notesMaster" Target="/ppt/notesMasters/notesMaster1.xml" Id="R8c8bc7521f724b54" /></Relationships>
</file>

<file path=ppt/notesSlides/_rels/notesSlide140.xml.rels>&#65279;<?xml version="1.0" encoding="utf-8"?><Relationships xmlns="http://schemas.openxmlformats.org/package/2006/relationships"><Relationship Type="http://schemas.openxmlformats.org/officeDocument/2006/relationships/slide" Target="/ppt/slides/slide150.xml" Id="R32d06425aa4449a4" /><Relationship Type="http://schemas.openxmlformats.org/officeDocument/2006/relationships/notesMaster" Target="/ppt/notesMasters/notesMaster1.xml" Id="R72b41dd365364f8d" /></Relationships>
</file>

<file path=ppt/notesSlides/_rels/notesSlide141.xml.rels>&#65279;<?xml version="1.0" encoding="utf-8"?><Relationships xmlns="http://schemas.openxmlformats.org/package/2006/relationships"><Relationship Type="http://schemas.openxmlformats.org/officeDocument/2006/relationships/slide" Target="/ppt/slides/slide151.xml" Id="R438bd594f64548e6" /><Relationship Type="http://schemas.openxmlformats.org/officeDocument/2006/relationships/notesMaster" Target="/ppt/notesMasters/notesMaster1.xml" Id="Rf36ffd92ae9e458f" /></Relationships>
</file>

<file path=ppt/notesSlides/_rels/notesSlide142.xml.rels>&#65279;<?xml version="1.0" encoding="utf-8"?><Relationships xmlns="http://schemas.openxmlformats.org/package/2006/relationships"><Relationship Type="http://schemas.openxmlformats.org/officeDocument/2006/relationships/slide" Target="/ppt/slides/slide152.xml" Id="R8250dbdbd21349ab" /><Relationship Type="http://schemas.openxmlformats.org/officeDocument/2006/relationships/notesMaster" Target="/ppt/notesMasters/notesMaster1.xml" Id="R88aafe24ae9e464f" /></Relationships>
</file>

<file path=ppt/notesSlides/_rels/notesSlide143.xml.rels>&#65279;<?xml version="1.0" encoding="utf-8"?><Relationships xmlns="http://schemas.openxmlformats.org/package/2006/relationships"><Relationship Type="http://schemas.openxmlformats.org/officeDocument/2006/relationships/slide" Target="/ppt/slides/slide153.xml" Id="R9ea59f533ac0404a" /><Relationship Type="http://schemas.openxmlformats.org/officeDocument/2006/relationships/notesMaster" Target="/ppt/notesMasters/notesMaster1.xml" Id="Rc6283bccef5444f1" /></Relationships>
</file>

<file path=ppt/notesSlides/_rels/notesSlide144.xml.rels>&#65279;<?xml version="1.0" encoding="utf-8"?><Relationships xmlns="http://schemas.openxmlformats.org/package/2006/relationships"><Relationship Type="http://schemas.openxmlformats.org/officeDocument/2006/relationships/slide" Target="/ppt/slides/slide154.xml" Id="Rf584c7aaa33e4b94" /><Relationship Type="http://schemas.openxmlformats.org/officeDocument/2006/relationships/notesMaster" Target="/ppt/notesMasters/notesMaster1.xml" Id="R8208ff4b25c64ef8" /></Relationships>
</file>

<file path=ppt/notesSlides/_rels/notesSlide145.xml.rels>&#65279;<?xml version="1.0" encoding="utf-8"?><Relationships xmlns="http://schemas.openxmlformats.org/package/2006/relationships"><Relationship Type="http://schemas.openxmlformats.org/officeDocument/2006/relationships/slide" Target="/ppt/slides/slide155.xml" Id="R5d802b8da4d44ce9" /><Relationship Type="http://schemas.openxmlformats.org/officeDocument/2006/relationships/notesMaster" Target="/ppt/notesMasters/notesMaster1.xml" Id="Rd7b8492ea42e426d" /></Relationships>
</file>

<file path=ppt/notesSlides/_rels/notesSlide146.xml.rels>&#65279;<?xml version="1.0" encoding="utf-8"?><Relationships xmlns="http://schemas.openxmlformats.org/package/2006/relationships"><Relationship Type="http://schemas.openxmlformats.org/officeDocument/2006/relationships/slide" Target="/ppt/slides/slide156.xml" Id="R24af4efe890b4a4f" /><Relationship Type="http://schemas.openxmlformats.org/officeDocument/2006/relationships/notesMaster" Target="/ppt/notesMasters/notesMaster1.xml" Id="Re45ca9bf2ecc46dd" /></Relationships>
</file>

<file path=ppt/notesSlides/_rels/notesSlide147.xml.rels>&#65279;<?xml version="1.0" encoding="utf-8"?><Relationships xmlns="http://schemas.openxmlformats.org/package/2006/relationships"><Relationship Type="http://schemas.openxmlformats.org/officeDocument/2006/relationships/slide" Target="/ppt/slides/slide157.xml" Id="R5e026afb8ece4b9f" /><Relationship Type="http://schemas.openxmlformats.org/officeDocument/2006/relationships/notesMaster" Target="/ppt/notesMasters/notesMaster1.xml" Id="R970e5e9f1d1b4c03" /></Relationships>
</file>

<file path=ppt/notesSlides/_rels/notesSlide148.xml.rels>&#65279;<?xml version="1.0" encoding="utf-8"?><Relationships xmlns="http://schemas.openxmlformats.org/package/2006/relationships"><Relationship Type="http://schemas.openxmlformats.org/officeDocument/2006/relationships/slide" Target="/ppt/slides/slide158.xml" Id="R0f33624d694944fa" /><Relationship Type="http://schemas.openxmlformats.org/officeDocument/2006/relationships/notesMaster" Target="/ppt/notesMasters/notesMaster1.xml" Id="R3853ca7454ef4971" /></Relationships>
</file>

<file path=ppt/notesSlides/_rels/notesSlide149.xml.rels>&#65279;<?xml version="1.0" encoding="utf-8"?><Relationships xmlns="http://schemas.openxmlformats.org/package/2006/relationships"><Relationship Type="http://schemas.openxmlformats.org/officeDocument/2006/relationships/slide" Target="/ppt/slides/slide159.xml" Id="Rd55f4bf11bf54cb0" /><Relationship Type="http://schemas.openxmlformats.org/officeDocument/2006/relationships/notesMaster" Target="/ppt/notesMasters/notesMaster1.xml" Id="R6dc4874fa9d44daf" /></Relationships>
</file>

<file path=ppt/notesSlides/_rels/notesSlide150.xml.rels>&#65279;<?xml version="1.0" encoding="utf-8"?><Relationships xmlns="http://schemas.openxmlformats.org/package/2006/relationships"><Relationship Type="http://schemas.openxmlformats.org/officeDocument/2006/relationships/slide" Target="/ppt/slides/slide160.xml" Id="Rc57b36185e3b48cf" /><Relationship Type="http://schemas.openxmlformats.org/officeDocument/2006/relationships/notesMaster" Target="/ppt/notesMasters/notesMaster1.xml" Id="R67f853e1572f4084" /></Relationships>
</file>

<file path=ppt/notesSlides/_rels/notesSlide151.xml.rels>&#65279;<?xml version="1.0" encoding="utf-8"?><Relationships xmlns="http://schemas.openxmlformats.org/package/2006/relationships"><Relationship Type="http://schemas.openxmlformats.org/officeDocument/2006/relationships/slide" Target="/ppt/slides/slide161.xml" Id="R155f3a57d1854d8b" /><Relationship Type="http://schemas.openxmlformats.org/officeDocument/2006/relationships/notesMaster" Target="/ppt/notesMasters/notesMaster1.xml" Id="Rb980130e8f8c49cb" /></Relationships>
</file>

<file path=ppt/notesSlides/_rels/notesSlide152.xml.rels>&#65279;<?xml version="1.0" encoding="utf-8"?><Relationships xmlns="http://schemas.openxmlformats.org/package/2006/relationships"><Relationship Type="http://schemas.openxmlformats.org/officeDocument/2006/relationships/slide" Target="/ppt/slides/slide162.xml" Id="R129a18b353e44fb6" /><Relationship Type="http://schemas.openxmlformats.org/officeDocument/2006/relationships/notesMaster" Target="/ppt/notesMasters/notesMaster1.xml" Id="R1d33405b45f645c2" /></Relationships>
</file>

<file path=ppt/notesSlides/_rels/notesSlide153.xml.rels>&#65279;<?xml version="1.0" encoding="utf-8"?><Relationships xmlns="http://schemas.openxmlformats.org/package/2006/relationships"><Relationship Type="http://schemas.openxmlformats.org/officeDocument/2006/relationships/slide" Target="/ppt/slides/slide165.xml" Id="Rb66e906d119f4bd8" /><Relationship Type="http://schemas.openxmlformats.org/officeDocument/2006/relationships/notesMaster" Target="/ppt/notesMasters/notesMaster1.xml" Id="R0b521075de3744bc" /></Relationships>
</file>

<file path=ppt/notesSlides/_rels/notesSlide154.xml.rels>&#65279;<?xml version="1.0" encoding="utf-8"?><Relationships xmlns="http://schemas.openxmlformats.org/package/2006/relationships"><Relationship Type="http://schemas.openxmlformats.org/officeDocument/2006/relationships/slide" Target="/ppt/slides/slide166.xml" Id="R9e97d8bcc6c74136" /><Relationship Type="http://schemas.openxmlformats.org/officeDocument/2006/relationships/notesMaster" Target="/ppt/notesMasters/notesMaster1.xml" Id="Rc9222c90383c45a0" /></Relationships>
</file>

<file path=ppt/notesSlides/_rels/notesSlide155.xml.rels>&#65279;<?xml version="1.0" encoding="utf-8"?><Relationships xmlns="http://schemas.openxmlformats.org/package/2006/relationships"><Relationship Type="http://schemas.openxmlformats.org/officeDocument/2006/relationships/slide" Target="/ppt/slides/slide167.xml" Id="R94c2a10fdbeb4b0b" /><Relationship Type="http://schemas.openxmlformats.org/officeDocument/2006/relationships/notesMaster" Target="/ppt/notesMasters/notesMaster1.xml" Id="Rd9de7f5e38ef43f7" /></Relationships>
</file>

<file path=ppt/notesSlides/_rels/notesSlide156.xml.rels>&#65279;<?xml version="1.0" encoding="utf-8"?><Relationships xmlns="http://schemas.openxmlformats.org/package/2006/relationships"><Relationship Type="http://schemas.openxmlformats.org/officeDocument/2006/relationships/slide" Target="/ppt/slides/slide168.xml" Id="Redee76c097984403" /><Relationship Type="http://schemas.openxmlformats.org/officeDocument/2006/relationships/notesMaster" Target="/ppt/notesMasters/notesMaster1.xml" Id="Rbe5c7182f9a54cdb" /></Relationships>
</file>

<file path=ppt/notesSlides/_rels/notesSlide157.xml.rels>&#65279;<?xml version="1.0" encoding="utf-8"?><Relationships xmlns="http://schemas.openxmlformats.org/package/2006/relationships"><Relationship Type="http://schemas.openxmlformats.org/officeDocument/2006/relationships/slide" Target="/ppt/slides/slide169.xml" Id="Rd51efa3d75be45f8" /><Relationship Type="http://schemas.openxmlformats.org/officeDocument/2006/relationships/notesMaster" Target="/ppt/notesMasters/notesMaster1.xml" Id="R11f2e103d505451a" /></Relationships>
</file>

<file path=ppt/notesSlides/_rels/notesSlide158.xml.rels>&#65279;<?xml version="1.0" encoding="utf-8"?><Relationships xmlns="http://schemas.openxmlformats.org/package/2006/relationships"><Relationship Type="http://schemas.openxmlformats.org/officeDocument/2006/relationships/slide" Target="/ppt/slides/slide170.xml" Id="Rb69e4b1eca8e4f17" /><Relationship Type="http://schemas.openxmlformats.org/officeDocument/2006/relationships/notesMaster" Target="/ppt/notesMasters/notesMaster1.xml" Id="R2400360904ce4d5b" /></Relationships>
</file>

<file path=ppt/notesSlides/_rels/notesSlide159.xml.rels>&#65279;<?xml version="1.0" encoding="utf-8"?><Relationships xmlns="http://schemas.openxmlformats.org/package/2006/relationships"><Relationship Type="http://schemas.openxmlformats.org/officeDocument/2006/relationships/slide" Target="/ppt/slides/slide171.xml" Id="R42a88e1d813749e4" /><Relationship Type="http://schemas.openxmlformats.org/officeDocument/2006/relationships/notesMaster" Target="/ppt/notesMasters/notesMaster1.xml" Id="Raaed99ed0d5d461c" /></Relationships>
</file>

<file path=ppt/notesSlides/_rels/notesSlide160.xml.rels>&#65279;<?xml version="1.0" encoding="utf-8"?><Relationships xmlns="http://schemas.openxmlformats.org/package/2006/relationships"><Relationship Type="http://schemas.openxmlformats.org/officeDocument/2006/relationships/slide" Target="/ppt/slides/slide172.xml" Id="R331650ee45444004" /><Relationship Type="http://schemas.openxmlformats.org/officeDocument/2006/relationships/notesMaster" Target="/ppt/notesMasters/notesMaster1.xml" Id="R24eb5d7324154aca" /></Relationships>
</file>

<file path=ppt/notesSlides/_rels/notesSlide161.xml.rels>&#65279;<?xml version="1.0" encoding="utf-8"?><Relationships xmlns="http://schemas.openxmlformats.org/package/2006/relationships"><Relationship Type="http://schemas.openxmlformats.org/officeDocument/2006/relationships/slide" Target="/ppt/slides/slide173.xml" Id="Rdfc9ee2baa6045f5" /><Relationship Type="http://schemas.openxmlformats.org/officeDocument/2006/relationships/notesMaster" Target="/ppt/notesMasters/notesMaster1.xml" Id="R325e3dca290b4759" /></Relationships>
</file>

<file path=ppt/notesSlides/_rels/notesSlide162.xml.rels>&#65279;<?xml version="1.0" encoding="utf-8"?><Relationships xmlns="http://schemas.openxmlformats.org/package/2006/relationships"><Relationship Type="http://schemas.openxmlformats.org/officeDocument/2006/relationships/slide" Target="/ppt/slides/slide174.xml" Id="Rd9e6958c51cc41e7" /><Relationship Type="http://schemas.openxmlformats.org/officeDocument/2006/relationships/notesMaster" Target="/ppt/notesMasters/notesMaster1.xml" Id="Rbb13811f01794f08" /></Relationships>
</file>

<file path=ppt/notesSlides/_rels/notesSlide163.xml.rels>&#65279;<?xml version="1.0" encoding="utf-8"?><Relationships xmlns="http://schemas.openxmlformats.org/package/2006/relationships"><Relationship Type="http://schemas.openxmlformats.org/officeDocument/2006/relationships/slide" Target="/ppt/slides/slide175.xml" Id="R82717dc6d4994cd1" /><Relationship Type="http://schemas.openxmlformats.org/officeDocument/2006/relationships/notesMaster" Target="/ppt/notesMasters/notesMaster1.xml" Id="R17764fbbfe0d4099" /></Relationships>
</file>

<file path=ppt/notesSlides/_rels/notesSlide164.xml.rels>&#65279;<?xml version="1.0" encoding="utf-8"?><Relationships xmlns="http://schemas.openxmlformats.org/package/2006/relationships"><Relationship Type="http://schemas.openxmlformats.org/officeDocument/2006/relationships/slide" Target="/ppt/slides/slide176.xml" Id="R1a17403a4322414c" /><Relationship Type="http://schemas.openxmlformats.org/officeDocument/2006/relationships/notesMaster" Target="/ppt/notesMasters/notesMaster1.xml" Id="Ra1da234464e44dbd" /></Relationships>
</file>

<file path=ppt/notesSlides/_rels/notesSlide165.xml.rels>&#65279;<?xml version="1.0" encoding="utf-8"?><Relationships xmlns="http://schemas.openxmlformats.org/package/2006/relationships"><Relationship Type="http://schemas.openxmlformats.org/officeDocument/2006/relationships/slide" Target="/ppt/slides/slide177.xml" Id="Rc12ba3e9669b4b02" /><Relationship Type="http://schemas.openxmlformats.org/officeDocument/2006/relationships/notesMaster" Target="/ppt/notesMasters/notesMaster1.xml" Id="R70bccb45136a4c8d" /></Relationships>
</file>

<file path=ppt/notesSlides/_rels/notesSlide166.xml.rels>&#65279;<?xml version="1.0" encoding="utf-8"?><Relationships xmlns="http://schemas.openxmlformats.org/package/2006/relationships"><Relationship Type="http://schemas.openxmlformats.org/officeDocument/2006/relationships/slide" Target="/ppt/slides/slide178.xml" Id="R6f37579797f8442c" /><Relationship Type="http://schemas.openxmlformats.org/officeDocument/2006/relationships/notesMaster" Target="/ppt/notesMasters/notesMaster1.xml" Id="Rdd91a33526b9455d" /></Relationships>
</file>

<file path=ppt/notesSlides/_rels/notesSlide167.xml.rels>&#65279;<?xml version="1.0" encoding="utf-8"?><Relationships xmlns="http://schemas.openxmlformats.org/package/2006/relationships"><Relationship Type="http://schemas.openxmlformats.org/officeDocument/2006/relationships/slide" Target="/ppt/slides/slide179.xml" Id="R406db4ee6db84001" /><Relationship Type="http://schemas.openxmlformats.org/officeDocument/2006/relationships/notesMaster" Target="/ppt/notesMasters/notesMaster1.xml" Id="Rb82e9db456fa413c" /></Relationships>
</file>

<file path=ppt/notesSlides/_rels/notesSlide168.xml.rels>&#65279;<?xml version="1.0" encoding="utf-8"?><Relationships xmlns="http://schemas.openxmlformats.org/package/2006/relationships"><Relationship Type="http://schemas.openxmlformats.org/officeDocument/2006/relationships/slide" Target="/ppt/slides/slide180.xml" Id="R97400e9930cf42fb" /><Relationship Type="http://schemas.openxmlformats.org/officeDocument/2006/relationships/notesMaster" Target="/ppt/notesMasters/notesMaster1.xml" Id="Rd86320c31a6d4357" /></Relationships>
</file>

<file path=ppt/notesSlides/_rels/notesSlide169.xml.rels>&#65279;<?xml version="1.0" encoding="utf-8"?><Relationships xmlns="http://schemas.openxmlformats.org/package/2006/relationships"><Relationship Type="http://schemas.openxmlformats.org/officeDocument/2006/relationships/slide" Target="/ppt/slides/slide181.xml" Id="R2d893ce514734d72" /><Relationship Type="http://schemas.openxmlformats.org/officeDocument/2006/relationships/notesMaster" Target="/ppt/notesMasters/notesMaster1.xml" Id="R7efab14bd0e84c79" /></Relationships>
</file>

<file path=ppt/notesSlides/_rels/notesSlide170.xml.rels>&#65279;<?xml version="1.0" encoding="utf-8"?><Relationships xmlns="http://schemas.openxmlformats.org/package/2006/relationships"><Relationship Type="http://schemas.openxmlformats.org/officeDocument/2006/relationships/slide" Target="/ppt/slides/slide182.xml" Id="R418d37bfbdaf4b1f" /><Relationship Type="http://schemas.openxmlformats.org/officeDocument/2006/relationships/notesMaster" Target="/ppt/notesMasters/notesMaster1.xml" Id="R3ae50eedadf04d79" /></Relationships>
</file>

<file path=ppt/notesSlides/_rels/notesSlide171.xml.rels>&#65279;<?xml version="1.0" encoding="utf-8"?><Relationships xmlns="http://schemas.openxmlformats.org/package/2006/relationships"><Relationship Type="http://schemas.openxmlformats.org/officeDocument/2006/relationships/slide" Target="/ppt/slides/slide183.xml" Id="R90a964840e874989" /><Relationship Type="http://schemas.openxmlformats.org/officeDocument/2006/relationships/notesMaster" Target="/ppt/notesMasters/notesMaster1.xml" Id="R49bc534dd4f54f9d" /></Relationships>
</file>

<file path=ppt/notesSlides/_rels/notesSlide172.xml.rels>&#65279;<?xml version="1.0" encoding="utf-8"?><Relationships xmlns="http://schemas.openxmlformats.org/package/2006/relationships"><Relationship Type="http://schemas.openxmlformats.org/officeDocument/2006/relationships/slide" Target="/ppt/slides/slide184.xml" Id="Rdc525f30c30d4a00" /><Relationship Type="http://schemas.openxmlformats.org/officeDocument/2006/relationships/notesMaster" Target="/ppt/notesMasters/notesMaster1.xml" Id="R61bd3669060043de" /></Relationships>
</file>

<file path=ppt/notesSlides/_rels/notesSlide173.xml.rels>&#65279;<?xml version="1.0" encoding="utf-8"?><Relationships xmlns="http://schemas.openxmlformats.org/package/2006/relationships"><Relationship Type="http://schemas.openxmlformats.org/officeDocument/2006/relationships/slide" Target="/ppt/slides/slide185.xml" Id="Rd588b0cfd1854d12" /><Relationship Type="http://schemas.openxmlformats.org/officeDocument/2006/relationships/notesMaster" Target="/ppt/notesMasters/notesMaster1.xml" Id="Rb4c2ce76c9f04b07" /></Relationships>
</file>

<file path=ppt/notesSlides/_rels/notesSlide174.xml.rels>&#65279;<?xml version="1.0" encoding="utf-8"?><Relationships xmlns="http://schemas.openxmlformats.org/package/2006/relationships"><Relationship Type="http://schemas.openxmlformats.org/officeDocument/2006/relationships/slide" Target="/ppt/slides/slide186.xml" Id="R18adc4ce19834af6" /><Relationship Type="http://schemas.openxmlformats.org/officeDocument/2006/relationships/notesMaster" Target="/ppt/notesMasters/notesMaster1.xml" Id="Rb3bb044f964b430b" /></Relationships>
</file>

<file path=ppt/notesSlides/_rels/notesSlide175.xml.rels>&#65279;<?xml version="1.0" encoding="utf-8"?><Relationships xmlns="http://schemas.openxmlformats.org/package/2006/relationships"><Relationship Type="http://schemas.openxmlformats.org/officeDocument/2006/relationships/slide" Target="/ppt/slides/slide187.xml" Id="R0c039b558a8e4b5e" /><Relationship Type="http://schemas.openxmlformats.org/officeDocument/2006/relationships/notesMaster" Target="/ppt/notesMasters/notesMaster1.xml" Id="R401687961d834c47" /></Relationships>
</file>

<file path=ppt/notesSlides/_rels/notesSlide176.xml.rels>&#65279;<?xml version="1.0" encoding="utf-8"?><Relationships xmlns="http://schemas.openxmlformats.org/package/2006/relationships"><Relationship Type="http://schemas.openxmlformats.org/officeDocument/2006/relationships/slide" Target="/ppt/slides/slide188.xml" Id="R9adbcdfa6f634f39" /><Relationship Type="http://schemas.openxmlformats.org/officeDocument/2006/relationships/notesMaster" Target="/ppt/notesMasters/notesMaster1.xml" Id="R54199bcb18cd45ab" /></Relationships>
</file>

<file path=ppt/notesSlides/_rels/notesSlide177.xml.rels>&#65279;<?xml version="1.0" encoding="utf-8"?><Relationships xmlns="http://schemas.openxmlformats.org/package/2006/relationships"><Relationship Type="http://schemas.openxmlformats.org/officeDocument/2006/relationships/slide" Target="/ppt/slides/slide189.xml" Id="Ra659fa4fa8664dea" /><Relationship Type="http://schemas.openxmlformats.org/officeDocument/2006/relationships/notesMaster" Target="/ppt/notesMasters/notesMaster1.xml" Id="R5cf8108737d1416d" /></Relationships>
</file>

<file path=ppt/notesSlides/_rels/notesSlide178.xml.rels>&#65279;<?xml version="1.0" encoding="utf-8"?><Relationships xmlns="http://schemas.openxmlformats.org/package/2006/relationships"><Relationship Type="http://schemas.openxmlformats.org/officeDocument/2006/relationships/slide" Target="/ppt/slides/slide190.xml" Id="R1fe08cde898a4bba" /><Relationship Type="http://schemas.openxmlformats.org/officeDocument/2006/relationships/notesMaster" Target="/ppt/notesMasters/notesMaster1.xml" Id="R9b7ab9c34a954764" /></Relationships>
</file>

<file path=ppt/notesSlides/_rels/notesSlide179.xml.rels>&#65279;<?xml version="1.0" encoding="utf-8"?><Relationships xmlns="http://schemas.openxmlformats.org/package/2006/relationships"><Relationship Type="http://schemas.openxmlformats.org/officeDocument/2006/relationships/slide" Target="/ppt/slides/slide191.xml" Id="R50dc8ac727c74408" /><Relationship Type="http://schemas.openxmlformats.org/officeDocument/2006/relationships/notesMaster" Target="/ppt/notesMasters/notesMaster1.xml" Id="R9c9062e61e744fc6" /></Relationships>
</file>

<file path=ppt/notesSlides/_rels/notesSlide180.xml.rels>&#65279;<?xml version="1.0" encoding="utf-8"?><Relationships xmlns="http://schemas.openxmlformats.org/package/2006/relationships"><Relationship Type="http://schemas.openxmlformats.org/officeDocument/2006/relationships/slide" Target="/ppt/slides/slide192.xml" Id="R9f7317adce2b43e3" /><Relationship Type="http://schemas.openxmlformats.org/officeDocument/2006/relationships/notesMaster" Target="/ppt/notesMasters/notesMaster1.xml" Id="R1063efe1782e414d" /></Relationships>
</file>

<file path=ppt/notesSlides/_rels/notesSlide181.xml.rels>&#65279;<?xml version="1.0" encoding="utf-8"?><Relationships xmlns="http://schemas.openxmlformats.org/package/2006/relationships"><Relationship Type="http://schemas.openxmlformats.org/officeDocument/2006/relationships/slide" Target="/ppt/slides/slide193.xml" Id="R23b28995a3364199" /><Relationship Type="http://schemas.openxmlformats.org/officeDocument/2006/relationships/notesMaster" Target="/ppt/notesMasters/notesMaster1.xml" Id="R2b79bd0230d54156" /></Relationships>
</file>

<file path=ppt/notesSlides/_rels/notesSlide182.xml.rels>&#65279;<?xml version="1.0" encoding="utf-8"?><Relationships xmlns="http://schemas.openxmlformats.org/package/2006/relationships"><Relationship Type="http://schemas.openxmlformats.org/officeDocument/2006/relationships/slide" Target="/ppt/slides/slide194.xml" Id="R48edcfbe1c0a4882" /><Relationship Type="http://schemas.openxmlformats.org/officeDocument/2006/relationships/notesMaster" Target="/ppt/notesMasters/notesMaster1.xml" Id="R349a1fc6ac754b30" /></Relationships>
</file>

<file path=ppt/notesSlides/_rels/notesSlide183.xml.rels>&#65279;<?xml version="1.0" encoding="utf-8"?><Relationships xmlns="http://schemas.openxmlformats.org/package/2006/relationships"><Relationship Type="http://schemas.openxmlformats.org/officeDocument/2006/relationships/slide" Target="/ppt/slides/slide195.xml" Id="R7289d849d7994b3e" /><Relationship Type="http://schemas.openxmlformats.org/officeDocument/2006/relationships/notesMaster" Target="/ppt/notesMasters/notesMaster1.xml" Id="R99447392d9d24f0f" /></Relationships>
</file>

<file path=ppt/notesSlides/_rels/notesSlide184.xml.rels>&#65279;<?xml version="1.0" encoding="utf-8"?><Relationships xmlns="http://schemas.openxmlformats.org/package/2006/relationships"><Relationship Type="http://schemas.openxmlformats.org/officeDocument/2006/relationships/slide" Target="/ppt/slides/slide196.xml" Id="Rad08a4088bf54868" /><Relationship Type="http://schemas.openxmlformats.org/officeDocument/2006/relationships/notesMaster" Target="/ppt/notesMasters/notesMaster1.xml" Id="R0e92a7592d2b4192" /></Relationships>
</file>

<file path=ppt/notesSlides/_rels/notesSlide185.xml.rels>&#65279;<?xml version="1.0" encoding="utf-8"?><Relationships xmlns="http://schemas.openxmlformats.org/package/2006/relationships"><Relationship Type="http://schemas.openxmlformats.org/officeDocument/2006/relationships/slide" Target="/ppt/slides/slide197.xml" Id="R257973a0b7eb4789" /><Relationship Type="http://schemas.openxmlformats.org/officeDocument/2006/relationships/notesMaster" Target="/ppt/notesMasters/notesMaster1.xml" Id="R0d46c02086364609" /></Relationships>
</file>

<file path=ppt/notesSlides/_rels/notesSlide186.xml.rels>&#65279;<?xml version="1.0" encoding="utf-8"?><Relationships xmlns="http://schemas.openxmlformats.org/package/2006/relationships"><Relationship Type="http://schemas.openxmlformats.org/officeDocument/2006/relationships/slide" Target="/ppt/slides/slide198.xml" Id="R5155a8461c7c41cc" /><Relationship Type="http://schemas.openxmlformats.org/officeDocument/2006/relationships/notesMaster" Target="/ppt/notesMasters/notesMaster1.xml" Id="R8ec7a39c193640b6" /></Relationships>
</file>

<file path=ppt/notesSlides/_rels/notesSlide187.xml.rels>&#65279;<?xml version="1.0" encoding="utf-8"?><Relationships xmlns="http://schemas.openxmlformats.org/package/2006/relationships"><Relationship Type="http://schemas.openxmlformats.org/officeDocument/2006/relationships/slide" Target="/ppt/slides/slide199.xml" Id="R403ecd64c8bc41b8" /><Relationship Type="http://schemas.openxmlformats.org/officeDocument/2006/relationships/notesMaster" Target="/ppt/notesMasters/notesMaster1.xml" Id="Rd0430463915d4ec2" /></Relationships>
</file>

<file path=ppt/notesSlides/_rels/notesSlide188.xml.rels>&#65279;<?xml version="1.0" encoding="utf-8"?><Relationships xmlns="http://schemas.openxmlformats.org/package/2006/relationships"><Relationship Type="http://schemas.openxmlformats.org/officeDocument/2006/relationships/slide" Target="/ppt/slides/slide200.xml" Id="R6b6b547d1f8c4bba" /><Relationship Type="http://schemas.openxmlformats.org/officeDocument/2006/relationships/notesMaster" Target="/ppt/notesMasters/notesMaster1.xml" Id="Rb425a5fd2c4c4305" /></Relationships>
</file>

<file path=ppt/notesSlides/_rels/notesSlide189.xml.rels>&#65279;<?xml version="1.0" encoding="utf-8"?><Relationships xmlns="http://schemas.openxmlformats.org/package/2006/relationships"><Relationship Type="http://schemas.openxmlformats.org/officeDocument/2006/relationships/slide" Target="/ppt/slides/slide201.xml" Id="Red956d77e933485f" /><Relationship Type="http://schemas.openxmlformats.org/officeDocument/2006/relationships/notesMaster" Target="/ppt/notesMasters/notesMaster1.xml" Id="Rb24b735a8c80433f" /></Relationships>
</file>

<file path=ppt/notesSlides/_rels/notesSlide190.xml.rels>&#65279;<?xml version="1.0" encoding="utf-8"?><Relationships xmlns="http://schemas.openxmlformats.org/package/2006/relationships"><Relationship Type="http://schemas.openxmlformats.org/officeDocument/2006/relationships/slide" Target="/ppt/slides/slide202.xml" Id="R1980187925a14528" /><Relationship Type="http://schemas.openxmlformats.org/officeDocument/2006/relationships/notesMaster" Target="/ppt/notesMasters/notesMaster1.xml" Id="Rccf3942d55d34576" /></Relationships>
</file>

<file path=ppt/notesSlides/_rels/notesSlide191.xml.rels>&#65279;<?xml version="1.0" encoding="utf-8"?><Relationships xmlns="http://schemas.openxmlformats.org/package/2006/relationships"><Relationship Type="http://schemas.openxmlformats.org/officeDocument/2006/relationships/slide" Target="/ppt/slides/slide203.xml" Id="R2f50aed04b264cd9" /><Relationship Type="http://schemas.openxmlformats.org/officeDocument/2006/relationships/notesMaster" Target="/ppt/notesMasters/notesMaster1.xml" Id="R6b29050ce6024c44" /></Relationships>
</file>

<file path=ppt/notesSlides/_rels/notesSlide192.xml.rels>&#65279;<?xml version="1.0" encoding="utf-8"?><Relationships xmlns="http://schemas.openxmlformats.org/package/2006/relationships"><Relationship Type="http://schemas.openxmlformats.org/officeDocument/2006/relationships/slide" Target="/ppt/slides/slide204.xml" Id="R7efd7146953c4193" /><Relationship Type="http://schemas.openxmlformats.org/officeDocument/2006/relationships/notesMaster" Target="/ppt/notesMasters/notesMaster1.xml" Id="Re4d10b33cd324f11" /></Relationships>
</file>

<file path=ppt/notesSlides/_rels/notesSlide193.xml.rels>&#65279;<?xml version="1.0" encoding="utf-8"?><Relationships xmlns="http://schemas.openxmlformats.org/package/2006/relationships"><Relationship Type="http://schemas.openxmlformats.org/officeDocument/2006/relationships/slide" Target="/ppt/slides/slide205.xml" Id="R8c73d47ef1df4d88" /><Relationship Type="http://schemas.openxmlformats.org/officeDocument/2006/relationships/notesMaster" Target="/ppt/notesMasters/notesMaster1.xml" Id="Raa7b198861d6467e" /></Relationships>
</file>

<file path=ppt/notesSlides/_rels/notesSlide194.xml.rels>&#65279;<?xml version="1.0" encoding="utf-8"?><Relationships xmlns="http://schemas.openxmlformats.org/package/2006/relationships"><Relationship Type="http://schemas.openxmlformats.org/officeDocument/2006/relationships/slide" Target="/ppt/slides/slide208.xml" Id="R5538f0d37be545cf" /><Relationship Type="http://schemas.openxmlformats.org/officeDocument/2006/relationships/notesMaster" Target="/ppt/notesMasters/notesMaster1.xml" Id="R0f13a36e8b884e09" /></Relationships>
</file>

<file path=ppt/notesSlides/_rels/notesSlide195.xml.rels>&#65279;<?xml version="1.0" encoding="utf-8"?><Relationships xmlns="http://schemas.openxmlformats.org/package/2006/relationships"><Relationship Type="http://schemas.openxmlformats.org/officeDocument/2006/relationships/slide" Target="/ppt/slides/slide209.xml" Id="R096b796fc891418c" /><Relationship Type="http://schemas.openxmlformats.org/officeDocument/2006/relationships/notesMaster" Target="/ppt/notesMasters/notesMaster1.xml" Id="R8c8c7e91250f4b2e" /></Relationships>
</file>

<file path=ppt/notesSlides/_rels/notesSlide196.xml.rels>&#65279;<?xml version="1.0" encoding="utf-8"?><Relationships xmlns="http://schemas.openxmlformats.org/package/2006/relationships"><Relationship Type="http://schemas.openxmlformats.org/officeDocument/2006/relationships/slide" Target="/ppt/slides/slide210.xml" Id="Rb576bf4959d84a6d" /><Relationship Type="http://schemas.openxmlformats.org/officeDocument/2006/relationships/notesMaster" Target="/ppt/notesMasters/notesMaster1.xml" Id="R630ad928388e4863" /></Relationships>
</file>

<file path=ppt/notesSlides/_rels/notesSlide197.xml.rels>&#65279;<?xml version="1.0" encoding="utf-8"?><Relationships xmlns="http://schemas.openxmlformats.org/package/2006/relationships"><Relationship Type="http://schemas.openxmlformats.org/officeDocument/2006/relationships/slide" Target="/ppt/slides/slide211.xml" Id="R472e4b828e2e4573" /><Relationship Type="http://schemas.openxmlformats.org/officeDocument/2006/relationships/notesMaster" Target="/ppt/notesMasters/notesMaster1.xml" Id="R918f6ef84e284ced" /></Relationships>
</file>

<file path=ppt/notesSlides/_rels/notesSlide198.xml.rels>&#65279;<?xml version="1.0" encoding="utf-8"?><Relationships xmlns="http://schemas.openxmlformats.org/package/2006/relationships"><Relationship Type="http://schemas.openxmlformats.org/officeDocument/2006/relationships/slide" Target="/ppt/slides/slide212.xml" Id="R1dcec29b9a2943c4" /><Relationship Type="http://schemas.openxmlformats.org/officeDocument/2006/relationships/notesMaster" Target="/ppt/notesMasters/notesMaster1.xml" Id="R0f8cc2a4a4314176" /></Relationships>
</file>

<file path=ppt/notesSlides/_rels/notesSlide199.xml.rels>&#65279;<?xml version="1.0" encoding="utf-8"?><Relationships xmlns="http://schemas.openxmlformats.org/package/2006/relationships"><Relationship Type="http://schemas.openxmlformats.org/officeDocument/2006/relationships/slide" Target="/ppt/slides/slide213.xml" Id="Rab475b5e4ea54c83" /><Relationship Type="http://schemas.openxmlformats.org/officeDocument/2006/relationships/notesMaster" Target="/ppt/notesMasters/notesMaster1.xml" Id="R54ee2ebc43c14a23" /></Relationships>
</file>

<file path=ppt/notesSlides/_rels/notesSlide200.xml.rels>&#65279;<?xml version="1.0" encoding="utf-8"?><Relationships xmlns="http://schemas.openxmlformats.org/package/2006/relationships"><Relationship Type="http://schemas.openxmlformats.org/officeDocument/2006/relationships/slide" Target="/ppt/slides/slide214.xml" Id="Rc4edb87679f44091" /><Relationship Type="http://schemas.openxmlformats.org/officeDocument/2006/relationships/notesMaster" Target="/ppt/notesMasters/notesMaster1.xml" Id="R49df725a0cab457f" /></Relationships>
</file>

<file path=ppt/notesSlides/_rels/notesSlide201.xml.rels>&#65279;<?xml version="1.0" encoding="utf-8"?><Relationships xmlns="http://schemas.openxmlformats.org/package/2006/relationships"><Relationship Type="http://schemas.openxmlformats.org/officeDocument/2006/relationships/slide" Target="/ppt/slides/slide215.xml" Id="R9529fe63e0924d25" /><Relationship Type="http://schemas.openxmlformats.org/officeDocument/2006/relationships/notesMaster" Target="/ppt/notesMasters/notesMaster1.xml" Id="R1608f0c0d81f435f" /></Relationships>
</file>

<file path=ppt/notesSlides/_rels/notesSlide202.xml.rels>&#65279;<?xml version="1.0" encoding="utf-8"?><Relationships xmlns="http://schemas.openxmlformats.org/package/2006/relationships"><Relationship Type="http://schemas.openxmlformats.org/officeDocument/2006/relationships/slide" Target="/ppt/slides/slide216.xml" Id="Re2fd67d4dede490b" /><Relationship Type="http://schemas.openxmlformats.org/officeDocument/2006/relationships/notesMaster" Target="/ppt/notesMasters/notesMaster1.xml" Id="R8b79aa416fe3492a" /></Relationships>
</file>

<file path=ppt/notesSlides/_rels/notesSlide203.xml.rels>&#65279;<?xml version="1.0" encoding="utf-8"?><Relationships xmlns="http://schemas.openxmlformats.org/package/2006/relationships"><Relationship Type="http://schemas.openxmlformats.org/officeDocument/2006/relationships/slide" Target="/ppt/slides/slide217.xml" Id="R10516cc1d1984960" /><Relationship Type="http://schemas.openxmlformats.org/officeDocument/2006/relationships/notesMaster" Target="/ppt/notesMasters/notesMaster1.xml" Id="R2a33f0aed81d4b93" /></Relationships>
</file>

<file path=ppt/notesSlides/_rels/notesSlide204.xml.rels>&#65279;<?xml version="1.0" encoding="utf-8"?><Relationships xmlns="http://schemas.openxmlformats.org/package/2006/relationships"><Relationship Type="http://schemas.openxmlformats.org/officeDocument/2006/relationships/slide" Target="/ppt/slides/slide218.xml" Id="Ra5037d4313d84a60" /><Relationship Type="http://schemas.openxmlformats.org/officeDocument/2006/relationships/notesMaster" Target="/ppt/notesMasters/notesMaster1.xml" Id="Rbfe4993d1f5c4ea5" /></Relationships>
</file>

<file path=ppt/notesSlides/_rels/notesSlide205.xml.rels>&#65279;<?xml version="1.0" encoding="utf-8"?><Relationships xmlns="http://schemas.openxmlformats.org/package/2006/relationships"><Relationship Type="http://schemas.openxmlformats.org/officeDocument/2006/relationships/slide" Target="/ppt/slides/slide219.xml" Id="R90de1b8783a64b1f" /><Relationship Type="http://schemas.openxmlformats.org/officeDocument/2006/relationships/notesMaster" Target="/ppt/notesMasters/notesMaster1.xml" Id="R686ac93dd5804e35" /></Relationships>
</file>

<file path=ppt/notesSlides/_rels/notesSlide206.xml.rels>&#65279;<?xml version="1.0" encoding="utf-8"?><Relationships xmlns="http://schemas.openxmlformats.org/package/2006/relationships"><Relationship Type="http://schemas.openxmlformats.org/officeDocument/2006/relationships/slide" Target="/ppt/slides/slide220.xml" Id="R769e0ace785844af" /><Relationship Type="http://schemas.openxmlformats.org/officeDocument/2006/relationships/notesMaster" Target="/ppt/notesMasters/notesMaster1.xml" Id="Reb91278733bd49ed" /></Relationships>
</file>

<file path=ppt/notesSlides/_rels/notesSlide207.xml.rels>&#65279;<?xml version="1.0" encoding="utf-8"?><Relationships xmlns="http://schemas.openxmlformats.org/package/2006/relationships"><Relationship Type="http://schemas.openxmlformats.org/officeDocument/2006/relationships/slide" Target="/ppt/slides/slide221.xml" Id="R8ad289f1a4584209" /><Relationship Type="http://schemas.openxmlformats.org/officeDocument/2006/relationships/notesMaster" Target="/ppt/notesMasters/notesMaster1.xml" Id="R130b37009b344a41" /></Relationships>
</file>

<file path=ppt/notesSlides/_rels/notesSlide208.xml.rels>&#65279;<?xml version="1.0" encoding="utf-8"?><Relationships xmlns="http://schemas.openxmlformats.org/package/2006/relationships"><Relationship Type="http://schemas.openxmlformats.org/officeDocument/2006/relationships/slide" Target="/ppt/slides/slide222.xml" Id="R1aa12509008542c0" /><Relationship Type="http://schemas.openxmlformats.org/officeDocument/2006/relationships/notesMaster" Target="/ppt/notesMasters/notesMaster1.xml" Id="R77ec8b69b0474fbe" /></Relationships>
</file>

<file path=ppt/notesSlides/_rels/notesSlide209.xml.rels>&#65279;<?xml version="1.0" encoding="utf-8"?><Relationships xmlns="http://schemas.openxmlformats.org/package/2006/relationships"><Relationship Type="http://schemas.openxmlformats.org/officeDocument/2006/relationships/slide" Target="/ppt/slides/slide223.xml" Id="R80d328653d064a76" /><Relationship Type="http://schemas.openxmlformats.org/officeDocument/2006/relationships/notesMaster" Target="/ppt/notesMasters/notesMaster1.xml" Id="R05648a1bb87e4057" /></Relationships>
</file>

<file path=ppt/notesSlides/_rels/notesSlide210.xml.rels>&#65279;<?xml version="1.0" encoding="utf-8"?><Relationships xmlns="http://schemas.openxmlformats.org/package/2006/relationships"><Relationship Type="http://schemas.openxmlformats.org/officeDocument/2006/relationships/slide" Target="/ppt/slides/slide224.xml" Id="R4bdd7d95fe7f43ee" /><Relationship Type="http://schemas.openxmlformats.org/officeDocument/2006/relationships/notesMaster" Target="/ppt/notesMasters/notesMaster1.xml" Id="R81424daaba5c4f73" /></Relationships>
</file>

<file path=ppt/notesSlides/_rels/notesSlide211.xml.rels>&#65279;<?xml version="1.0" encoding="utf-8"?><Relationships xmlns="http://schemas.openxmlformats.org/package/2006/relationships"><Relationship Type="http://schemas.openxmlformats.org/officeDocument/2006/relationships/slide" Target="/ppt/slides/slide225.xml" Id="R742a006658c54cdf" /><Relationship Type="http://schemas.openxmlformats.org/officeDocument/2006/relationships/notesMaster" Target="/ppt/notesMasters/notesMaster1.xml" Id="Rb32c1307c6db454d" /></Relationships>
</file>

<file path=ppt/notesSlides/_rels/notesSlide212.xml.rels>&#65279;<?xml version="1.0" encoding="utf-8"?><Relationships xmlns="http://schemas.openxmlformats.org/package/2006/relationships"><Relationship Type="http://schemas.openxmlformats.org/officeDocument/2006/relationships/slide" Target="/ppt/slides/slide226.xml" Id="R95f060dffb464b34" /><Relationship Type="http://schemas.openxmlformats.org/officeDocument/2006/relationships/notesMaster" Target="/ppt/notesMasters/notesMaster1.xml" Id="R3aad962ce2294c62" /></Relationships>
</file>

<file path=ppt/notesSlides/_rels/notesSlide213.xml.rels>&#65279;<?xml version="1.0" encoding="utf-8"?><Relationships xmlns="http://schemas.openxmlformats.org/package/2006/relationships"><Relationship Type="http://schemas.openxmlformats.org/officeDocument/2006/relationships/slide" Target="/ppt/slides/slide227.xml" Id="Rf3e72718efce4189" /><Relationship Type="http://schemas.openxmlformats.org/officeDocument/2006/relationships/notesMaster" Target="/ppt/notesMasters/notesMaster1.xml" Id="Rd19d10cf37604cde" /></Relationships>
</file>

<file path=ppt/notesSlides/_rels/notesSlide214.xml.rels>&#65279;<?xml version="1.0" encoding="utf-8"?><Relationships xmlns="http://schemas.openxmlformats.org/package/2006/relationships"><Relationship Type="http://schemas.openxmlformats.org/officeDocument/2006/relationships/slide" Target="/ppt/slides/slide228.xml" Id="R701199ef1d2a417e" /><Relationship Type="http://schemas.openxmlformats.org/officeDocument/2006/relationships/notesMaster" Target="/ppt/notesMasters/notesMaster1.xml" Id="R5d8e976e5fac4578" /></Relationships>
</file>

<file path=ppt/notesSlides/_rels/notesSlide215.xml.rels>&#65279;<?xml version="1.0" encoding="utf-8"?><Relationships xmlns="http://schemas.openxmlformats.org/package/2006/relationships"><Relationship Type="http://schemas.openxmlformats.org/officeDocument/2006/relationships/slide" Target="/ppt/slides/slide229.xml" Id="R7c9b27cf108c432a" /><Relationship Type="http://schemas.openxmlformats.org/officeDocument/2006/relationships/notesMaster" Target="/ppt/notesMasters/notesMaster1.xml" Id="R282c0cdd6f434f6a" /></Relationships>
</file>

<file path=ppt/notesSlides/_rels/notesSlide216.xml.rels>&#65279;<?xml version="1.0" encoding="utf-8"?><Relationships xmlns="http://schemas.openxmlformats.org/package/2006/relationships"><Relationship Type="http://schemas.openxmlformats.org/officeDocument/2006/relationships/slide" Target="/ppt/slides/slide230.xml" Id="Rca42292fb2a04858" /><Relationship Type="http://schemas.openxmlformats.org/officeDocument/2006/relationships/notesMaster" Target="/ppt/notesMasters/notesMaster1.xml" Id="R88eaaf8f8e9e4f62" /></Relationships>
</file>

<file path=ppt/notesSlides/_rels/notesSlide217.xml.rels>&#65279;<?xml version="1.0" encoding="utf-8"?><Relationships xmlns="http://schemas.openxmlformats.org/package/2006/relationships"><Relationship Type="http://schemas.openxmlformats.org/officeDocument/2006/relationships/slide" Target="/ppt/slides/slide231.xml" Id="Rd55e39cef4de4935" /><Relationship Type="http://schemas.openxmlformats.org/officeDocument/2006/relationships/notesMaster" Target="/ppt/notesMasters/notesMaster1.xml" Id="Rbec38b12e0d44c1f" /></Relationships>
</file>

<file path=ppt/notesSlides/_rels/notesSlide218.xml.rels>&#65279;<?xml version="1.0" encoding="utf-8"?><Relationships xmlns="http://schemas.openxmlformats.org/package/2006/relationships"><Relationship Type="http://schemas.openxmlformats.org/officeDocument/2006/relationships/slide" Target="/ppt/slides/slide232.xml" Id="Rcab7ce168dba4dbe" /><Relationship Type="http://schemas.openxmlformats.org/officeDocument/2006/relationships/notesMaster" Target="/ppt/notesMasters/notesMaster1.xml" Id="R4a4b2433e3294f4e" /></Relationships>
</file>

<file path=ppt/notesSlides/_rels/notesSlide219.xml.rels>&#65279;<?xml version="1.0" encoding="utf-8"?><Relationships xmlns="http://schemas.openxmlformats.org/package/2006/relationships"><Relationship Type="http://schemas.openxmlformats.org/officeDocument/2006/relationships/slide" Target="/ppt/slides/slide233.xml" Id="R965ff175435e4621" /><Relationship Type="http://schemas.openxmlformats.org/officeDocument/2006/relationships/notesMaster" Target="/ppt/notesMasters/notesMaster1.xml" Id="Re5677aa82c004d73" /></Relationships>
</file>

<file path=ppt/notesSlides/_rels/notesSlide220.xml.rels>&#65279;<?xml version="1.0" encoding="utf-8"?><Relationships xmlns="http://schemas.openxmlformats.org/package/2006/relationships"><Relationship Type="http://schemas.openxmlformats.org/officeDocument/2006/relationships/slide" Target="/ppt/slides/slide234.xml" Id="R05f3719b128e4216" /><Relationship Type="http://schemas.openxmlformats.org/officeDocument/2006/relationships/notesMaster" Target="/ppt/notesMasters/notesMaster1.xml" Id="R0be068aa788c4fab" /></Relationships>
</file>

<file path=ppt/notesSlides/_rels/notesSlide221.xml.rels>&#65279;<?xml version="1.0" encoding="utf-8"?><Relationships xmlns="http://schemas.openxmlformats.org/package/2006/relationships"><Relationship Type="http://schemas.openxmlformats.org/officeDocument/2006/relationships/slide" Target="/ppt/slides/slide235.xml" Id="R69746144e0db4b6d" /><Relationship Type="http://schemas.openxmlformats.org/officeDocument/2006/relationships/notesMaster" Target="/ppt/notesMasters/notesMaster1.xml" Id="Ra1e1b9b310da47eb" /></Relationships>
</file>

<file path=ppt/notesSlides/_rels/notesSlide222.xml.rels>&#65279;<?xml version="1.0" encoding="utf-8"?><Relationships xmlns="http://schemas.openxmlformats.org/package/2006/relationships"><Relationship Type="http://schemas.openxmlformats.org/officeDocument/2006/relationships/slide" Target="/ppt/slides/slide236.xml" Id="R41d027bb66c04570" /><Relationship Type="http://schemas.openxmlformats.org/officeDocument/2006/relationships/notesMaster" Target="/ppt/notesMasters/notesMaster1.xml" Id="Rc2f5b6bd5ad0406a" /></Relationships>
</file>

<file path=ppt/notesSlides/_rels/notesSlide223.xml.rels>&#65279;<?xml version="1.0" encoding="utf-8"?><Relationships xmlns="http://schemas.openxmlformats.org/package/2006/relationships"><Relationship Type="http://schemas.openxmlformats.org/officeDocument/2006/relationships/slide" Target="/ppt/slides/slide237.xml" Id="R6fc5e08d1f6a4f85" /><Relationship Type="http://schemas.openxmlformats.org/officeDocument/2006/relationships/notesMaster" Target="/ppt/notesMasters/notesMaster1.xml" Id="R5e2afc1b06ce4c86" /></Relationships>
</file>

<file path=ppt/notesSlides/_rels/notesSlide224.xml.rels>&#65279;<?xml version="1.0" encoding="utf-8"?><Relationships xmlns="http://schemas.openxmlformats.org/package/2006/relationships"><Relationship Type="http://schemas.openxmlformats.org/officeDocument/2006/relationships/slide" Target="/ppt/slides/slide238.xml" Id="R29a4eef4240843e4" /><Relationship Type="http://schemas.openxmlformats.org/officeDocument/2006/relationships/notesMaster" Target="/ppt/notesMasters/notesMaster1.xml" Id="R9201d42f8122471c" /></Relationships>
</file>

<file path=ppt/notesSlides/_rels/notesSlide225.xml.rels>&#65279;<?xml version="1.0" encoding="utf-8"?><Relationships xmlns="http://schemas.openxmlformats.org/package/2006/relationships"><Relationship Type="http://schemas.openxmlformats.org/officeDocument/2006/relationships/slide" Target="/ppt/slides/slide239.xml" Id="R3629560bca9a4afb" /><Relationship Type="http://schemas.openxmlformats.org/officeDocument/2006/relationships/notesMaster" Target="/ppt/notesMasters/notesMaster1.xml" Id="Ra03d2fb898c64aa0" /></Relationships>
</file>

<file path=ppt/notesSlides/_rels/notesSlide226.xml.rels>&#65279;<?xml version="1.0" encoding="utf-8"?><Relationships xmlns="http://schemas.openxmlformats.org/package/2006/relationships"><Relationship Type="http://schemas.openxmlformats.org/officeDocument/2006/relationships/slide" Target="/ppt/slides/slide240.xml" Id="R924f57e41e4b4ef7" /><Relationship Type="http://schemas.openxmlformats.org/officeDocument/2006/relationships/notesMaster" Target="/ppt/notesMasters/notesMaster1.xml" Id="R383028ad9b134bc2" /></Relationships>
</file>

<file path=ppt/notesSlides/_rels/notesSlide227.xml.rels>&#65279;<?xml version="1.0" encoding="utf-8"?><Relationships xmlns="http://schemas.openxmlformats.org/package/2006/relationships"><Relationship Type="http://schemas.openxmlformats.org/officeDocument/2006/relationships/slide" Target="/ppt/slides/slide241.xml" Id="Raaf1bf749b7c4c17" /><Relationship Type="http://schemas.openxmlformats.org/officeDocument/2006/relationships/notesMaster" Target="/ppt/notesMasters/notesMaster1.xml" Id="R72f0d2e5903b4edb" /></Relationships>
</file>

<file path=ppt/notesSlides/_rels/notesSlide228.xml.rels>&#65279;<?xml version="1.0" encoding="utf-8"?><Relationships xmlns="http://schemas.openxmlformats.org/package/2006/relationships"><Relationship Type="http://schemas.openxmlformats.org/officeDocument/2006/relationships/slide" Target="/ppt/slides/slide242.xml" Id="R0092e3d37aec41df" /><Relationship Type="http://schemas.openxmlformats.org/officeDocument/2006/relationships/notesMaster" Target="/ppt/notesMasters/notesMaster1.xml" Id="Rbfbc02d482554c52" /></Relationships>
</file>

<file path=ppt/notesSlides/_rels/notesSlide229.xml.rels>&#65279;<?xml version="1.0" encoding="utf-8"?><Relationships xmlns="http://schemas.openxmlformats.org/package/2006/relationships"><Relationship Type="http://schemas.openxmlformats.org/officeDocument/2006/relationships/slide" Target="/ppt/slides/slide245.xml" Id="R7e3e370e7fcb4bbe" /><Relationship Type="http://schemas.openxmlformats.org/officeDocument/2006/relationships/notesMaster" Target="/ppt/notesMasters/notesMaster1.xml" Id="R1ee850747015495b" /></Relationships>
</file>

<file path=ppt/notesSlides/_rels/notesSlide230.xml.rels>&#65279;<?xml version="1.0" encoding="utf-8"?><Relationships xmlns="http://schemas.openxmlformats.org/package/2006/relationships"><Relationship Type="http://schemas.openxmlformats.org/officeDocument/2006/relationships/slide" Target="/ppt/slides/slide246.xml" Id="Re2b7081f15564b17" /><Relationship Type="http://schemas.openxmlformats.org/officeDocument/2006/relationships/notesMaster" Target="/ppt/notesMasters/notesMaster1.xml" Id="Re03627c5112e4087" /></Relationships>
</file>

<file path=ppt/notesSlides/_rels/notesSlide231.xml.rels>&#65279;<?xml version="1.0" encoding="utf-8"?><Relationships xmlns="http://schemas.openxmlformats.org/package/2006/relationships"><Relationship Type="http://schemas.openxmlformats.org/officeDocument/2006/relationships/slide" Target="/ppt/slides/slide247.xml" Id="R28381edf49e64647" /><Relationship Type="http://schemas.openxmlformats.org/officeDocument/2006/relationships/notesMaster" Target="/ppt/notesMasters/notesMaster1.xml" Id="R2b1899d62c3840a2" /></Relationships>
</file>

<file path=ppt/notesSlides/_rels/notesSlide232.xml.rels>&#65279;<?xml version="1.0" encoding="utf-8"?><Relationships xmlns="http://schemas.openxmlformats.org/package/2006/relationships"><Relationship Type="http://schemas.openxmlformats.org/officeDocument/2006/relationships/slide" Target="/ppt/slides/slide248.xml" Id="R0a0311dc189c458d" /><Relationship Type="http://schemas.openxmlformats.org/officeDocument/2006/relationships/notesMaster" Target="/ppt/notesMasters/notesMaster1.xml" Id="R36461974f38d46f7" /></Relationships>
</file>

<file path=ppt/notesSlides/_rels/notesSlide233.xml.rels>&#65279;<?xml version="1.0" encoding="utf-8"?><Relationships xmlns="http://schemas.openxmlformats.org/package/2006/relationships"><Relationship Type="http://schemas.openxmlformats.org/officeDocument/2006/relationships/slide" Target="/ppt/slides/slide249.xml" Id="R5234326ebe574bb2" /><Relationship Type="http://schemas.openxmlformats.org/officeDocument/2006/relationships/notesMaster" Target="/ppt/notesMasters/notesMaster1.xml" Id="Ra53dd23f3c344381" /></Relationships>
</file>

<file path=ppt/notesSlides/_rels/notesSlide234.xml.rels>&#65279;<?xml version="1.0" encoding="utf-8"?><Relationships xmlns="http://schemas.openxmlformats.org/package/2006/relationships"><Relationship Type="http://schemas.openxmlformats.org/officeDocument/2006/relationships/slide" Target="/ppt/slides/slide250.xml" Id="R7facb1fece954a16" /><Relationship Type="http://schemas.openxmlformats.org/officeDocument/2006/relationships/notesMaster" Target="/ppt/notesMasters/notesMaster1.xml" Id="Ra425a93a973e4e2f" /></Relationships>
</file>

<file path=ppt/notesSlides/_rels/notesSlide235.xml.rels>&#65279;<?xml version="1.0" encoding="utf-8"?><Relationships xmlns="http://schemas.openxmlformats.org/package/2006/relationships"><Relationship Type="http://schemas.openxmlformats.org/officeDocument/2006/relationships/slide" Target="/ppt/slides/slide251.xml" Id="Re1a313b3198f4e86" /><Relationship Type="http://schemas.openxmlformats.org/officeDocument/2006/relationships/notesMaster" Target="/ppt/notesMasters/notesMaster1.xml" Id="R8b62257205644fb2" /></Relationships>
</file>

<file path=ppt/notesSlides/_rels/notesSlide236.xml.rels>&#65279;<?xml version="1.0" encoding="utf-8"?><Relationships xmlns="http://schemas.openxmlformats.org/package/2006/relationships"><Relationship Type="http://schemas.openxmlformats.org/officeDocument/2006/relationships/slide" Target="/ppt/slides/slide252.xml" Id="Ra6fe1601fddb4326" /><Relationship Type="http://schemas.openxmlformats.org/officeDocument/2006/relationships/notesMaster" Target="/ppt/notesMasters/notesMaster1.xml" Id="R2fddcb9ec5454086" /></Relationships>
</file>

<file path=ppt/notesSlides/_rels/notesSlide237.xml.rels>&#65279;<?xml version="1.0" encoding="utf-8"?><Relationships xmlns="http://schemas.openxmlformats.org/package/2006/relationships"><Relationship Type="http://schemas.openxmlformats.org/officeDocument/2006/relationships/slide" Target="/ppt/slides/slide253.xml" Id="Ra41cca5be13c4e69" /><Relationship Type="http://schemas.openxmlformats.org/officeDocument/2006/relationships/notesMaster" Target="/ppt/notesMasters/notesMaster1.xml" Id="Rffbc20992cde4fb7" /></Relationships>
</file>

<file path=ppt/notesSlides/_rels/notesSlide238.xml.rels>&#65279;<?xml version="1.0" encoding="utf-8"?><Relationships xmlns="http://schemas.openxmlformats.org/package/2006/relationships"><Relationship Type="http://schemas.openxmlformats.org/officeDocument/2006/relationships/slide" Target="/ppt/slides/slide254.xml" Id="R3316416c1cca4e1a" /><Relationship Type="http://schemas.openxmlformats.org/officeDocument/2006/relationships/notesMaster" Target="/ppt/notesMasters/notesMaster1.xml" Id="R7698ad7b9a5749de" /></Relationships>
</file>

<file path=ppt/notesSlides/_rels/notesSlide239.xml.rels>&#65279;<?xml version="1.0" encoding="utf-8"?><Relationships xmlns="http://schemas.openxmlformats.org/package/2006/relationships"><Relationship Type="http://schemas.openxmlformats.org/officeDocument/2006/relationships/slide" Target="/ppt/slides/slide255.xml" Id="R6ae61a87f749438c" /><Relationship Type="http://schemas.openxmlformats.org/officeDocument/2006/relationships/notesMaster" Target="/ppt/notesMasters/notesMaster1.xml" Id="Ree1f595670a4433d" /></Relationships>
</file>

<file path=ppt/notesSlides/_rels/notesSlide240.xml.rels>&#65279;<?xml version="1.0" encoding="utf-8"?><Relationships xmlns="http://schemas.openxmlformats.org/package/2006/relationships"><Relationship Type="http://schemas.openxmlformats.org/officeDocument/2006/relationships/slide" Target="/ppt/slides/slide256.xml" Id="Rfaf95a61222e4a2e" /><Relationship Type="http://schemas.openxmlformats.org/officeDocument/2006/relationships/notesMaster" Target="/ppt/notesMasters/notesMaster1.xml" Id="R6c427e68588d4379" /></Relationships>
</file>

<file path=ppt/notesSlides/_rels/notesSlide241.xml.rels>&#65279;<?xml version="1.0" encoding="utf-8"?><Relationships xmlns="http://schemas.openxmlformats.org/package/2006/relationships"><Relationship Type="http://schemas.openxmlformats.org/officeDocument/2006/relationships/slide" Target="/ppt/slides/slide257.xml" Id="R2ee696e5e7fd43c7" /><Relationship Type="http://schemas.openxmlformats.org/officeDocument/2006/relationships/notesMaster" Target="/ppt/notesMasters/notesMaster1.xml" Id="Re4dfa763695c4289" /></Relationships>
</file>

<file path=ppt/notesSlides/_rels/notesSlide242.xml.rels>&#65279;<?xml version="1.0" encoding="utf-8"?><Relationships xmlns="http://schemas.openxmlformats.org/package/2006/relationships"><Relationship Type="http://schemas.openxmlformats.org/officeDocument/2006/relationships/slide" Target="/ppt/slides/slide258.xml" Id="Rf84310c4eda54a98" /><Relationship Type="http://schemas.openxmlformats.org/officeDocument/2006/relationships/notesMaster" Target="/ppt/notesMasters/notesMaster1.xml" Id="R7f89f31805264ae8" /></Relationships>
</file>

<file path=ppt/notesSlides/_rels/notesSlide243.xml.rels>&#65279;<?xml version="1.0" encoding="utf-8"?><Relationships xmlns="http://schemas.openxmlformats.org/package/2006/relationships"><Relationship Type="http://schemas.openxmlformats.org/officeDocument/2006/relationships/slide" Target="/ppt/slides/slide259.xml" Id="R5d19d0bb4c3d4b74" /><Relationship Type="http://schemas.openxmlformats.org/officeDocument/2006/relationships/notesMaster" Target="/ppt/notesMasters/notesMaster1.xml" Id="R8c7a8ca28308480d" /></Relationships>
</file>

<file path=ppt/notesSlides/_rels/notesSlide244.xml.rels>&#65279;<?xml version="1.0" encoding="utf-8"?><Relationships xmlns="http://schemas.openxmlformats.org/package/2006/relationships"><Relationship Type="http://schemas.openxmlformats.org/officeDocument/2006/relationships/slide" Target="/ppt/slides/slide260.xml" Id="R5401ffbf4f414085" /><Relationship Type="http://schemas.openxmlformats.org/officeDocument/2006/relationships/notesMaster" Target="/ppt/notesMasters/notesMaster1.xml" Id="Rcb9c822550704937" /></Relationships>
</file>

<file path=ppt/notesSlides/_rels/notesSlide245.xml.rels>&#65279;<?xml version="1.0" encoding="utf-8"?><Relationships xmlns="http://schemas.openxmlformats.org/package/2006/relationships"><Relationship Type="http://schemas.openxmlformats.org/officeDocument/2006/relationships/slide" Target="/ppt/slides/slide261.xml" Id="Re62ba797ba6a4ef3" /><Relationship Type="http://schemas.openxmlformats.org/officeDocument/2006/relationships/notesMaster" Target="/ppt/notesMasters/notesMaster1.xml" Id="R9ff7d79879144ee5" /></Relationships>
</file>

<file path=ppt/notesSlides/_rels/notesSlide246.xml.rels>&#65279;<?xml version="1.0" encoding="utf-8"?><Relationships xmlns="http://schemas.openxmlformats.org/package/2006/relationships"><Relationship Type="http://schemas.openxmlformats.org/officeDocument/2006/relationships/slide" Target="/ppt/slides/slide262.xml" Id="R92f533dcf9e84e4f" /><Relationship Type="http://schemas.openxmlformats.org/officeDocument/2006/relationships/notesMaster" Target="/ppt/notesMasters/notesMaster1.xml" Id="R28315a5cae804b1a" /></Relationships>
</file>

<file path=ppt/notesSlides/_rels/notesSlide247.xml.rels>&#65279;<?xml version="1.0" encoding="utf-8"?><Relationships xmlns="http://schemas.openxmlformats.org/package/2006/relationships"><Relationship Type="http://schemas.openxmlformats.org/officeDocument/2006/relationships/slide" Target="/ppt/slides/slide263.xml" Id="R8cdd7ee5e47149ae" /><Relationship Type="http://schemas.openxmlformats.org/officeDocument/2006/relationships/notesMaster" Target="/ppt/notesMasters/notesMaster1.xml" Id="Rbe8f343207a04d53" /></Relationships>
</file>

<file path=ppt/notesSlides/_rels/notesSlide248.xml.rels>&#65279;<?xml version="1.0" encoding="utf-8"?><Relationships xmlns="http://schemas.openxmlformats.org/package/2006/relationships"><Relationship Type="http://schemas.openxmlformats.org/officeDocument/2006/relationships/slide" Target="/ppt/slides/slide264.xml" Id="R726d5a54978c44e4" /><Relationship Type="http://schemas.openxmlformats.org/officeDocument/2006/relationships/notesMaster" Target="/ppt/notesMasters/notesMaster1.xml" Id="Rc8d5ed4e47e24cc2" /></Relationships>
</file>

<file path=ppt/notesSlides/_rels/notesSlide249.xml.rels>&#65279;<?xml version="1.0" encoding="utf-8"?><Relationships xmlns="http://schemas.openxmlformats.org/package/2006/relationships"><Relationship Type="http://schemas.openxmlformats.org/officeDocument/2006/relationships/slide" Target="/ppt/slides/slide265.xml" Id="Rfa659b41a69a48ae" /><Relationship Type="http://schemas.openxmlformats.org/officeDocument/2006/relationships/notesMaster" Target="/ppt/notesMasters/notesMaster1.xml" Id="R3a323eed9e3a42bb" /></Relationships>
</file>

<file path=ppt/notesSlides/_rels/notesSlide250.xml.rels>&#65279;<?xml version="1.0" encoding="utf-8"?><Relationships xmlns="http://schemas.openxmlformats.org/package/2006/relationships"><Relationship Type="http://schemas.openxmlformats.org/officeDocument/2006/relationships/slide" Target="/ppt/slides/slide266.xml" Id="R3e472d63a23745e1" /><Relationship Type="http://schemas.openxmlformats.org/officeDocument/2006/relationships/notesMaster" Target="/ppt/notesMasters/notesMaster1.xml" Id="Rbc915a8afd7a4804" /></Relationships>
</file>

<file path=ppt/notesSlides/_rels/notesSlide251.xml.rels>&#65279;<?xml version="1.0" encoding="utf-8"?><Relationships xmlns="http://schemas.openxmlformats.org/package/2006/relationships"><Relationship Type="http://schemas.openxmlformats.org/officeDocument/2006/relationships/slide" Target="/ppt/slides/slide267.xml" Id="R60e8f33ae0e7490a" /><Relationship Type="http://schemas.openxmlformats.org/officeDocument/2006/relationships/notesMaster" Target="/ppt/notesMasters/notesMaster1.xml" Id="R4d9c73f37fe4475c" /></Relationships>
</file>

<file path=ppt/notesSlides/_rels/notesSlide252.xml.rels>&#65279;<?xml version="1.0" encoding="utf-8"?><Relationships xmlns="http://schemas.openxmlformats.org/package/2006/relationships"><Relationship Type="http://schemas.openxmlformats.org/officeDocument/2006/relationships/slide" Target="/ppt/slides/slide268.xml" Id="R0667ac3afcea4065" /><Relationship Type="http://schemas.openxmlformats.org/officeDocument/2006/relationships/notesMaster" Target="/ppt/notesMasters/notesMaster1.xml" Id="Rfb37e35312024acd" /></Relationships>
</file>

<file path=ppt/notesSlides/_rels/notesSlide253.xml.rels>&#65279;<?xml version="1.0" encoding="utf-8"?><Relationships xmlns="http://schemas.openxmlformats.org/package/2006/relationships"><Relationship Type="http://schemas.openxmlformats.org/officeDocument/2006/relationships/slide" Target="/ppt/slides/slide269.xml" Id="R8753efdfd7fe498a" /><Relationship Type="http://schemas.openxmlformats.org/officeDocument/2006/relationships/notesMaster" Target="/ppt/notesMasters/notesMaster1.xml" Id="R3ca426f7350b4d2c" /></Relationships>
</file>

<file path=ppt/notesSlides/_rels/notesSlide254.xml.rels>&#65279;<?xml version="1.0" encoding="utf-8"?><Relationships xmlns="http://schemas.openxmlformats.org/package/2006/relationships"><Relationship Type="http://schemas.openxmlformats.org/officeDocument/2006/relationships/slide" Target="/ppt/slides/slide270.xml" Id="R5f536b338e6f4710" /><Relationship Type="http://schemas.openxmlformats.org/officeDocument/2006/relationships/notesMaster" Target="/ppt/notesMasters/notesMaster1.xml" Id="R8ff792eb64954b92" /></Relationships>
</file>

<file path=ppt/notesSlides/_rels/notesSlide255.xml.rels>&#65279;<?xml version="1.0" encoding="utf-8"?><Relationships xmlns="http://schemas.openxmlformats.org/package/2006/relationships"><Relationship Type="http://schemas.openxmlformats.org/officeDocument/2006/relationships/slide" Target="/ppt/slides/slide271.xml" Id="R2dcfafbc27ff410e" /><Relationship Type="http://schemas.openxmlformats.org/officeDocument/2006/relationships/notesMaster" Target="/ppt/notesMasters/notesMaster1.xml" Id="Rd624bae057974a17" /></Relationships>
</file>

<file path=ppt/notesSlides/_rels/notesSlide256.xml.rels>&#65279;<?xml version="1.0" encoding="utf-8"?><Relationships xmlns="http://schemas.openxmlformats.org/package/2006/relationships"><Relationship Type="http://schemas.openxmlformats.org/officeDocument/2006/relationships/slide" Target="/ppt/slides/slide272.xml" Id="R42edf14d144b4490" /><Relationship Type="http://schemas.openxmlformats.org/officeDocument/2006/relationships/notesMaster" Target="/ppt/notesMasters/notesMaster1.xml" Id="R34158ca10c2e47d0" /></Relationships>
</file>

<file path=ppt/notesSlides/_rels/notesSlide257.xml.rels>&#65279;<?xml version="1.0" encoding="utf-8"?><Relationships xmlns="http://schemas.openxmlformats.org/package/2006/relationships"><Relationship Type="http://schemas.openxmlformats.org/officeDocument/2006/relationships/slide" Target="/ppt/slides/slide273.xml" Id="R993e6844b83040a4" /><Relationship Type="http://schemas.openxmlformats.org/officeDocument/2006/relationships/notesMaster" Target="/ppt/notesMasters/notesMaster1.xml" Id="R97b190a3f52640dc" /></Relationships>
</file>

<file path=ppt/notesSlides/_rels/notesSlide258.xml.rels>&#65279;<?xml version="1.0" encoding="utf-8"?><Relationships xmlns="http://schemas.openxmlformats.org/package/2006/relationships"><Relationship Type="http://schemas.openxmlformats.org/officeDocument/2006/relationships/slide" Target="/ppt/slides/slide274.xml" Id="R5840754027084724" /><Relationship Type="http://schemas.openxmlformats.org/officeDocument/2006/relationships/notesMaster" Target="/ppt/notesMasters/notesMaster1.xml" Id="Rb15440a3976e4d75" /></Relationships>
</file>

<file path=ppt/notesSlides/_rels/notesSlide259.xml.rels>&#65279;<?xml version="1.0" encoding="utf-8"?><Relationships xmlns="http://schemas.openxmlformats.org/package/2006/relationships"><Relationship Type="http://schemas.openxmlformats.org/officeDocument/2006/relationships/slide" Target="/ppt/slides/slide275.xml" Id="R7399cfa810f842c9" /><Relationship Type="http://schemas.openxmlformats.org/officeDocument/2006/relationships/notesMaster" Target="/ppt/notesMasters/notesMaster1.xml" Id="Raa4f9a74bb194a73" /></Relationships>
</file>

<file path=ppt/notesSlides/_rels/notesSlide260.xml.rels>&#65279;<?xml version="1.0" encoding="utf-8"?><Relationships xmlns="http://schemas.openxmlformats.org/package/2006/relationships"><Relationship Type="http://schemas.openxmlformats.org/officeDocument/2006/relationships/slide" Target="/ppt/slides/slide276.xml" Id="Re5722f9cb9584bc0" /><Relationship Type="http://schemas.openxmlformats.org/officeDocument/2006/relationships/notesMaster" Target="/ppt/notesMasters/notesMaster1.xml" Id="R766ade03c0ec466e" /></Relationships>
</file>

<file path=ppt/notesSlides/_rels/notesSlide261.xml.rels>&#65279;<?xml version="1.0" encoding="utf-8"?><Relationships xmlns="http://schemas.openxmlformats.org/package/2006/relationships"><Relationship Type="http://schemas.openxmlformats.org/officeDocument/2006/relationships/slide" Target="/ppt/slides/slide277.xml" Id="Ra1dd5375d7bc481f" /><Relationship Type="http://schemas.openxmlformats.org/officeDocument/2006/relationships/notesMaster" Target="/ppt/notesMasters/notesMaster1.xml" Id="Rbcb61af3acea429b" /></Relationships>
</file>

<file path=ppt/notesSlides/_rels/notesSlide262.xml.rels>&#65279;<?xml version="1.0" encoding="utf-8"?><Relationships xmlns="http://schemas.openxmlformats.org/package/2006/relationships"><Relationship Type="http://schemas.openxmlformats.org/officeDocument/2006/relationships/slide" Target="/ppt/slides/slide278.xml" Id="Rfb86e6be76d3427d" /><Relationship Type="http://schemas.openxmlformats.org/officeDocument/2006/relationships/notesMaster" Target="/ppt/notesMasters/notesMaster1.xml" Id="R3687592ae9b44479" /></Relationships>
</file>

<file path=ppt/notesSlides/_rels/notesSlide263.xml.rels>&#65279;<?xml version="1.0" encoding="utf-8"?><Relationships xmlns="http://schemas.openxmlformats.org/package/2006/relationships"><Relationship Type="http://schemas.openxmlformats.org/officeDocument/2006/relationships/slide" Target="/ppt/slides/slide279.xml" Id="R39dc27e5a6084934" /><Relationship Type="http://schemas.openxmlformats.org/officeDocument/2006/relationships/notesMaster" Target="/ppt/notesMasters/notesMaster1.xml" Id="Re68548896f814e34" /></Relationships>
</file>

<file path=ppt/notesSlides/_rels/notesSlide264.xml.rels>&#65279;<?xml version="1.0" encoding="utf-8"?><Relationships xmlns="http://schemas.openxmlformats.org/package/2006/relationships"><Relationship Type="http://schemas.openxmlformats.org/officeDocument/2006/relationships/slide" Target="/ppt/slides/slide280.xml" Id="R575b370476dc45e2" /><Relationship Type="http://schemas.openxmlformats.org/officeDocument/2006/relationships/notesMaster" Target="/ppt/notesMasters/notesMaster1.xml" Id="Rbe8ca45a590849f3" /></Relationships>
</file>

<file path=ppt/notesSlides/_rels/notesSlide265.xml.rels>&#65279;<?xml version="1.0" encoding="utf-8"?><Relationships xmlns="http://schemas.openxmlformats.org/package/2006/relationships"><Relationship Type="http://schemas.openxmlformats.org/officeDocument/2006/relationships/slide" Target="/ppt/slides/slide283.xml" Id="R40c204e2f293473c" /><Relationship Type="http://schemas.openxmlformats.org/officeDocument/2006/relationships/notesMaster" Target="/ppt/notesMasters/notesMaster1.xml" Id="Rc0671fbb09504e7f" /></Relationships>
</file>

<file path=ppt/notesSlides/_rels/notesSlide266.xml.rels>&#65279;<?xml version="1.0" encoding="utf-8"?><Relationships xmlns="http://schemas.openxmlformats.org/package/2006/relationships"><Relationship Type="http://schemas.openxmlformats.org/officeDocument/2006/relationships/slide" Target="/ppt/slides/slide284.xml" Id="Ra252fa68799b4b41" /><Relationship Type="http://schemas.openxmlformats.org/officeDocument/2006/relationships/notesMaster" Target="/ppt/notesMasters/notesMaster1.xml" Id="Re1ab34daf1e04af5" /></Relationships>
</file>

<file path=ppt/notesSlides/_rels/notesSlide267.xml.rels>&#65279;<?xml version="1.0" encoding="utf-8"?><Relationships xmlns="http://schemas.openxmlformats.org/package/2006/relationships"><Relationship Type="http://schemas.openxmlformats.org/officeDocument/2006/relationships/slide" Target="/ppt/slides/slide285.xml" Id="R9ab70fda98b043fb" /><Relationship Type="http://schemas.openxmlformats.org/officeDocument/2006/relationships/notesMaster" Target="/ppt/notesMasters/notesMaster1.xml" Id="R4cd5988569cc4227" /></Relationships>
</file>

<file path=ppt/notesSlides/_rels/notesSlide268.xml.rels>&#65279;<?xml version="1.0" encoding="utf-8"?><Relationships xmlns="http://schemas.openxmlformats.org/package/2006/relationships"><Relationship Type="http://schemas.openxmlformats.org/officeDocument/2006/relationships/slide" Target="/ppt/slides/slide286.xml" Id="R667f2436b2e24dfb" /><Relationship Type="http://schemas.openxmlformats.org/officeDocument/2006/relationships/notesMaster" Target="/ppt/notesMasters/notesMaster1.xml" Id="R37bc8404d97b459f" /></Relationships>
</file>

<file path=ppt/notesSlides/_rels/notesSlide269.xml.rels>&#65279;<?xml version="1.0" encoding="utf-8"?><Relationships xmlns="http://schemas.openxmlformats.org/package/2006/relationships"><Relationship Type="http://schemas.openxmlformats.org/officeDocument/2006/relationships/slide" Target="/ppt/slides/slide287.xml" Id="R745bb9f029094bc1" /><Relationship Type="http://schemas.openxmlformats.org/officeDocument/2006/relationships/notesMaster" Target="/ppt/notesMasters/notesMaster1.xml" Id="Rf45522ce3e884e18" /></Relationships>
</file>

<file path=ppt/notesSlides/_rels/notesSlide270.xml.rels>&#65279;<?xml version="1.0" encoding="utf-8"?><Relationships xmlns="http://schemas.openxmlformats.org/package/2006/relationships"><Relationship Type="http://schemas.openxmlformats.org/officeDocument/2006/relationships/slide" Target="/ppt/slides/slide288.xml" Id="R519e8493010c4997" /><Relationship Type="http://schemas.openxmlformats.org/officeDocument/2006/relationships/notesMaster" Target="/ppt/notesMasters/notesMaster1.xml" Id="Rbd3a1fc5ab834203" /></Relationships>
</file>

<file path=ppt/notesSlides/_rels/notesSlide271.xml.rels>&#65279;<?xml version="1.0" encoding="utf-8"?><Relationships xmlns="http://schemas.openxmlformats.org/package/2006/relationships"><Relationship Type="http://schemas.openxmlformats.org/officeDocument/2006/relationships/slide" Target="/ppt/slides/slide289.xml" Id="R55fba60cdf87455b" /><Relationship Type="http://schemas.openxmlformats.org/officeDocument/2006/relationships/notesMaster" Target="/ppt/notesMasters/notesMaster1.xml" Id="Rceb3ce3eef724021" /></Relationships>
</file>

<file path=ppt/notesSlides/_rels/notesSlide272.xml.rels>&#65279;<?xml version="1.0" encoding="utf-8"?><Relationships xmlns="http://schemas.openxmlformats.org/package/2006/relationships"><Relationship Type="http://schemas.openxmlformats.org/officeDocument/2006/relationships/slide" Target="/ppt/slides/slide290.xml" Id="R25e9387b22864f5e" /><Relationship Type="http://schemas.openxmlformats.org/officeDocument/2006/relationships/notesMaster" Target="/ppt/notesMasters/notesMaster1.xml" Id="R89d2cefd719944f6" /></Relationships>
</file>

<file path=ppt/notesSlides/_rels/notesSlide273.xml.rels>&#65279;<?xml version="1.0" encoding="utf-8"?><Relationships xmlns="http://schemas.openxmlformats.org/package/2006/relationships"><Relationship Type="http://schemas.openxmlformats.org/officeDocument/2006/relationships/slide" Target="/ppt/slides/slide291.xml" Id="R968b56e7887348aa" /><Relationship Type="http://schemas.openxmlformats.org/officeDocument/2006/relationships/notesMaster" Target="/ppt/notesMasters/notesMaster1.xml" Id="Re630510e22a04d02" /></Relationships>
</file>

<file path=ppt/notesSlides/_rels/notesSlide274.xml.rels>&#65279;<?xml version="1.0" encoding="utf-8"?><Relationships xmlns="http://schemas.openxmlformats.org/package/2006/relationships"><Relationship Type="http://schemas.openxmlformats.org/officeDocument/2006/relationships/slide" Target="/ppt/slides/slide292.xml" Id="R726c559133494c00" /><Relationship Type="http://schemas.openxmlformats.org/officeDocument/2006/relationships/notesMaster" Target="/ppt/notesMasters/notesMaster1.xml" Id="R5647924b929440a7" /></Relationships>
</file>

<file path=ppt/notesSlides/_rels/notesSlide275.xml.rels>&#65279;<?xml version="1.0" encoding="utf-8"?><Relationships xmlns="http://schemas.openxmlformats.org/package/2006/relationships"><Relationship Type="http://schemas.openxmlformats.org/officeDocument/2006/relationships/slide" Target="/ppt/slides/slide293.xml" Id="Rca15c582e0524ec2" /><Relationship Type="http://schemas.openxmlformats.org/officeDocument/2006/relationships/notesMaster" Target="/ppt/notesMasters/notesMaster1.xml" Id="R9cc38fc757624319" /></Relationships>
</file>

<file path=ppt/notesSlides/_rels/notesSlide276.xml.rels>&#65279;<?xml version="1.0" encoding="utf-8"?><Relationships xmlns="http://schemas.openxmlformats.org/package/2006/relationships"><Relationship Type="http://schemas.openxmlformats.org/officeDocument/2006/relationships/slide" Target="/ppt/slides/slide294.xml" Id="R8fb55a82ea7e4cae" /><Relationship Type="http://schemas.openxmlformats.org/officeDocument/2006/relationships/notesMaster" Target="/ppt/notesMasters/notesMaster1.xml" Id="Ree444f44169145fd" /></Relationships>
</file>

<file path=ppt/notesSlides/_rels/notesSlide277.xml.rels>&#65279;<?xml version="1.0" encoding="utf-8"?><Relationships xmlns="http://schemas.openxmlformats.org/package/2006/relationships"><Relationship Type="http://schemas.openxmlformats.org/officeDocument/2006/relationships/slide" Target="/ppt/slides/slide295.xml" Id="R36dcbc60b7ee484d" /><Relationship Type="http://schemas.openxmlformats.org/officeDocument/2006/relationships/notesMaster" Target="/ppt/notesMasters/notesMaster1.xml" Id="R94a7031a91794985" /></Relationships>
</file>

<file path=ppt/notesSlides/_rels/notesSlide278.xml.rels>&#65279;<?xml version="1.0" encoding="utf-8"?><Relationships xmlns="http://schemas.openxmlformats.org/package/2006/relationships"><Relationship Type="http://schemas.openxmlformats.org/officeDocument/2006/relationships/slide" Target="/ppt/slides/slide296.xml" Id="R7f6ea28cf2f3424c" /><Relationship Type="http://schemas.openxmlformats.org/officeDocument/2006/relationships/notesMaster" Target="/ppt/notesMasters/notesMaster1.xml" Id="Rc23490ea570a4eaf" /></Relationships>
</file>

<file path=ppt/notesSlides/_rels/notesSlide279.xml.rels>&#65279;<?xml version="1.0" encoding="utf-8"?><Relationships xmlns="http://schemas.openxmlformats.org/package/2006/relationships"><Relationship Type="http://schemas.openxmlformats.org/officeDocument/2006/relationships/slide" Target="/ppt/slides/slide297.xml" Id="R4841604423f34fdf" /><Relationship Type="http://schemas.openxmlformats.org/officeDocument/2006/relationships/notesMaster" Target="/ppt/notesMasters/notesMaster1.xml" Id="Rc6aeed5f5ed045b0" /></Relationships>
</file>

<file path=ppt/notesSlides/_rels/notesSlide280.xml.rels>&#65279;<?xml version="1.0" encoding="utf-8"?><Relationships xmlns="http://schemas.openxmlformats.org/package/2006/relationships"><Relationship Type="http://schemas.openxmlformats.org/officeDocument/2006/relationships/slide" Target="/ppt/slides/slide298.xml" Id="Rc7f58d4e5ddb4852" /><Relationship Type="http://schemas.openxmlformats.org/officeDocument/2006/relationships/notesMaster" Target="/ppt/notesMasters/notesMaster1.xml" Id="R3a43a8ce54764a52" /></Relationships>
</file>

<file path=ppt/notesSlides/_rels/notesSlide281.xml.rels>&#65279;<?xml version="1.0" encoding="utf-8"?><Relationships xmlns="http://schemas.openxmlformats.org/package/2006/relationships"><Relationship Type="http://schemas.openxmlformats.org/officeDocument/2006/relationships/slide" Target="/ppt/slides/slide299.xml" Id="R6dcfec769df64896" /><Relationship Type="http://schemas.openxmlformats.org/officeDocument/2006/relationships/notesMaster" Target="/ppt/notesMasters/notesMaster1.xml" Id="R323e0b28712a47c2" /></Relationships>
</file>

<file path=ppt/notesSlides/_rels/notesSlide282.xml.rels>&#65279;<?xml version="1.0" encoding="utf-8"?><Relationships xmlns="http://schemas.openxmlformats.org/package/2006/relationships"><Relationship Type="http://schemas.openxmlformats.org/officeDocument/2006/relationships/slide" Target="/ppt/slides/slide300.xml" Id="R0381ac7c99654091" /><Relationship Type="http://schemas.openxmlformats.org/officeDocument/2006/relationships/notesMaster" Target="/ppt/notesMasters/notesMaster1.xml" Id="R58c0b52c623b4494" /></Relationships>
</file>

<file path=ppt/notesSlides/_rels/notesSlide283.xml.rels>&#65279;<?xml version="1.0" encoding="utf-8"?><Relationships xmlns="http://schemas.openxmlformats.org/package/2006/relationships"><Relationship Type="http://schemas.openxmlformats.org/officeDocument/2006/relationships/slide" Target="/ppt/slides/slide301.xml" Id="Rc5a8f284cb13410e" /><Relationship Type="http://schemas.openxmlformats.org/officeDocument/2006/relationships/notesMaster" Target="/ppt/notesMasters/notesMaster1.xml" Id="Rc9b1d398cf3d495a" /></Relationships>
</file>

<file path=ppt/notesSlides/_rels/notesSlide284.xml.rels>&#65279;<?xml version="1.0" encoding="utf-8"?><Relationships xmlns="http://schemas.openxmlformats.org/package/2006/relationships"><Relationship Type="http://schemas.openxmlformats.org/officeDocument/2006/relationships/slide" Target="/ppt/slides/slide302.xml" Id="Rd14b0871b708439a" /><Relationship Type="http://schemas.openxmlformats.org/officeDocument/2006/relationships/notesMaster" Target="/ppt/notesMasters/notesMaster1.xml" Id="Rc7cb5b131b974e86" /></Relationships>
</file>

<file path=ppt/notesSlides/_rels/notesSlide285.xml.rels>&#65279;<?xml version="1.0" encoding="utf-8"?><Relationships xmlns="http://schemas.openxmlformats.org/package/2006/relationships"><Relationship Type="http://schemas.openxmlformats.org/officeDocument/2006/relationships/slide" Target="/ppt/slides/slide303.xml" Id="R3fe19a01a3654e16" /><Relationship Type="http://schemas.openxmlformats.org/officeDocument/2006/relationships/notesMaster" Target="/ppt/notesMasters/notesMaster1.xml" Id="R96a16733f2834d48" /></Relationships>
</file>

<file path=ppt/notesSlides/_rels/notesSlide286.xml.rels>&#65279;<?xml version="1.0" encoding="utf-8"?><Relationships xmlns="http://schemas.openxmlformats.org/package/2006/relationships"><Relationship Type="http://schemas.openxmlformats.org/officeDocument/2006/relationships/slide" Target="/ppt/slides/slide304.xml" Id="Reebbbc29ca544fc6" /><Relationship Type="http://schemas.openxmlformats.org/officeDocument/2006/relationships/notesMaster" Target="/ppt/notesMasters/notesMaster1.xml" Id="Raaf7847f2cf34c4a" /></Relationships>
</file>

<file path=ppt/notesSlides/_rels/notesSlide287.xml.rels>&#65279;<?xml version="1.0" encoding="utf-8"?><Relationships xmlns="http://schemas.openxmlformats.org/package/2006/relationships"><Relationship Type="http://schemas.openxmlformats.org/officeDocument/2006/relationships/slide" Target="/ppt/slides/slide305.xml" Id="R355921b7ed584dc7" /><Relationship Type="http://schemas.openxmlformats.org/officeDocument/2006/relationships/notesMaster" Target="/ppt/notesMasters/notesMaster1.xml" Id="R27e30622d1a94996" /></Relationships>
</file>

<file path=ppt/notesSlides/_rels/notesSlide288.xml.rels>&#65279;<?xml version="1.0" encoding="utf-8"?><Relationships xmlns="http://schemas.openxmlformats.org/package/2006/relationships"><Relationship Type="http://schemas.openxmlformats.org/officeDocument/2006/relationships/slide" Target="/ppt/slides/slide306.xml" Id="R0316a2afa3d74b15" /><Relationship Type="http://schemas.openxmlformats.org/officeDocument/2006/relationships/notesMaster" Target="/ppt/notesMasters/notesMaster1.xml" Id="Ra755587925db497e" /></Relationships>
</file>

<file path=ppt/notesSlides/_rels/notesSlide289.xml.rels>&#65279;<?xml version="1.0" encoding="utf-8"?><Relationships xmlns="http://schemas.openxmlformats.org/package/2006/relationships"><Relationship Type="http://schemas.openxmlformats.org/officeDocument/2006/relationships/slide" Target="/ppt/slides/slide307.xml" Id="Rc6eebd33aae24add" /><Relationship Type="http://schemas.openxmlformats.org/officeDocument/2006/relationships/notesMaster" Target="/ppt/notesMasters/notesMaster1.xml" Id="R754802810b0a4da5" /></Relationships>
</file>

<file path=ppt/notesSlides/_rels/notesSlide290.xml.rels>&#65279;<?xml version="1.0" encoding="utf-8"?><Relationships xmlns="http://schemas.openxmlformats.org/package/2006/relationships"><Relationship Type="http://schemas.openxmlformats.org/officeDocument/2006/relationships/slide" Target="/ppt/slides/slide308.xml" Id="R91cf09fb048a40d1" /><Relationship Type="http://schemas.openxmlformats.org/officeDocument/2006/relationships/notesMaster" Target="/ppt/notesMasters/notesMaster1.xml" Id="Rede89a84615a4167" /></Relationships>
</file>

<file path=ppt/notesSlides/_rels/notesSlide291.xml.rels>&#65279;<?xml version="1.0" encoding="utf-8"?><Relationships xmlns="http://schemas.openxmlformats.org/package/2006/relationships"><Relationship Type="http://schemas.openxmlformats.org/officeDocument/2006/relationships/slide" Target="/ppt/slides/slide309.xml" Id="Rcaede8edd15f49f3" /><Relationship Type="http://schemas.openxmlformats.org/officeDocument/2006/relationships/notesMaster" Target="/ppt/notesMasters/notesMaster1.xml" Id="R6dd1b409a12d4b29" /></Relationships>
</file>

<file path=ppt/notesSlides/_rels/notesSlide292.xml.rels>&#65279;<?xml version="1.0" encoding="utf-8"?><Relationships xmlns="http://schemas.openxmlformats.org/package/2006/relationships"><Relationship Type="http://schemas.openxmlformats.org/officeDocument/2006/relationships/slide" Target="/ppt/slides/slide310.xml" Id="R7aadda8307dc4877" /><Relationship Type="http://schemas.openxmlformats.org/officeDocument/2006/relationships/notesMaster" Target="/ppt/notesMasters/notesMaster1.xml" Id="R54fba14724374fe2" /></Relationships>
</file>

<file path=ppt/notesSlides/_rels/notesSlide293.xml.rels>&#65279;<?xml version="1.0" encoding="utf-8"?><Relationships xmlns="http://schemas.openxmlformats.org/package/2006/relationships"><Relationship Type="http://schemas.openxmlformats.org/officeDocument/2006/relationships/slide" Target="/ppt/slides/slide311.xml" Id="Rf54684d376ce45cd" /><Relationship Type="http://schemas.openxmlformats.org/officeDocument/2006/relationships/notesMaster" Target="/ppt/notesMasters/notesMaster1.xml" Id="R9281f2e169d14b7b" /></Relationships>
</file>

<file path=ppt/notesSlides/_rels/notesSlide294.xml.rels>&#65279;<?xml version="1.0" encoding="utf-8"?><Relationships xmlns="http://schemas.openxmlformats.org/package/2006/relationships"><Relationship Type="http://schemas.openxmlformats.org/officeDocument/2006/relationships/slide" Target="/ppt/slides/slide312.xml" Id="R33ca6921a6eb4e1a" /><Relationship Type="http://schemas.openxmlformats.org/officeDocument/2006/relationships/notesMaster" Target="/ppt/notesMasters/notesMaster1.xml" Id="R542a32b478244057" /></Relationships>
</file>

<file path=ppt/notesSlides/_rels/notesSlide295.xml.rels>&#65279;<?xml version="1.0" encoding="utf-8"?><Relationships xmlns="http://schemas.openxmlformats.org/package/2006/relationships"><Relationship Type="http://schemas.openxmlformats.org/officeDocument/2006/relationships/slide" Target="/ppt/slides/slide313.xml" Id="Rb20989a9522e45bf" /><Relationship Type="http://schemas.openxmlformats.org/officeDocument/2006/relationships/notesMaster" Target="/ppt/notesMasters/notesMaster1.xml" Id="R1ed2da32973049a1" /></Relationships>
</file>

<file path=ppt/notesSlides/_rels/notesSlide296.xml.rels>&#65279;<?xml version="1.0" encoding="utf-8"?><Relationships xmlns="http://schemas.openxmlformats.org/package/2006/relationships"><Relationship Type="http://schemas.openxmlformats.org/officeDocument/2006/relationships/slide" Target="/ppt/slides/slide314.xml" Id="Rd1caef40d97246fa" /><Relationship Type="http://schemas.openxmlformats.org/officeDocument/2006/relationships/notesMaster" Target="/ppt/notesMasters/notesMaster1.xml" Id="R7a92589e21d94c13" /></Relationships>
</file>

<file path=ppt/notesSlides/_rels/notesSlide297.xml.rels>&#65279;<?xml version="1.0" encoding="utf-8"?><Relationships xmlns="http://schemas.openxmlformats.org/package/2006/relationships"><Relationship Type="http://schemas.openxmlformats.org/officeDocument/2006/relationships/slide" Target="/ppt/slides/slide315.xml" Id="R1e545745970c4b15" /><Relationship Type="http://schemas.openxmlformats.org/officeDocument/2006/relationships/notesMaster" Target="/ppt/notesMasters/notesMaster1.xml" Id="Rfa346a1ca3274572" /></Relationships>
</file>

<file path=ppt/notesSlides/_rels/notesSlide298.xml.rels>&#65279;<?xml version="1.0" encoding="utf-8"?><Relationships xmlns="http://schemas.openxmlformats.org/package/2006/relationships"><Relationship Type="http://schemas.openxmlformats.org/officeDocument/2006/relationships/slide" Target="/ppt/slides/slide316.xml" Id="R47a3db2c5e474a89" /><Relationship Type="http://schemas.openxmlformats.org/officeDocument/2006/relationships/notesMaster" Target="/ppt/notesMasters/notesMaster1.xml" Id="Raf6de5d79e1f40a3" /></Relationships>
</file>

<file path=ppt/notesSlides/_rels/notesSlide299.xml.rels>&#65279;<?xml version="1.0" encoding="utf-8"?><Relationships xmlns="http://schemas.openxmlformats.org/package/2006/relationships"><Relationship Type="http://schemas.openxmlformats.org/officeDocument/2006/relationships/slide" Target="/ppt/slides/slide317.xml" Id="R9ce11625114b49bf" /><Relationship Type="http://schemas.openxmlformats.org/officeDocument/2006/relationships/notesMaster" Target="/ppt/notesMasters/notesMaster1.xml" Id="R334258bde1a04884" /></Relationships>
</file>

<file path=ppt/notesSlides/_rels/notesSlide300.xml.rels>&#65279;<?xml version="1.0" encoding="utf-8"?><Relationships xmlns="http://schemas.openxmlformats.org/package/2006/relationships"><Relationship Type="http://schemas.openxmlformats.org/officeDocument/2006/relationships/slide" Target="/ppt/slides/slide318.xml" Id="R73a7ea5ed7ac4f10" /><Relationship Type="http://schemas.openxmlformats.org/officeDocument/2006/relationships/notesMaster" Target="/ppt/notesMasters/notesMaster1.xml" Id="R4201a2cfa0ac445c" /></Relationships>
</file>

<file path=ppt/notesSlides/_rels/notesSlide301.xml.rels>&#65279;<?xml version="1.0" encoding="utf-8"?><Relationships xmlns="http://schemas.openxmlformats.org/package/2006/relationships"><Relationship Type="http://schemas.openxmlformats.org/officeDocument/2006/relationships/slide" Target="/ppt/slides/slide321.xml" Id="R7323fc91295c4be1" /><Relationship Type="http://schemas.openxmlformats.org/officeDocument/2006/relationships/notesMaster" Target="/ppt/notesMasters/notesMaster1.xml" Id="R65198fca77074e17" /></Relationships>
</file>

<file path=ppt/notesSlides/_rels/notesSlide302.xml.rels>&#65279;<?xml version="1.0" encoding="utf-8"?><Relationships xmlns="http://schemas.openxmlformats.org/package/2006/relationships"><Relationship Type="http://schemas.openxmlformats.org/officeDocument/2006/relationships/slide" Target="/ppt/slides/slide322.xml" Id="Ra1d77df0aad44ba8" /><Relationship Type="http://schemas.openxmlformats.org/officeDocument/2006/relationships/notesMaster" Target="/ppt/notesMasters/notesMaster1.xml" Id="R3295e4aded4e4da4" /></Relationships>
</file>

<file path=ppt/notesSlides/_rels/notesSlide303.xml.rels>&#65279;<?xml version="1.0" encoding="utf-8"?><Relationships xmlns="http://schemas.openxmlformats.org/package/2006/relationships"><Relationship Type="http://schemas.openxmlformats.org/officeDocument/2006/relationships/slide" Target="/ppt/slides/slide323.xml" Id="Rcc02219791684e32" /><Relationship Type="http://schemas.openxmlformats.org/officeDocument/2006/relationships/notesMaster" Target="/ppt/notesMasters/notesMaster1.xml" Id="Raab9e68042f84881" /></Relationships>
</file>

<file path=ppt/notesSlides/_rels/notesSlide304.xml.rels>&#65279;<?xml version="1.0" encoding="utf-8"?><Relationships xmlns="http://schemas.openxmlformats.org/package/2006/relationships"><Relationship Type="http://schemas.openxmlformats.org/officeDocument/2006/relationships/slide" Target="/ppt/slides/slide324.xml" Id="Rf4f08438573549ec" /><Relationship Type="http://schemas.openxmlformats.org/officeDocument/2006/relationships/notesMaster" Target="/ppt/notesMasters/notesMaster1.xml" Id="R813ec9785b274ead" /></Relationships>
</file>

<file path=ppt/notesSlides/_rels/notesSlide305.xml.rels>&#65279;<?xml version="1.0" encoding="utf-8"?><Relationships xmlns="http://schemas.openxmlformats.org/package/2006/relationships"><Relationship Type="http://schemas.openxmlformats.org/officeDocument/2006/relationships/slide" Target="/ppt/slides/slide325.xml" Id="Rf882b90c6a1d4468" /><Relationship Type="http://schemas.openxmlformats.org/officeDocument/2006/relationships/notesMaster" Target="/ppt/notesMasters/notesMaster1.xml" Id="Rb70a7e7809984439" /></Relationships>
</file>

<file path=ppt/notesSlides/_rels/notesSlide306.xml.rels>&#65279;<?xml version="1.0" encoding="utf-8"?><Relationships xmlns="http://schemas.openxmlformats.org/package/2006/relationships"><Relationship Type="http://schemas.openxmlformats.org/officeDocument/2006/relationships/slide" Target="/ppt/slides/slide326.xml" Id="R24d556bd7ffd43ea" /><Relationship Type="http://schemas.openxmlformats.org/officeDocument/2006/relationships/notesMaster" Target="/ppt/notesMasters/notesMaster1.xml" Id="R5fcf64c5bcdb4387" /></Relationships>
</file>

<file path=ppt/notesSlides/_rels/notesSlide307.xml.rels>&#65279;<?xml version="1.0" encoding="utf-8"?><Relationships xmlns="http://schemas.openxmlformats.org/package/2006/relationships"><Relationship Type="http://schemas.openxmlformats.org/officeDocument/2006/relationships/slide" Target="/ppt/slides/slide327.xml" Id="Rec9b9d0eec24482f" /><Relationship Type="http://schemas.openxmlformats.org/officeDocument/2006/relationships/notesMaster" Target="/ppt/notesMasters/notesMaster1.xml" Id="R89e23441646a4a44" /></Relationships>
</file>

<file path=ppt/notesSlides/_rels/notesSlide308.xml.rels>&#65279;<?xml version="1.0" encoding="utf-8"?><Relationships xmlns="http://schemas.openxmlformats.org/package/2006/relationships"><Relationship Type="http://schemas.openxmlformats.org/officeDocument/2006/relationships/slide" Target="/ppt/slides/slide328.xml" Id="R67410299cf554a69" /><Relationship Type="http://schemas.openxmlformats.org/officeDocument/2006/relationships/notesMaster" Target="/ppt/notesMasters/notesMaster1.xml" Id="R86cf5100eb4e4642" /></Relationships>
</file>

<file path=ppt/notesSlides/_rels/notesSlide309.xml.rels>&#65279;<?xml version="1.0" encoding="utf-8"?><Relationships xmlns="http://schemas.openxmlformats.org/package/2006/relationships"><Relationship Type="http://schemas.openxmlformats.org/officeDocument/2006/relationships/slide" Target="/ppt/slides/slide329.xml" Id="R920a9ce3ddec491a" /><Relationship Type="http://schemas.openxmlformats.org/officeDocument/2006/relationships/notesMaster" Target="/ppt/notesMasters/notesMaster1.xml" Id="R8cc859b7604e4a38" /></Relationships>
</file>

<file path=ppt/notesSlides/_rels/notesSlide310.xml.rels>&#65279;<?xml version="1.0" encoding="utf-8"?><Relationships xmlns="http://schemas.openxmlformats.org/package/2006/relationships"><Relationship Type="http://schemas.openxmlformats.org/officeDocument/2006/relationships/slide" Target="/ppt/slides/slide330.xml" Id="Rc3ca9ee711c94f8e" /><Relationship Type="http://schemas.openxmlformats.org/officeDocument/2006/relationships/notesMaster" Target="/ppt/notesMasters/notesMaster1.xml" Id="R055cf4b9f2844801" /></Relationships>
</file>

<file path=ppt/notesSlides/_rels/notesSlide311.xml.rels>&#65279;<?xml version="1.0" encoding="utf-8"?><Relationships xmlns="http://schemas.openxmlformats.org/package/2006/relationships"><Relationship Type="http://schemas.openxmlformats.org/officeDocument/2006/relationships/slide" Target="/ppt/slides/slide331.xml" Id="Rd6268ae3ff964c2e" /><Relationship Type="http://schemas.openxmlformats.org/officeDocument/2006/relationships/notesMaster" Target="/ppt/notesMasters/notesMaster1.xml" Id="R98d01fa1593a4712" /></Relationships>
</file>

<file path=ppt/notesSlides/_rels/notesSlide312.xml.rels>&#65279;<?xml version="1.0" encoding="utf-8"?><Relationships xmlns="http://schemas.openxmlformats.org/package/2006/relationships"><Relationship Type="http://schemas.openxmlformats.org/officeDocument/2006/relationships/slide" Target="/ppt/slides/slide332.xml" Id="Rf3bd65d410d745d6" /><Relationship Type="http://schemas.openxmlformats.org/officeDocument/2006/relationships/notesMaster" Target="/ppt/notesMasters/notesMaster1.xml" Id="R913b423d5b18465a" /></Relationships>
</file>

<file path=ppt/notesSlides/_rels/notesSlide313.xml.rels>&#65279;<?xml version="1.0" encoding="utf-8"?><Relationships xmlns="http://schemas.openxmlformats.org/package/2006/relationships"><Relationship Type="http://schemas.openxmlformats.org/officeDocument/2006/relationships/slide" Target="/ppt/slides/slide333.xml" Id="R67ba1073a52a408b" /><Relationship Type="http://schemas.openxmlformats.org/officeDocument/2006/relationships/notesMaster" Target="/ppt/notesMasters/notesMaster1.xml" Id="R97767f8675da4fd9" /></Relationships>
</file>

<file path=ppt/notesSlides/_rels/notesSlide314.xml.rels>&#65279;<?xml version="1.0" encoding="utf-8"?><Relationships xmlns="http://schemas.openxmlformats.org/package/2006/relationships"><Relationship Type="http://schemas.openxmlformats.org/officeDocument/2006/relationships/slide" Target="/ppt/slides/slide334.xml" Id="Rc9a71e81f4854663" /><Relationship Type="http://schemas.openxmlformats.org/officeDocument/2006/relationships/notesMaster" Target="/ppt/notesMasters/notesMaster1.xml" Id="R5dce8817924042cd" /></Relationships>
</file>

<file path=ppt/notesSlides/_rels/notesSlide315.xml.rels>&#65279;<?xml version="1.0" encoding="utf-8"?><Relationships xmlns="http://schemas.openxmlformats.org/package/2006/relationships"><Relationship Type="http://schemas.openxmlformats.org/officeDocument/2006/relationships/slide" Target="/ppt/slides/slide335.xml" Id="R3c7403e16f9c4892" /><Relationship Type="http://schemas.openxmlformats.org/officeDocument/2006/relationships/notesMaster" Target="/ppt/notesMasters/notesMaster1.xml" Id="R8c82bdcd9d694ed8" /></Relationships>
</file>

<file path=ppt/notesSlides/_rels/notesSlide316.xml.rels>&#65279;<?xml version="1.0" encoding="utf-8"?><Relationships xmlns="http://schemas.openxmlformats.org/package/2006/relationships"><Relationship Type="http://schemas.openxmlformats.org/officeDocument/2006/relationships/slide" Target="/ppt/slides/slide336.xml" Id="R7b34f3f06975452d" /><Relationship Type="http://schemas.openxmlformats.org/officeDocument/2006/relationships/notesMaster" Target="/ppt/notesMasters/notesMaster1.xml" Id="Rb904949e5bc44f82" /></Relationships>
</file>

<file path=ppt/notesSlides/_rels/notesSlide317.xml.rels>&#65279;<?xml version="1.0" encoding="utf-8"?><Relationships xmlns="http://schemas.openxmlformats.org/package/2006/relationships"><Relationship Type="http://schemas.openxmlformats.org/officeDocument/2006/relationships/slide" Target="/ppt/slides/slide337.xml" Id="R0313ebf79712412d" /><Relationship Type="http://schemas.openxmlformats.org/officeDocument/2006/relationships/notesMaster" Target="/ppt/notesMasters/notesMaster1.xml" Id="Re8475f8c70ed49ce" /></Relationships>
</file>

<file path=ppt/notesSlides/_rels/notesSlide318.xml.rels>&#65279;<?xml version="1.0" encoding="utf-8"?><Relationships xmlns="http://schemas.openxmlformats.org/package/2006/relationships"><Relationship Type="http://schemas.openxmlformats.org/officeDocument/2006/relationships/slide" Target="/ppt/slides/slide338.xml" Id="Rfdc4112af6ff437c" /><Relationship Type="http://schemas.openxmlformats.org/officeDocument/2006/relationships/notesMaster" Target="/ppt/notesMasters/notesMaster1.xml" Id="Rd133edb0ef4b417b" /></Relationships>
</file>

<file path=ppt/notesSlides/_rels/notesSlide319.xml.rels>&#65279;<?xml version="1.0" encoding="utf-8"?><Relationships xmlns="http://schemas.openxmlformats.org/package/2006/relationships"><Relationship Type="http://schemas.openxmlformats.org/officeDocument/2006/relationships/slide" Target="/ppt/slides/slide339.xml" Id="R944199cf437d4a9f" /><Relationship Type="http://schemas.openxmlformats.org/officeDocument/2006/relationships/notesMaster" Target="/ppt/notesMasters/notesMaster1.xml" Id="Rbf1e6741379946a3" /></Relationships>
</file>

<file path=ppt/notesSlides/_rels/notesSlide320.xml.rels>&#65279;<?xml version="1.0" encoding="utf-8"?><Relationships xmlns="http://schemas.openxmlformats.org/package/2006/relationships"><Relationship Type="http://schemas.openxmlformats.org/officeDocument/2006/relationships/slide" Target="/ppt/slides/slide340.xml" Id="Rd0d2186954524bb7" /><Relationship Type="http://schemas.openxmlformats.org/officeDocument/2006/relationships/notesMaster" Target="/ppt/notesMasters/notesMaster1.xml" Id="Ree8168a841fd4c09" /></Relationships>
</file>

<file path=ppt/notesSlides/_rels/notesSlide321.xml.rels>&#65279;<?xml version="1.0" encoding="utf-8"?><Relationships xmlns="http://schemas.openxmlformats.org/package/2006/relationships"><Relationship Type="http://schemas.openxmlformats.org/officeDocument/2006/relationships/slide" Target="/ppt/slides/slide341.xml" Id="Ra6ac8cd8d86f4d3c" /><Relationship Type="http://schemas.openxmlformats.org/officeDocument/2006/relationships/notesMaster" Target="/ppt/notesMasters/notesMaster1.xml" Id="R5d8234e3f39a4b30" /></Relationships>
</file>

<file path=ppt/notesSlides/_rels/notesSlide322.xml.rels>&#65279;<?xml version="1.0" encoding="utf-8"?><Relationships xmlns="http://schemas.openxmlformats.org/package/2006/relationships"><Relationship Type="http://schemas.openxmlformats.org/officeDocument/2006/relationships/slide" Target="/ppt/slides/slide342.xml" Id="R53365ffd9db247ee" /><Relationship Type="http://schemas.openxmlformats.org/officeDocument/2006/relationships/notesMaster" Target="/ppt/notesMasters/notesMaster1.xml" Id="R5115f79e346c41e8" /></Relationships>
</file>

<file path=ppt/notesSlides/_rels/notesSlide323.xml.rels>&#65279;<?xml version="1.0" encoding="utf-8"?><Relationships xmlns="http://schemas.openxmlformats.org/package/2006/relationships"><Relationship Type="http://schemas.openxmlformats.org/officeDocument/2006/relationships/slide" Target="/ppt/slides/slide343.xml" Id="R0e7248e025e5493f" /><Relationship Type="http://schemas.openxmlformats.org/officeDocument/2006/relationships/notesMaster" Target="/ppt/notesMasters/notesMaster1.xml" Id="R9b8ec82b2ecc495a" /></Relationships>
</file>

<file path=ppt/notesSlides/_rels/notesSlide324.xml.rels>&#65279;<?xml version="1.0" encoding="utf-8"?><Relationships xmlns="http://schemas.openxmlformats.org/package/2006/relationships"><Relationship Type="http://schemas.openxmlformats.org/officeDocument/2006/relationships/slide" Target="/ppt/slides/slide344.xml" Id="R1381bd6f27304a6f" /><Relationship Type="http://schemas.openxmlformats.org/officeDocument/2006/relationships/notesMaster" Target="/ppt/notesMasters/notesMaster1.xml" Id="R8ee42c3843594c6b" /></Relationships>
</file>

<file path=ppt/notesSlides/_rels/notesSlide325.xml.rels>&#65279;<?xml version="1.0" encoding="utf-8"?><Relationships xmlns="http://schemas.openxmlformats.org/package/2006/relationships"><Relationship Type="http://schemas.openxmlformats.org/officeDocument/2006/relationships/slide" Target="/ppt/slides/slide345.xml" Id="R77e3cf027bf44f1c" /><Relationship Type="http://schemas.openxmlformats.org/officeDocument/2006/relationships/notesMaster" Target="/ppt/notesMasters/notesMaster1.xml" Id="Rff334c79c78d44e2" /></Relationships>
</file>

<file path=ppt/notesSlides/_rels/notesSlide326.xml.rels>&#65279;<?xml version="1.0" encoding="utf-8"?><Relationships xmlns="http://schemas.openxmlformats.org/package/2006/relationships"><Relationship Type="http://schemas.openxmlformats.org/officeDocument/2006/relationships/slide" Target="/ppt/slides/slide346.xml" Id="Rd1f9aece6b8946c3" /><Relationship Type="http://schemas.openxmlformats.org/officeDocument/2006/relationships/notesMaster" Target="/ppt/notesMasters/notesMaster1.xml" Id="R47f7bd14c03440a3" /></Relationships>
</file>

<file path=ppt/notesSlides/_rels/notesSlide327.xml.rels>&#65279;<?xml version="1.0" encoding="utf-8"?><Relationships xmlns="http://schemas.openxmlformats.org/package/2006/relationships"><Relationship Type="http://schemas.openxmlformats.org/officeDocument/2006/relationships/slide" Target="/ppt/slides/slide347.xml" Id="R6c2a23486c814fed" /><Relationship Type="http://schemas.openxmlformats.org/officeDocument/2006/relationships/notesMaster" Target="/ppt/notesMasters/notesMaster1.xml" Id="R4207f201047348e5" /></Relationships>
</file>

<file path=ppt/notesSlides/_rels/notesSlide328.xml.rels>&#65279;<?xml version="1.0" encoding="utf-8"?><Relationships xmlns="http://schemas.openxmlformats.org/package/2006/relationships"><Relationship Type="http://schemas.openxmlformats.org/officeDocument/2006/relationships/slide" Target="/ppt/slides/slide348.xml" Id="R0b7233ee895b45dc" /><Relationship Type="http://schemas.openxmlformats.org/officeDocument/2006/relationships/notesMaster" Target="/ppt/notesMasters/notesMaster1.xml" Id="R332b665e15cb4437" /></Relationships>
</file>

<file path=ppt/notesSlides/_rels/notesSlide329.xml.rels>&#65279;<?xml version="1.0" encoding="utf-8"?><Relationships xmlns="http://schemas.openxmlformats.org/package/2006/relationships"><Relationship Type="http://schemas.openxmlformats.org/officeDocument/2006/relationships/slide" Target="/ppt/slides/slide349.xml" Id="R43fe557e9c9e462f" /><Relationship Type="http://schemas.openxmlformats.org/officeDocument/2006/relationships/notesMaster" Target="/ppt/notesMasters/notesMaster1.xml" Id="R557fde4a8bc84f84" /></Relationships>
</file>

<file path=ppt/notesSlides/_rels/notesSlide330.xml.rels>&#65279;<?xml version="1.0" encoding="utf-8"?><Relationships xmlns="http://schemas.openxmlformats.org/package/2006/relationships"><Relationship Type="http://schemas.openxmlformats.org/officeDocument/2006/relationships/slide" Target="/ppt/slides/slide350.xml" Id="R4612995ef5084493" /><Relationship Type="http://schemas.openxmlformats.org/officeDocument/2006/relationships/notesMaster" Target="/ppt/notesMasters/notesMaster1.xml" Id="Rc24e829836e84acc" /></Relationships>
</file>

<file path=ppt/notesSlides/_rels/notesSlide331.xml.rels>&#65279;<?xml version="1.0" encoding="utf-8"?><Relationships xmlns="http://schemas.openxmlformats.org/package/2006/relationships"><Relationship Type="http://schemas.openxmlformats.org/officeDocument/2006/relationships/slide" Target="/ppt/slides/slide351.xml" Id="R70bf55081b384c2f" /><Relationship Type="http://schemas.openxmlformats.org/officeDocument/2006/relationships/notesMaster" Target="/ppt/notesMasters/notesMaster1.xml" Id="R9c86f7a1592f4ced" /></Relationships>
</file>

<file path=ppt/notesSlides/_rels/notesSlide332.xml.rels>&#65279;<?xml version="1.0" encoding="utf-8"?><Relationships xmlns="http://schemas.openxmlformats.org/package/2006/relationships"><Relationship Type="http://schemas.openxmlformats.org/officeDocument/2006/relationships/slide" Target="/ppt/slides/slide352.xml" Id="R41c1f9a1e8d84e8a" /><Relationship Type="http://schemas.openxmlformats.org/officeDocument/2006/relationships/notesMaster" Target="/ppt/notesMasters/notesMaster1.xml" Id="Rf9d575869dd0469e" /></Relationships>
</file>

<file path=ppt/notesSlides/_rels/notesSlide333.xml.rels>&#65279;<?xml version="1.0" encoding="utf-8"?><Relationships xmlns="http://schemas.openxmlformats.org/package/2006/relationships"><Relationship Type="http://schemas.openxmlformats.org/officeDocument/2006/relationships/slide" Target="/ppt/slides/slide353.xml" Id="Rc21f0b18c23b4257" /><Relationship Type="http://schemas.openxmlformats.org/officeDocument/2006/relationships/notesMaster" Target="/ppt/notesMasters/notesMaster1.xml" Id="R191f379073a94b5c" /></Relationships>
</file>

<file path=ppt/notesSlides/_rels/notesSlide334.xml.rels>&#65279;<?xml version="1.0" encoding="utf-8"?><Relationships xmlns="http://schemas.openxmlformats.org/package/2006/relationships"><Relationship Type="http://schemas.openxmlformats.org/officeDocument/2006/relationships/slide" Target="/ppt/slides/slide354.xml" Id="R33c138239d624a15" /><Relationship Type="http://schemas.openxmlformats.org/officeDocument/2006/relationships/notesMaster" Target="/ppt/notesMasters/notesMaster1.xml" Id="R4fae428d121a4da4" /></Relationships>
</file>

<file path=ppt/notesSlides/_rels/notesSlide335.xml.rels>&#65279;<?xml version="1.0" encoding="utf-8"?><Relationships xmlns="http://schemas.openxmlformats.org/package/2006/relationships"><Relationship Type="http://schemas.openxmlformats.org/officeDocument/2006/relationships/slide" Target="/ppt/slides/slide355.xml" Id="R204cf7e3f1374f33" /><Relationship Type="http://schemas.openxmlformats.org/officeDocument/2006/relationships/notesMaster" Target="/ppt/notesMasters/notesMaster1.xml" Id="Re7d678edf9004721" /></Relationships>
</file>

<file path=ppt/notesSlides/_rels/notesSlide336.xml.rels>&#65279;<?xml version="1.0" encoding="utf-8"?><Relationships xmlns="http://schemas.openxmlformats.org/package/2006/relationships"><Relationship Type="http://schemas.openxmlformats.org/officeDocument/2006/relationships/slide" Target="/ppt/slides/slide356.xml" Id="Ra751034691c84763" /><Relationship Type="http://schemas.openxmlformats.org/officeDocument/2006/relationships/notesMaster" Target="/ppt/notesMasters/notesMaster1.xml" Id="R29b160dee9044355" /></Relationships>
</file>

<file path=ppt/notesSlides/_rels/notesSlide337.xml.rels>&#65279;<?xml version="1.0" encoding="utf-8"?><Relationships xmlns="http://schemas.openxmlformats.org/package/2006/relationships"><Relationship Type="http://schemas.openxmlformats.org/officeDocument/2006/relationships/slide" Target="/ppt/slides/slide357.xml" Id="R802c98bbc2784a81" /><Relationship Type="http://schemas.openxmlformats.org/officeDocument/2006/relationships/notesMaster" Target="/ppt/notesMasters/notesMaster1.xml" Id="Rf69eaf107d044239" /></Relationships>
</file>

<file path=ppt/notesSlides/_rels/notesSlide338.xml.rels>&#65279;<?xml version="1.0" encoding="utf-8"?><Relationships xmlns="http://schemas.openxmlformats.org/package/2006/relationships"><Relationship Type="http://schemas.openxmlformats.org/officeDocument/2006/relationships/slide" Target="/ppt/slides/slide358.xml" Id="R2463bb06455c47a4" /><Relationship Type="http://schemas.openxmlformats.org/officeDocument/2006/relationships/notesMaster" Target="/ppt/notesMasters/notesMaster1.xml" Id="R2aefbf280cee44a7" /></Relationships>
</file>

<file path=ppt/notesSlides/_rels/notesSlide339.xml.rels>&#65279;<?xml version="1.0" encoding="utf-8"?><Relationships xmlns="http://schemas.openxmlformats.org/package/2006/relationships"><Relationship Type="http://schemas.openxmlformats.org/officeDocument/2006/relationships/slide" Target="/ppt/slides/slide359.xml" Id="R4788e1a262564316" /><Relationship Type="http://schemas.openxmlformats.org/officeDocument/2006/relationships/notesMaster" Target="/ppt/notesMasters/notesMaster1.xml" Id="R214c6923bfc04ff6" /></Relationships>
</file>

<file path=ppt/notesSlides/_rels/notesSlide340.xml.rels>&#65279;<?xml version="1.0" encoding="utf-8"?><Relationships xmlns="http://schemas.openxmlformats.org/package/2006/relationships"><Relationship Type="http://schemas.openxmlformats.org/officeDocument/2006/relationships/slide" Target="/ppt/slides/slide362.xml" Id="Rb4b52bb6bcd64809" /><Relationship Type="http://schemas.openxmlformats.org/officeDocument/2006/relationships/notesMaster" Target="/ppt/notesMasters/notesMaster1.xml" Id="R3b85f77dd14d4c48" /></Relationships>
</file>

<file path=ppt/notesSlides/_rels/notesSlide341.xml.rels>&#65279;<?xml version="1.0" encoding="utf-8"?><Relationships xmlns="http://schemas.openxmlformats.org/package/2006/relationships"><Relationship Type="http://schemas.openxmlformats.org/officeDocument/2006/relationships/slide" Target="/ppt/slides/slide363.xml" Id="R78bf53a0d1174fa1" /><Relationship Type="http://schemas.openxmlformats.org/officeDocument/2006/relationships/notesMaster" Target="/ppt/notesMasters/notesMaster1.xml" Id="Rd412445e13774f93" /></Relationships>
</file>

<file path=ppt/notesSlides/_rels/notesSlide342.xml.rels>&#65279;<?xml version="1.0" encoding="utf-8"?><Relationships xmlns="http://schemas.openxmlformats.org/package/2006/relationships"><Relationship Type="http://schemas.openxmlformats.org/officeDocument/2006/relationships/slide" Target="/ppt/slides/slide364.xml" Id="R7e0c7ada86da4121" /><Relationship Type="http://schemas.openxmlformats.org/officeDocument/2006/relationships/notesMaster" Target="/ppt/notesMasters/notesMaster1.xml" Id="R9983765975424944" /></Relationships>
</file>

<file path=ppt/notesSlides/_rels/notesSlide343.xml.rels>&#65279;<?xml version="1.0" encoding="utf-8"?><Relationships xmlns="http://schemas.openxmlformats.org/package/2006/relationships"><Relationship Type="http://schemas.openxmlformats.org/officeDocument/2006/relationships/slide" Target="/ppt/slides/slide365.xml" Id="R02e42ea64d8c4be8" /><Relationship Type="http://schemas.openxmlformats.org/officeDocument/2006/relationships/notesMaster" Target="/ppt/notesMasters/notesMaster1.xml" Id="R7c9ebc1dbd2745df" /></Relationships>
</file>

<file path=ppt/notesSlides/_rels/notesSlide344.xml.rels>&#65279;<?xml version="1.0" encoding="utf-8"?><Relationships xmlns="http://schemas.openxmlformats.org/package/2006/relationships"><Relationship Type="http://schemas.openxmlformats.org/officeDocument/2006/relationships/slide" Target="/ppt/slides/slide366.xml" Id="R7139929857694963" /><Relationship Type="http://schemas.openxmlformats.org/officeDocument/2006/relationships/notesMaster" Target="/ppt/notesMasters/notesMaster1.xml" Id="Rd126614b6f284141" /></Relationships>
</file>

<file path=ppt/notesSlides/_rels/notesSlide345.xml.rels>&#65279;<?xml version="1.0" encoding="utf-8"?><Relationships xmlns="http://schemas.openxmlformats.org/package/2006/relationships"><Relationship Type="http://schemas.openxmlformats.org/officeDocument/2006/relationships/slide" Target="/ppt/slides/slide367.xml" Id="R4d7379c5b54d48dc" /><Relationship Type="http://schemas.openxmlformats.org/officeDocument/2006/relationships/notesMaster" Target="/ppt/notesMasters/notesMaster1.xml" Id="Rec55936da3374601" /></Relationships>
</file>

<file path=ppt/notesSlides/_rels/notesSlide346.xml.rels>&#65279;<?xml version="1.0" encoding="utf-8"?><Relationships xmlns="http://schemas.openxmlformats.org/package/2006/relationships"><Relationship Type="http://schemas.openxmlformats.org/officeDocument/2006/relationships/slide" Target="/ppt/slides/slide368.xml" Id="Rd2ffa0280b634d23" /><Relationship Type="http://schemas.openxmlformats.org/officeDocument/2006/relationships/notesMaster" Target="/ppt/notesMasters/notesMaster1.xml" Id="R46420f45053841be" /></Relationships>
</file>

<file path=ppt/notesSlides/_rels/notesSlide347.xml.rels>&#65279;<?xml version="1.0" encoding="utf-8"?><Relationships xmlns="http://schemas.openxmlformats.org/package/2006/relationships"><Relationship Type="http://schemas.openxmlformats.org/officeDocument/2006/relationships/slide" Target="/ppt/slides/slide369.xml" Id="R7b2c0fba5f36468b" /><Relationship Type="http://schemas.openxmlformats.org/officeDocument/2006/relationships/notesMaster" Target="/ppt/notesMasters/notesMaster1.xml" Id="R783b5766248642e8" /></Relationships>
</file>

<file path=ppt/notesSlides/_rels/notesSlide348.xml.rels>&#65279;<?xml version="1.0" encoding="utf-8"?><Relationships xmlns="http://schemas.openxmlformats.org/package/2006/relationships"><Relationship Type="http://schemas.openxmlformats.org/officeDocument/2006/relationships/slide" Target="/ppt/slides/slide370.xml" Id="R679058fea0824551" /><Relationship Type="http://schemas.openxmlformats.org/officeDocument/2006/relationships/notesMaster" Target="/ppt/notesMasters/notesMaster1.xml" Id="Rff15c5551a8b4143" /></Relationships>
</file>

<file path=ppt/notesSlides/_rels/notesSlide349.xml.rels>&#65279;<?xml version="1.0" encoding="utf-8"?><Relationships xmlns="http://schemas.openxmlformats.org/package/2006/relationships"><Relationship Type="http://schemas.openxmlformats.org/officeDocument/2006/relationships/slide" Target="/ppt/slides/slide371.xml" Id="Rb73604b3fc214775" /><Relationship Type="http://schemas.openxmlformats.org/officeDocument/2006/relationships/notesMaster" Target="/ppt/notesMasters/notesMaster1.xml" Id="Re58fb5475d1b4e33" /></Relationships>
</file>

<file path=ppt/notesSlides/_rels/notesSlide350.xml.rels>&#65279;<?xml version="1.0" encoding="utf-8"?><Relationships xmlns="http://schemas.openxmlformats.org/package/2006/relationships"><Relationship Type="http://schemas.openxmlformats.org/officeDocument/2006/relationships/slide" Target="/ppt/slides/slide372.xml" Id="Re1befab97434457b" /><Relationship Type="http://schemas.openxmlformats.org/officeDocument/2006/relationships/notesMaster" Target="/ppt/notesMasters/notesMaster1.xml" Id="R309e00e2035b4605" /></Relationships>
</file>

<file path=ppt/notesSlides/_rels/notesSlide351.xml.rels>&#65279;<?xml version="1.0" encoding="utf-8"?><Relationships xmlns="http://schemas.openxmlformats.org/package/2006/relationships"><Relationship Type="http://schemas.openxmlformats.org/officeDocument/2006/relationships/slide" Target="/ppt/slides/slide373.xml" Id="Raa4202c658bc4384" /><Relationship Type="http://schemas.openxmlformats.org/officeDocument/2006/relationships/notesMaster" Target="/ppt/notesMasters/notesMaster1.xml" Id="R3462989a84e14faa" /></Relationships>
</file>

<file path=ppt/notesSlides/_rels/notesSlide352.xml.rels>&#65279;<?xml version="1.0" encoding="utf-8"?><Relationships xmlns="http://schemas.openxmlformats.org/package/2006/relationships"><Relationship Type="http://schemas.openxmlformats.org/officeDocument/2006/relationships/slide" Target="/ppt/slides/slide374.xml" Id="R951f280b03cb4df4" /><Relationship Type="http://schemas.openxmlformats.org/officeDocument/2006/relationships/notesMaster" Target="/ppt/notesMasters/notesMaster1.xml" Id="Rb5ede506004b42e5" /></Relationships>
</file>

<file path=ppt/notesSlides/_rels/notesSlide353.xml.rels>&#65279;<?xml version="1.0" encoding="utf-8"?><Relationships xmlns="http://schemas.openxmlformats.org/package/2006/relationships"><Relationship Type="http://schemas.openxmlformats.org/officeDocument/2006/relationships/slide" Target="/ppt/slides/slide375.xml" Id="R24fb0478d8ee4403" /><Relationship Type="http://schemas.openxmlformats.org/officeDocument/2006/relationships/notesMaster" Target="/ppt/notesMasters/notesMaster1.xml" Id="R7e328f49f4fb4a48" /></Relationships>
</file>

<file path=ppt/notesSlides/_rels/notesSlide354.xml.rels>&#65279;<?xml version="1.0" encoding="utf-8"?><Relationships xmlns="http://schemas.openxmlformats.org/package/2006/relationships"><Relationship Type="http://schemas.openxmlformats.org/officeDocument/2006/relationships/slide" Target="/ppt/slides/slide376.xml" Id="R583b92bf7fa44783" /><Relationship Type="http://schemas.openxmlformats.org/officeDocument/2006/relationships/notesMaster" Target="/ppt/notesMasters/notesMaster1.xml" Id="R153c77f389584a77" /></Relationships>
</file>

<file path=ppt/notesSlides/_rels/notesSlide355.xml.rels>&#65279;<?xml version="1.0" encoding="utf-8"?><Relationships xmlns="http://schemas.openxmlformats.org/package/2006/relationships"><Relationship Type="http://schemas.openxmlformats.org/officeDocument/2006/relationships/slide" Target="/ppt/slides/slide377.xml" Id="R4878cc558d9a4a1a" /><Relationship Type="http://schemas.openxmlformats.org/officeDocument/2006/relationships/notesMaster" Target="/ppt/notesMasters/notesMaster1.xml" Id="R906fe6c8bd4d4339" /></Relationships>
</file>

<file path=ppt/notesSlides/_rels/notesSlide356.xml.rels>&#65279;<?xml version="1.0" encoding="utf-8"?><Relationships xmlns="http://schemas.openxmlformats.org/package/2006/relationships"><Relationship Type="http://schemas.openxmlformats.org/officeDocument/2006/relationships/slide" Target="/ppt/slides/slide378.xml" Id="Ra59fb74de9cf491d" /><Relationship Type="http://schemas.openxmlformats.org/officeDocument/2006/relationships/notesMaster" Target="/ppt/notesMasters/notesMaster1.xml" Id="Rd541d09409404723" /></Relationships>
</file>

<file path=ppt/notesSlides/_rels/notesSlide357.xml.rels>&#65279;<?xml version="1.0" encoding="utf-8"?><Relationships xmlns="http://schemas.openxmlformats.org/package/2006/relationships"><Relationship Type="http://schemas.openxmlformats.org/officeDocument/2006/relationships/slide" Target="/ppt/slides/slide379.xml" Id="R63cce496b75c4494" /><Relationship Type="http://schemas.openxmlformats.org/officeDocument/2006/relationships/notesMaster" Target="/ppt/notesMasters/notesMaster1.xml" Id="R0055699b37bc413c" /></Relationships>
</file>

<file path=ppt/notesSlides/_rels/notesSlide358.xml.rels>&#65279;<?xml version="1.0" encoding="utf-8"?><Relationships xmlns="http://schemas.openxmlformats.org/package/2006/relationships"><Relationship Type="http://schemas.openxmlformats.org/officeDocument/2006/relationships/slide" Target="/ppt/slides/slide380.xml" Id="R7a18fae132bc42fa" /><Relationship Type="http://schemas.openxmlformats.org/officeDocument/2006/relationships/notesMaster" Target="/ppt/notesMasters/notesMaster1.xml" Id="R0d387d69037b4433" /></Relationships>
</file>

<file path=ppt/notesSlides/_rels/notesSlide359.xml.rels>&#65279;<?xml version="1.0" encoding="utf-8"?><Relationships xmlns="http://schemas.openxmlformats.org/package/2006/relationships"><Relationship Type="http://schemas.openxmlformats.org/officeDocument/2006/relationships/slide" Target="/ppt/slides/slide381.xml" Id="R489fa0eb08fa47ae" /><Relationship Type="http://schemas.openxmlformats.org/officeDocument/2006/relationships/notesMaster" Target="/ppt/notesMasters/notesMaster1.xml" Id="Re3f1a057d98943be" /></Relationships>
</file>

<file path=ppt/notesSlides/_rels/notesSlide360.xml.rels>&#65279;<?xml version="1.0" encoding="utf-8"?><Relationships xmlns="http://schemas.openxmlformats.org/package/2006/relationships"><Relationship Type="http://schemas.openxmlformats.org/officeDocument/2006/relationships/slide" Target="/ppt/slides/slide382.xml" Id="Rbe853120b50d49c0" /><Relationship Type="http://schemas.openxmlformats.org/officeDocument/2006/relationships/notesMaster" Target="/ppt/notesMasters/notesMaster1.xml" Id="Rd3a258e0397242c9" /></Relationships>
</file>

<file path=ppt/notesSlides/_rels/notesSlide361.xml.rels>&#65279;<?xml version="1.0" encoding="utf-8"?><Relationships xmlns="http://schemas.openxmlformats.org/package/2006/relationships"><Relationship Type="http://schemas.openxmlformats.org/officeDocument/2006/relationships/slide" Target="/ppt/slides/slide383.xml" Id="R86ccefc4c2de4427" /><Relationship Type="http://schemas.openxmlformats.org/officeDocument/2006/relationships/notesMaster" Target="/ppt/notesMasters/notesMaster1.xml" Id="R126956195f994673" /></Relationships>
</file>

<file path=ppt/notesSlides/_rels/notesSlide362.xml.rels>&#65279;<?xml version="1.0" encoding="utf-8"?><Relationships xmlns="http://schemas.openxmlformats.org/package/2006/relationships"><Relationship Type="http://schemas.openxmlformats.org/officeDocument/2006/relationships/slide" Target="/ppt/slides/slide384.xml" Id="R67a5022114b84f8b" /><Relationship Type="http://schemas.openxmlformats.org/officeDocument/2006/relationships/notesMaster" Target="/ppt/notesMasters/notesMaster1.xml" Id="R98a038adb4c44e66" /></Relationships>
</file>

<file path=ppt/notesSlides/_rels/notesSlide363.xml.rels>&#65279;<?xml version="1.0" encoding="utf-8"?><Relationships xmlns="http://schemas.openxmlformats.org/package/2006/relationships"><Relationship Type="http://schemas.openxmlformats.org/officeDocument/2006/relationships/slide" Target="/ppt/slides/slide385.xml" Id="R473cdfaddb104c90" /><Relationship Type="http://schemas.openxmlformats.org/officeDocument/2006/relationships/notesMaster" Target="/ppt/notesMasters/notesMaster1.xml" Id="Ra4359c44af4a4464" /></Relationships>
</file>

<file path=ppt/notesSlides/_rels/notesSlide364.xml.rels>&#65279;<?xml version="1.0" encoding="utf-8"?><Relationships xmlns="http://schemas.openxmlformats.org/package/2006/relationships"><Relationship Type="http://schemas.openxmlformats.org/officeDocument/2006/relationships/slide" Target="/ppt/slides/slide386.xml" Id="Rfa45736bb23a4a56" /><Relationship Type="http://schemas.openxmlformats.org/officeDocument/2006/relationships/notesMaster" Target="/ppt/notesMasters/notesMaster1.xml" Id="Rd647f43fa5ac4d33" /></Relationships>
</file>

<file path=ppt/notesSlides/_rels/notesSlide365.xml.rels>&#65279;<?xml version="1.0" encoding="utf-8"?><Relationships xmlns="http://schemas.openxmlformats.org/package/2006/relationships"><Relationship Type="http://schemas.openxmlformats.org/officeDocument/2006/relationships/slide" Target="/ppt/slides/slide387.xml" Id="Rfa93d2bd16e94558" /><Relationship Type="http://schemas.openxmlformats.org/officeDocument/2006/relationships/notesMaster" Target="/ppt/notesMasters/notesMaster1.xml" Id="R0941052d212941d8" /></Relationships>
</file>

<file path=ppt/notesSlides/_rels/notesSlide366.xml.rels>&#65279;<?xml version="1.0" encoding="utf-8"?><Relationships xmlns="http://schemas.openxmlformats.org/package/2006/relationships"><Relationship Type="http://schemas.openxmlformats.org/officeDocument/2006/relationships/slide" Target="/ppt/slides/slide388.xml" Id="R6000856aa21c4558" /><Relationship Type="http://schemas.openxmlformats.org/officeDocument/2006/relationships/notesMaster" Target="/ppt/notesMasters/notesMaster1.xml" Id="R4a4baafd10ba4dd9" /></Relationships>
</file>

<file path=ppt/notesSlides/_rels/notesSlide367.xml.rels>&#65279;<?xml version="1.0" encoding="utf-8"?><Relationships xmlns="http://schemas.openxmlformats.org/package/2006/relationships"><Relationship Type="http://schemas.openxmlformats.org/officeDocument/2006/relationships/slide" Target="/ppt/slides/slide389.xml" Id="R7495be9680ef45d5" /><Relationship Type="http://schemas.openxmlformats.org/officeDocument/2006/relationships/notesMaster" Target="/ppt/notesMasters/notesMaster1.xml" Id="R8eb4ee5a4397415c" /></Relationships>
</file>

<file path=ppt/notesSlides/_rels/notesSlide368.xml.rels>&#65279;<?xml version="1.0" encoding="utf-8"?><Relationships xmlns="http://schemas.openxmlformats.org/package/2006/relationships"><Relationship Type="http://schemas.openxmlformats.org/officeDocument/2006/relationships/slide" Target="/ppt/slides/slide390.xml" Id="Rd986b2729a194ffa" /><Relationship Type="http://schemas.openxmlformats.org/officeDocument/2006/relationships/notesMaster" Target="/ppt/notesMasters/notesMaster1.xml" Id="Rfdaa431809bd485b" /></Relationships>
</file>

<file path=ppt/notesSlides/_rels/notesSlide369.xml.rels>&#65279;<?xml version="1.0" encoding="utf-8"?><Relationships xmlns="http://schemas.openxmlformats.org/package/2006/relationships"><Relationship Type="http://schemas.openxmlformats.org/officeDocument/2006/relationships/slide" Target="/ppt/slides/slide391.xml" Id="R6f442820fa7041f1" /><Relationship Type="http://schemas.openxmlformats.org/officeDocument/2006/relationships/notesMaster" Target="/ppt/notesMasters/notesMaster1.xml" Id="R39bc59eda959491e" /></Relationships>
</file>

<file path=ppt/notesSlides/_rels/notesSlide370.xml.rels>&#65279;<?xml version="1.0" encoding="utf-8"?><Relationships xmlns="http://schemas.openxmlformats.org/package/2006/relationships"><Relationship Type="http://schemas.openxmlformats.org/officeDocument/2006/relationships/slide" Target="/ppt/slides/slide392.xml" Id="R73345dedec2c4cc3" /><Relationship Type="http://schemas.openxmlformats.org/officeDocument/2006/relationships/notesMaster" Target="/ppt/notesMasters/notesMaster1.xml" Id="Rbb756518bfab412d" /></Relationships>
</file>

<file path=ppt/notesSlides/_rels/notesSlide371.xml.rels>&#65279;<?xml version="1.0" encoding="utf-8"?><Relationships xmlns="http://schemas.openxmlformats.org/package/2006/relationships"><Relationship Type="http://schemas.openxmlformats.org/officeDocument/2006/relationships/slide" Target="/ppt/slides/slide393.xml" Id="R5adbf3c7ab1e43f7" /><Relationship Type="http://schemas.openxmlformats.org/officeDocument/2006/relationships/notesMaster" Target="/ppt/notesMasters/notesMaster1.xml" Id="R309a6e4e02834cf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577F7-C997-7558-9819-A115B5A6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230C-73DA-E93C-A793-3A650DFE4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696D3-6802-7A8D-8088-BFCD6BA7F21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30B164F-357B-32AA-80DD-A3D7F4C9867F}"/>
              </a:ext>
            </a:extLst>
          </p:cNvPr>
          <p:cNvSpPr>
            <a:spLocks noGrp="1"/>
          </p:cNvSpPr>
          <p:nvPr>
            <p:ph type="sldNum" sz="quarter" idx="5"/>
          </p:nvPr>
        </p:nvSpPr>
        <p:spPr/>
        <p:txBody>
          <a:bodyPr/>
          <a:lstStyle/>
          <a:p>
            <a:fld id="{DAB949B3-C4AB-4FB2-8B24-B07A558BD59F}" type="slidenum">
              <a:rPr lang="en-IN"/>
              <a:pPr/>
              <a:t>5</a:t>
            </a:fld>
            <a:endParaRPr lang="en-IN"/>
          </a:p>
        </p:txBody>
      </p:sp>
      <p:sp>
        <p:nvSpPr>
          <p:cNvPr id="5" name="Footer Placeholder 4">
            <a:extLst>
              <a:ext uri="{FF2B5EF4-FFF2-40B4-BE49-F238E27FC236}">
                <a16:creationId xmlns:a16="http://schemas.microsoft.com/office/drawing/2014/main" id="{48580B0E-F390-459D-EA9F-C8ECAF2EFC5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80AD0DA-B61F-4C4B-A222-26A40A2EA5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6379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a:pPr/>
              <a:t>6</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CDCA-B091-E793-1B05-6B5476210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1C99D-9E77-A7D7-92C6-26A96DF50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DB1B7-755C-EB2A-AE46-029BD64E73A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3CCFBAF-A380-85D2-B9F2-7A388A886659}"/>
              </a:ext>
            </a:extLst>
          </p:cNvPr>
          <p:cNvSpPr>
            <a:spLocks noGrp="1"/>
          </p:cNvSpPr>
          <p:nvPr>
            <p:ph type="sldNum" sz="quarter" idx="5"/>
          </p:nvPr>
        </p:nvSpPr>
        <p:spPr/>
        <p:txBody>
          <a:bodyPr/>
          <a:lstStyle/>
          <a:p>
            <a:fld id="{DAB949B3-C4AB-4FB2-8B24-B07A558BD59F}" type="slidenum">
              <a:rPr lang="en-IN"/>
              <a:pPr/>
              <a:t>7</a:t>
            </a:fld>
            <a:endParaRPr lang="en-IN"/>
          </a:p>
        </p:txBody>
      </p:sp>
      <p:sp>
        <p:nvSpPr>
          <p:cNvPr id="5" name="Footer Placeholder 4">
            <a:extLst>
              <a:ext uri="{FF2B5EF4-FFF2-40B4-BE49-F238E27FC236}">
                <a16:creationId xmlns:a16="http://schemas.microsoft.com/office/drawing/2014/main" id="{0E9AD17A-FF54-1506-ADCF-769DB6F26DE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FD8FB5B-7FE0-DB2C-A4A0-8F71D4C0AE7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94209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42AD-0E1F-9912-3BDF-023808A67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14C74-3EB5-9ABB-ACE7-F23F9591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43A89-AA00-7499-F3F6-C827A772E15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3B8F0B-0D20-723D-7836-E59B9B82C423}"/>
              </a:ext>
            </a:extLst>
          </p:cNvPr>
          <p:cNvSpPr>
            <a:spLocks noGrp="1"/>
          </p:cNvSpPr>
          <p:nvPr>
            <p:ph type="sldNum" sz="quarter" idx="5"/>
          </p:nvPr>
        </p:nvSpPr>
        <p:spPr/>
        <p:txBody>
          <a:bodyPr/>
          <a:lstStyle/>
          <a:p>
            <a:fld id="{DAB949B3-C4AB-4FB2-8B24-B07A558BD59F}" type="slidenum">
              <a:rPr lang="en-IN"/>
              <a:pPr/>
              <a:t>8</a:t>
            </a:fld>
            <a:endParaRPr lang="en-IN"/>
          </a:p>
        </p:txBody>
      </p:sp>
      <p:sp>
        <p:nvSpPr>
          <p:cNvPr id="5" name="Footer Placeholder 4">
            <a:extLst>
              <a:ext uri="{FF2B5EF4-FFF2-40B4-BE49-F238E27FC236}">
                <a16:creationId xmlns:a16="http://schemas.microsoft.com/office/drawing/2014/main" id="{A436F6FB-EE4C-B38B-2355-9E62058DB3B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F20BA7B-9350-8C9F-D59A-E8E928C544A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9951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BE5F5-1FC4-26CF-B288-71EAE850A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43D83-B36C-40A5-8BF6-0D86B9E0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03C22-8874-8BEC-5C5C-9187857C28D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A157B9-1678-511F-7982-829E8FEBF663}"/>
              </a:ext>
            </a:extLst>
          </p:cNvPr>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a:extLst>
              <a:ext uri="{FF2B5EF4-FFF2-40B4-BE49-F238E27FC236}">
                <a16:creationId xmlns:a16="http://schemas.microsoft.com/office/drawing/2014/main" id="{3CD7C930-EF60-0559-24AD-10AFAAE80F0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B1F91E4-A1CC-A2FF-6D7E-7F46768B243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13148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4307-220C-9B3B-B51D-752A57BBD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EA43-EA72-9F2D-8F24-4AB175316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FEB56-BE4F-65B4-5AC2-BCAA89384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E7A8C31-A046-C144-8749-F0774399EAEE}"/>
              </a:ext>
            </a:extLst>
          </p:cNvPr>
          <p:cNvSpPr>
            <a:spLocks noGrp="1"/>
          </p:cNvSpPr>
          <p:nvPr>
            <p:ph type="sldNum" sz="quarter" idx="5"/>
          </p:nvPr>
        </p:nvSpPr>
        <p:spPr/>
        <p:txBody>
          <a:bodyPr/>
          <a:lstStyle/>
          <a:p>
            <a:fld id="{DAB949B3-C4AB-4FB2-8B24-B07A558BD59F}" type="slidenum">
              <a:rPr lang="en-IN"/>
              <a:pPr/>
              <a:t>10</a:t>
            </a:fld>
            <a:endParaRPr lang="en-IN"/>
          </a:p>
        </p:txBody>
      </p:sp>
      <p:sp>
        <p:nvSpPr>
          <p:cNvPr id="5" name="Footer Placeholder 4">
            <a:extLst>
              <a:ext uri="{FF2B5EF4-FFF2-40B4-BE49-F238E27FC236}">
                <a16:creationId xmlns:a16="http://schemas.microsoft.com/office/drawing/2014/main" id="{B9FA6374-EF40-463D-FA05-BCA37C4800B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9BF003B-E631-979A-24B4-D218BD76FB9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20743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7C05-A74E-3DFB-CBF5-65DC08305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B3E1-7A0A-9581-8326-2C63C5BE8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1C29A-6E3C-E35F-A0E1-320E02566E4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C36AB63-3C62-6289-70D0-4766977CE37A}"/>
              </a:ext>
            </a:extLst>
          </p:cNvPr>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a:extLst>
              <a:ext uri="{FF2B5EF4-FFF2-40B4-BE49-F238E27FC236}">
                <a16:creationId xmlns:a16="http://schemas.microsoft.com/office/drawing/2014/main" id="{A014C413-1B49-ED25-3ABB-50660732069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F3E8691-48CF-6A19-4E52-F5265584A64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95589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4802E-2B9E-DF13-BDED-BFB90A775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B53B0-0066-2B8F-9EA6-5F3C8CD57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260DE-4198-6CDC-675B-BB60D14BEA9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955BD5-D6C4-79DE-A243-1DD656151461}"/>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a:extLst>
              <a:ext uri="{FF2B5EF4-FFF2-40B4-BE49-F238E27FC236}">
                <a16:creationId xmlns:a16="http://schemas.microsoft.com/office/drawing/2014/main" id="{0B121E7A-44D3-B4A2-BB53-80BABC38E68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7D22451-9192-04C6-9F8F-C21A9D7F31A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78188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2621-774C-7ED6-2773-767458566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04C0-34A1-F6A7-0C0E-179839F48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6F83E-D1BB-0F75-D548-7CA8A1D9B9B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C4EF0D6-5B5F-BA9B-23C8-741E7C0ACB51}"/>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a:extLst>
              <a:ext uri="{FF2B5EF4-FFF2-40B4-BE49-F238E27FC236}">
                <a16:creationId xmlns:a16="http://schemas.microsoft.com/office/drawing/2014/main" id="{624F8DFC-588E-0D36-C9D5-B8BEF23B512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688D50A-84F6-6E8B-6350-C4821923DF2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29362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C505-8935-783A-2198-42443833C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3BB82-FD92-1C5F-AA99-7B07488F8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0FEEC-4186-7C9A-6976-1E2F081E2E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C69E7C8-DA82-7513-C5D4-7FA6AE4DECB5}"/>
              </a:ext>
            </a:extLst>
          </p:cNvPr>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a:extLst>
              <a:ext uri="{FF2B5EF4-FFF2-40B4-BE49-F238E27FC236}">
                <a16:creationId xmlns:a16="http://schemas.microsoft.com/office/drawing/2014/main" id="{FCE84262-A3C1-7727-0A98-7C84F3E9286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8AA934B-D7B0-C910-45E4-582FC19C745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64572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AF30-383B-0A47-38B6-4A47B5A67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94200-8242-6E44-FF74-92F72353F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5F92D-0084-D620-46DD-CB6C07D866E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D9B216F-A4D5-8821-4F53-A94D5F3154D4}"/>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a:extLst>
              <a:ext uri="{FF2B5EF4-FFF2-40B4-BE49-F238E27FC236}">
                <a16:creationId xmlns:a16="http://schemas.microsoft.com/office/drawing/2014/main" id="{0B42B12F-1DF6-DAD4-A850-F45F6E366E7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443FA3A-AA19-DBF4-5151-FD37B69ADD7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32970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3F93-FFA1-F000-282A-8D04CC983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665BE-E67D-C723-B02A-428283AFA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46DA7-7695-D20F-55E9-DD9A093CC9C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0AC9B5-84E7-7420-717F-FCABD60F2756}"/>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a:extLst>
              <a:ext uri="{FF2B5EF4-FFF2-40B4-BE49-F238E27FC236}">
                <a16:creationId xmlns:a16="http://schemas.microsoft.com/office/drawing/2014/main" id="{06C78423-87A7-06A0-B2A1-0A6C2EBED16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DAD1A03-6BBF-7C1D-821D-46B6FC14642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2942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3F84E-6B58-812C-48BA-54712187F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5EB32-8726-CE5C-2C32-12588C74A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3A39E-BA22-BD2B-5369-3B7160768BF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8B18DE-D119-FA5C-3E1D-5818DCE5FB93}"/>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a:extLst>
              <a:ext uri="{FF2B5EF4-FFF2-40B4-BE49-F238E27FC236}">
                <a16:creationId xmlns:a16="http://schemas.microsoft.com/office/drawing/2014/main" id="{D939AAE0-24B6-7437-4F71-5ACED16FEF4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ABB9080-1351-251F-D600-83A3D1C253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902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730374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28043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0462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62450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68189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7042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D884D-31A9-C86F-FDB6-71820C434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56995-6C0A-350B-F34B-333E1D633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19E16-B643-C471-011F-AF3EAB60893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83CE39-24B1-EFD7-9BD6-5211EC0099F4}"/>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a:extLst>
              <a:ext uri="{FF2B5EF4-FFF2-40B4-BE49-F238E27FC236}">
                <a16:creationId xmlns:a16="http://schemas.microsoft.com/office/drawing/2014/main" id="{C07C0A76-69D4-249A-9A59-4C75639C0EE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648C88C-42AB-C9A9-9936-4E16CCB9A9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73603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11D8-CC59-1A18-CFB8-3A207D5A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07153-CEFA-3565-2B1D-31CBEAA26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AE340-F10F-927D-8E01-82351B31181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D46DA9D-FF66-FAD5-367F-4F94B486BBA3}"/>
              </a:ext>
            </a:extLst>
          </p:cNvPr>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a:extLst>
              <a:ext uri="{FF2B5EF4-FFF2-40B4-BE49-F238E27FC236}">
                <a16:creationId xmlns:a16="http://schemas.microsoft.com/office/drawing/2014/main" id="{1617E84B-D9E8-714C-859C-6FC954F7136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724930F-964A-3191-EE75-0442937BFCC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870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A76F-4018-9E7F-F865-630A3B4F2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C7169-4E27-CBCC-3BC1-83BA19FEA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0CB20-DD0C-2D5B-4EC3-50E7E71E3BB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C73FE2A-7D9A-1163-3394-787C75E59DCB}"/>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a:extLst>
              <a:ext uri="{FF2B5EF4-FFF2-40B4-BE49-F238E27FC236}">
                <a16:creationId xmlns:a16="http://schemas.microsoft.com/office/drawing/2014/main" id="{1D1DBA9B-3071-D616-CBE0-18A4264CFCD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2BE535B-ABEB-56E5-462D-7FE59EAA41A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6797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913A-BCDB-41D1-47FC-3D9CD1C89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4C8FF-7EF2-B0EA-EE47-C175A027F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774C7-5838-54C9-E560-A5B68526853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9D39758-B912-CE61-A9DA-2213BA44ECB0}"/>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a:extLst>
              <a:ext uri="{FF2B5EF4-FFF2-40B4-BE49-F238E27FC236}">
                <a16:creationId xmlns:a16="http://schemas.microsoft.com/office/drawing/2014/main" id="{20D057AB-F080-D483-960E-CBA3F4FC17D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21FF8B0-E1C3-7B8B-253D-BA158FF505B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639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101F-1AF2-6815-AAE7-80404B943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1D09A-9171-1439-FC55-3ADB2194F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7D460-8C45-9021-BB71-DBD47D1BC2F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C885BB3-8B7D-0CA1-5DA1-6033444D35EB}"/>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a:extLst>
              <a:ext uri="{FF2B5EF4-FFF2-40B4-BE49-F238E27FC236}">
                <a16:creationId xmlns:a16="http://schemas.microsoft.com/office/drawing/2014/main" id="{61286AD8-F125-94F2-1922-85695682E0C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8F1011D-E322-5607-19BD-73F17F394DE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741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BAA8D-8391-45FE-97EB-36558B6CF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CEAF5-3951-510F-2F97-55FC6267A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AB040-169B-26E5-82C2-808F7ACFF5C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38F2B92-0582-B824-D353-6D1BA1C7ECB9}"/>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a:extLst>
              <a:ext uri="{FF2B5EF4-FFF2-40B4-BE49-F238E27FC236}">
                <a16:creationId xmlns:a16="http://schemas.microsoft.com/office/drawing/2014/main" id="{B3A4FBD7-5647-5DF7-C253-FC381E73A8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83D510-957F-3E83-BACE-6D1B11B097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36873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4B56-8A76-BB32-B5DE-FE7DE6A35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8FFFB-7A7A-9EFA-B7E5-D914C2A11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5CDC-CCA6-3F46-2558-5F62DAF9D8B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050725D-3852-7EAD-1DFB-7576004E2138}"/>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a:extLst>
              <a:ext uri="{FF2B5EF4-FFF2-40B4-BE49-F238E27FC236}">
                <a16:creationId xmlns:a16="http://schemas.microsoft.com/office/drawing/2014/main" id="{9A16D970-56F0-1F2A-0A7C-4262B31EF8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FF7436F-D29A-5C30-DA6C-5F706DBBBA0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5554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688E1-3E84-08B6-BA50-DCA87080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2B39D-0032-029C-E306-2CBFF739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2E35-3B87-C079-3DBD-4AD7BCECB4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5192E47-8298-939D-8FC8-B2279873DE64}"/>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a:extLst>
              <a:ext uri="{FF2B5EF4-FFF2-40B4-BE49-F238E27FC236}">
                <a16:creationId xmlns:a16="http://schemas.microsoft.com/office/drawing/2014/main" id="{E6A1AA0B-4CEF-CEDA-4502-F335A395A81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FAA2DC6-F59C-9AEE-C12F-228D208F0D6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946760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253C-6DAD-89D2-0A47-77B792ECD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F844E-B3A3-E9C7-AEF0-0F7890F5D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9C12E-1B37-E003-A8EC-88CB352E260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8B19D95-8B7A-B4F8-C5FF-23C40B4CFEA3}"/>
              </a:ext>
            </a:extLst>
          </p:cNvPr>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a:extLst>
              <a:ext uri="{FF2B5EF4-FFF2-40B4-BE49-F238E27FC236}">
                <a16:creationId xmlns:a16="http://schemas.microsoft.com/office/drawing/2014/main" id="{6B9FDDA9-FBB8-D89B-2726-3A4F2B8981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8F8A26E-DAC2-7405-1B55-B61D085E788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916710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5B606-02B1-3CAB-5860-D750BFCF8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07ACC-E1EE-58BE-C2D9-7F6634FC6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D34C6-E02B-7DC7-BDCF-29A555DE456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879B62C-E499-7685-C357-4EDDFB4D7688}"/>
              </a:ext>
            </a:extLst>
          </p:cNvPr>
          <p:cNvSpPr>
            <a:spLocks noGrp="1"/>
          </p:cNvSpPr>
          <p:nvPr>
            <p:ph type="sldNum" sz="quarter" idx="5"/>
          </p:nvPr>
        </p:nvSpPr>
        <p:spPr/>
        <p:txBody>
          <a:bodyPr/>
          <a:lstStyle/>
          <a:p>
            <a:fld id="{DAB949B3-C4AB-4FB2-8B24-B07A558BD59F}" type="slidenum">
              <a:rPr lang="en-IN"/>
              <a:pPr/>
              <a:t>36</a:t>
            </a:fld>
            <a:endParaRPr lang="en-IN"/>
          </a:p>
        </p:txBody>
      </p:sp>
      <p:sp>
        <p:nvSpPr>
          <p:cNvPr id="5" name="Footer Placeholder 4">
            <a:extLst>
              <a:ext uri="{FF2B5EF4-FFF2-40B4-BE49-F238E27FC236}">
                <a16:creationId xmlns:a16="http://schemas.microsoft.com/office/drawing/2014/main" id="{8327F0A7-9FC5-DA0A-4D67-F041F8F5B8F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08F7894-40FE-7FC5-BB39-1B1C7CF94E0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0410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B6DC-70B9-AB3B-6CCD-C1F70D87F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039CB-548A-BE12-CD53-386E469E3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A9DB-48FC-BE7F-E8F4-CFC4390E059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33F6FE1-DE94-5BCD-A2C2-5768B2FE8E81}"/>
              </a:ext>
            </a:extLst>
          </p:cNvPr>
          <p:cNvSpPr>
            <a:spLocks noGrp="1"/>
          </p:cNvSpPr>
          <p:nvPr>
            <p:ph type="sldNum" sz="quarter" idx="5"/>
          </p:nvPr>
        </p:nvSpPr>
        <p:spPr/>
        <p:txBody>
          <a:bodyPr/>
          <a:lstStyle/>
          <a:p>
            <a:fld id="{DAB949B3-C4AB-4FB2-8B24-B07A558BD59F}" type="slidenum">
              <a:rPr lang="en-IN"/>
              <a:pPr/>
              <a:t>37</a:t>
            </a:fld>
            <a:endParaRPr lang="en-IN"/>
          </a:p>
        </p:txBody>
      </p:sp>
      <p:sp>
        <p:nvSpPr>
          <p:cNvPr id="5" name="Footer Placeholder 4">
            <a:extLst>
              <a:ext uri="{FF2B5EF4-FFF2-40B4-BE49-F238E27FC236}">
                <a16:creationId xmlns:a16="http://schemas.microsoft.com/office/drawing/2014/main" id="{63A56997-3EE8-8819-2DDA-DE3C3AFC6FF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796D46D-ACB6-5A39-F573-5F392BC60AC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884874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1214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5206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01503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31599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04875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55905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498233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40596-C53C-43A0-A626-9D24F8EF2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04EF7-4E9E-B888-59D9-9CB570A20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0CCEB-524C-93A4-3C27-75F14F4F59C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AED6C84-1111-3545-2416-26FAD3A5611A}"/>
              </a:ext>
            </a:extLst>
          </p:cNvPr>
          <p:cNvSpPr>
            <a:spLocks noGrp="1"/>
          </p:cNvSpPr>
          <p:nvPr>
            <p:ph type="sldNum" sz="quarter" idx="5"/>
          </p:nvPr>
        </p:nvSpPr>
        <p:spPr/>
        <p:txBody>
          <a:bodyPr/>
          <a:lstStyle/>
          <a:p>
            <a:fld id="{DAB949B3-C4AB-4FB2-8B24-B07A558BD59F}" type="slidenum">
              <a:rPr lang="en-IN"/>
              <a:pPr/>
              <a:t>45</a:t>
            </a:fld>
            <a:endParaRPr lang="en-IN"/>
          </a:p>
        </p:txBody>
      </p:sp>
      <p:sp>
        <p:nvSpPr>
          <p:cNvPr id="5" name="Footer Placeholder 4">
            <a:extLst>
              <a:ext uri="{FF2B5EF4-FFF2-40B4-BE49-F238E27FC236}">
                <a16:creationId xmlns:a16="http://schemas.microsoft.com/office/drawing/2014/main" id="{70B91893-4085-C462-34C7-62009F671A0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DBF22EB-BB34-192D-BF9C-887F3BB083A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98768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CED0-61A1-4EE8-071E-3F12E895C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9C6C7-1852-75E2-2B5B-874AF53B6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2B38B-A4A4-41D2-AE24-1564DBE5E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F3E916F-AD0F-8292-F8F2-8A60708EB601}"/>
              </a:ext>
            </a:extLst>
          </p:cNvPr>
          <p:cNvSpPr>
            <a:spLocks noGrp="1"/>
          </p:cNvSpPr>
          <p:nvPr>
            <p:ph type="sldNum" sz="quarter" idx="5"/>
          </p:nvPr>
        </p:nvSpPr>
        <p:spPr/>
        <p:txBody>
          <a:bodyPr/>
          <a:lstStyle/>
          <a:p>
            <a:fld id="{DAB949B3-C4AB-4FB2-8B24-B07A558BD59F}" type="slidenum">
              <a:rPr lang="en-IN"/>
              <a:pPr/>
              <a:t>46</a:t>
            </a:fld>
            <a:endParaRPr lang="en-IN"/>
          </a:p>
        </p:txBody>
      </p:sp>
      <p:sp>
        <p:nvSpPr>
          <p:cNvPr id="5" name="Footer Placeholder 4">
            <a:extLst>
              <a:ext uri="{FF2B5EF4-FFF2-40B4-BE49-F238E27FC236}">
                <a16:creationId xmlns:a16="http://schemas.microsoft.com/office/drawing/2014/main" id="{BFE744B8-3DE0-4A1C-5858-84B62E14AE4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6439B97-2D20-FBA6-2780-E6DB3AB6134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517447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a:t>47</a:t>
            </a:fld>
            <a:endParaRPr lang="en-IN"/>
          </a:p>
        </p:txBody>
      </p:sp>
    </p:spTree>
    <p:extLst>
      <p:ext uri="{BB962C8B-B14F-4D97-AF65-F5344CB8AC3E}">
        <p14:creationId xmlns:p14="http://schemas.microsoft.com/office/powerpoint/2010/main" val="12046265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7</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t>8</a:t>
            </a:fld>
            <a:endParaRPr lang="en-IN"/>
          </a:p>
        </p:txBody>
      </p:sp>
    </p:spTree>
    <p:extLst>
      <p:ext uri="{BB962C8B-B14F-4D97-AF65-F5344CB8AC3E}">
        <p14:creationId xmlns:p14="http://schemas.microsoft.com/office/powerpoint/2010/main" val="16452589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9</a:t>
            </a:fld>
            <a:endParaRPr lang="en-IN"/>
          </a:p>
        </p:txBody>
      </p:sp>
    </p:spTree>
    <p:extLst>
      <p:ext uri="{BB962C8B-B14F-4D97-AF65-F5344CB8AC3E}">
        <p14:creationId xmlns:p14="http://schemas.microsoft.com/office/powerpoint/2010/main" val="39859524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10</a:t>
            </a:fld>
            <a:endParaRPr lang="en-IN"/>
          </a:p>
        </p:txBody>
      </p:sp>
    </p:spTree>
    <p:extLst>
      <p:ext uri="{BB962C8B-B14F-4D97-AF65-F5344CB8AC3E}">
        <p14:creationId xmlns:p14="http://schemas.microsoft.com/office/powerpoint/2010/main" val="16870455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11</a:t>
            </a:fld>
            <a:endParaRPr lang="en-IN"/>
          </a:p>
        </p:txBody>
      </p:sp>
    </p:spTree>
    <p:extLst>
      <p:ext uri="{BB962C8B-B14F-4D97-AF65-F5344CB8AC3E}">
        <p14:creationId xmlns:p14="http://schemas.microsoft.com/office/powerpoint/2010/main" val="4019549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12</a:t>
            </a:fld>
            <a:endParaRPr lang="en-IN"/>
          </a:p>
        </p:txBody>
      </p:sp>
    </p:spTree>
    <p:extLst>
      <p:ext uri="{BB962C8B-B14F-4D97-AF65-F5344CB8AC3E}">
        <p14:creationId xmlns:p14="http://schemas.microsoft.com/office/powerpoint/2010/main" val="14130487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87B20-9FCB-CB20-28B6-B68A78B16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BE912-E651-5EE9-5F46-537664CAD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D0F82-AB55-83B7-D005-0772E820F7A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6E8D74E-FD4E-F2A8-C9B5-6A6B78A6F3F9}"/>
              </a:ext>
            </a:extLst>
          </p:cNvPr>
          <p:cNvSpPr>
            <a:spLocks noGrp="1"/>
          </p:cNvSpPr>
          <p:nvPr>
            <p:ph type="sldNum" sz="quarter" idx="5"/>
          </p:nvPr>
        </p:nvSpPr>
        <p:spPr/>
        <p:txBody>
          <a:bodyPr/>
          <a:lstStyle/>
          <a:p>
            <a:fld id="{DAB949B3-C4AB-4FB2-8B24-B07A558BD59F}" type="slidenum">
              <a:rPr lang="en-IN"/>
              <a:t>13</a:t>
            </a:fld>
            <a:endParaRPr lang="en-IN"/>
          </a:p>
        </p:txBody>
      </p:sp>
    </p:spTree>
    <p:extLst>
      <p:ext uri="{BB962C8B-B14F-4D97-AF65-F5344CB8AC3E}">
        <p14:creationId xmlns:p14="http://schemas.microsoft.com/office/powerpoint/2010/main" val="2557474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14</a:t>
            </a:fld>
            <a:endParaRPr lang="en-IN"/>
          </a:p>
        </p:txBody>
      </p:sp>
    </p:spTree>
    <p:extLst>
      <p:ext uri="{BB962C8B-B14F-4D97-AF65-F5344CB8AC3E}">
        <p14:creationId xmlns:p14="http://schemas.microsoft.com/office/powerpoint/2010/main" val="18861836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15</a:t>
            </a:fld>
            <a:endParaRPr lang="en-IN"/>
          </a:p>
        </p:txBody>
      </p:sp>
    </p:spTree>
    <p:extLst>
      <p:ext uri="{BB962C8B-B14F-4D97-AF65-F5344CB8AC3E}">
        <p14:creationId xmlns:p14="http://schemas.microsoft.com/office/powerpoint/2010/main" val="5239840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16</a:t>
            </a:fld>
            <a:endParaRPr lang="en-IN"/>
          </a:p>
        </p:txBody>
      </p:sp>
    </p:spTree>
    <p:extLst>
      <p:ext uri="{BB962C8B-B14F-4D97-AF65-F5344CB8AC3E}">
        <p14:creationId xmlns:p14="http://schemas.microsoft.com/office/powerpoint/2010/main" val="18009906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17</a:t>
            </a:fld>
            <a:endParaRPr lang="en-IN"/>
          </a:p>
        </p:txBody>
      </p:sp>
    </p:spTree>
    <p:extLst>
      <p:ext uri="{BB962C8B-B14F-4D97-AF65-F5344CB8AC3E}">
        <p14:creationId xmlns:p14="http://schemas.microsoft.com/office/powerpoint/2010/main" val="7656355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18</a:t>
            </a:fld>
            <a:endParaRPr lang="en-IN"/>
          </a:p>
        </p:txBody>
      </p:sp>
    </p:spTree>
    <p:extLst>
      <p:ext uri="{BB962C8B-B14F-4D97-AF65-F5344CB8AC3E}">
        <p14:creationId xmlns:p14="http://schemas.microsoft.com/office/powerpoint/2010/main" val="37804990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19</a:t>
            </a:fld>
            <a:endParaRPr lang="en-IN"/>
          </a:p>
        </p:txBody>
      </p:sp>
    </p:spTree>
    <p:extLst>
      <p:ext uri="{BB962C8B-B14F-4D97-AF65-F5344CB8AC3E}">
        <p14:creationId xmlns:p14="http://schemas.microsoft.com/office/powerpoint/2010/main" val="3384500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1F46-A82E-9FD8-2E3F-2DDDE6DB5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01CC9-70B5-122A-9C18-1D4DBFE0E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765E4-9249-B6CD-C519-DC5C16F5969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C5FAA3E-6F6C-867C-FAB2-705A3248A69B}"/>
              </a:ext>
            </a:extLst>
          </p:cNvPr>
          <p:cNvSpPr>
            <a:spLocks noGrp="1"/>
          </p:cNvSpPr>
          <p:nvPr>
            <p:ph type="sldNum" sz="quarter" idx="5"/>
          </p:nvPr>
        </p:nvSpPr>
        <p:spPr/>
        <p:txBody>
          <a:bodyPr/>
          <a:lstStyle/>
          <a:p>
            <a:fld id="{DAB949B3-C4AB-4FB2-8B24-B07A558BD59F}" type="slidenum">
              <a:rPr lang="en-IN"/>
              <a:t>23</a:t>
            </a:fld>
            <a:endParaRPr lang="en-IN"/>
          </a:p>
        </p:txBody>
      </p:sp>
    </p:spTree>
    <p:extLst>
      <p:ext uri="{BB962C8B-B14F-4D97-AF65-F5344CB8AC3E}">
        <p14:creationId xmlns:p14="http://schemas.microsoft.com/office/powerpoint/2010/main" val="39273043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24</a:t>
            </a:fld>
            <a:endParaRPr lang="en-IN"/>
          </a:p>
        </p:txBody>
      </p:sp>
    </p:spTree>
    <p:extLst>
      <p:ext uri="{BB962C8B-B14F-4D97-AF65-F5344CB8AC3E}">
        <p14:creationId xmlns:p14="http://schemas.microsoft.com/office/powerpoint/2010/main" val="11748002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25</a:t>
            </a:fld>
            <a:endParaRPr lang="en-IN"/>
          </a:p>
        </p:txBody>
      </p:sp>
    </p:spTree>
    <p:extLst>
      <p:ext uri="{BB962C8B-B14F-4D97-AF65-F5344CB8AC3E}">
        <p14:creationId xmlns:p14="http://schemas.microsoft.com/office/powerpoint/2010/main" val="31012035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26</a:t>
            </a:fld>
            <a:endParaRPr lang="en-IN"/>
          </a:p>
        </p:txBody>
      </p:sp>
    </p:spTree>
    <p:extLst>
      <p:ext uri="{BB962C8B-B14F-4D97-AF65-F5344CB8AC3E}">
        <p14:creationId xmlns:p14="http://schemas.microsoft.com/office/powerpoint/2010/main" val="28951862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3B4E-1839-46C2-C524-72831AD73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14888-85BF-08C9-42BB-C16AC3F82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CD836-A87C-20C9-8775-13240290D06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A2131CB-BA06-C9B5-C801-0AFFD1052DA7}"/>
              </a:ext>
            </a:extLst>
          </p:cNvPr>
          <p:cNvSpPr>
            <a:spLocks noGrp="1"/>
          </p:cNvSpPr>
          <p:nvPr>
            <p:ph type="sldNum" sz="quarter" idx="5"/>
          </p:nvPr>
        </p:nvSpPr>
        <p:spPr/>
        <p:txBody>
          <a:bodyPr/>
          <a:lstStyle/>
          <a:p>
            <a:fld id="{DAB949B3-C4AB-4FB2-8B24-B07A558BD59F}" type="slidenum">
              <a:rPr lang="en-IN"/>
              <a:t>27</a:t>
            </a:fld>
            <a:endParaRPr lang="en-IN"/>
          </a:p>
        </p:txBody>
      </p:sp>
    </p:spTree>
    <p:extLst>
      <p:ext uri="{BB962C8B-B14F-4D97-AF65-F5344CB8AC3E}">
        <p14:creationId xmlns:p14="http://schemas.microsoft.com/office/powerpoint/2010/main" val="39809558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28</a:t>
            </a:fld>
            <a:endParaRPr lang="en-IN"/>
          </a:p>
        </p:txBody>
      </p:sp>
    </p:spTree>
    <p:extLst>
      <p:ext uri="{BB962C8B-B14F-4D97-AF65-F5344CB8AC3E}">
        <p14:creationId xmlns:p14="http://schemas.microsoft.com/office/powerpoint/2010/main" val="13588384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29102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61EDF-9350-A0AA-1930-87E304B34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A3AFB-48EB-4A4A-E3B5-C8D49CAD8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57E3B-420A-F83C-5EFB-80E27E42D07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ED83EDA-003D-E7C0-C17C-2F32C020A497}"/>
              </a:ext>
            </a:extLst>
          </p:cNvPr>
          <p:cNvSpPr>
            <a:spLocks noGrp="1"/>
          </p:cNvSpPr>
          <p:nvPr>
            <p:ph type="sldNum" sz="quarter" idx="5"/>
          </p:nvPr>
        </p:nvSpPr>
        <p:spPr/>
        <p:txBody>
          <a:bodyPr/>
          <a:lstStyle/>
          <a:p>
            <a:fld id="{DAB949B3-C4AB-4FB2-8B24-B07A558BD59F}" type="slidenum">
              <a:rPr lang="en-IN"/>
              <a:pPr/>
              <a:t>7</a:t>
            </a:fld>
            <a:endParaRPr lang="en-IN"/>
          </a:p>
        </p:txBody>
      </p:sp>
      <p:sp>
        <p:nvSpPr>
          <p:cNvPr id="5" name="Footer Placeholder 4">
            <a:extLst>
              <a:ext uri="{FF2B5EF4-FFF2-40B4-BE49-F238E27FC236}">
                <a16:creationId xmlns:a16="http://schemas.microsoft.com/office/drawing/2014/main" id="{AD21F4A8-66AA-B3C5-4BAE-69CC015319C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F100996-2168-F08A-7AD9-FBD90F75C55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3045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32929-1D84-4325-2008-DAE31DDA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C7BA7-B230-C911-F60C-DCEBC7F75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3B461-07B8-36A7-4FA6-FFC23FD0C24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E4F0195-A739-1426-3B18-E439FBA61FFA}"/>
              </a:ext>
            </a:extLst>
          </p:cNvPr>
          <p:cNvSpPr>
            <a:spLocks noGrp="1"/>
          </p:cNvSpPr>
          <p:nvPr>
            <p:ph type="sldNum" sz="quarter" idx="5"/>
          </p:nvPr>
        </p:nvSpPr>
        <p:spPr/>
        <p:txBody>
          <a:bodyPr/>
          <a:lstStyle/>
          <a:p>
            <a:fld id="{DAB949B3-C4AB-4FB2-8B24-B07A558BD59F}" type="slidenum">
              <a:rPr lang="en-IN"/>
              <a:pPr/>
              <a:t>8</a:t>
            </a:fld>
            <a:endParaRPr lang="en-IN"/>
          </a:p>
        </p:txBody>
      </p:sp>
      <p:sp>
        <p:nvSpPr>
          <p:cNvPr id="5" name="Footer Placeholder 4">
            <a:extLst>
              <a:ext uri="{FF2B5EF4-FFF2-40B4-BE49-F238E27FC236}">
                <a16:creationId xmlns:a16="http://schemas.microsoft.com/office/drawing/2014/main" id="{DD7779F8-D801-E5DB-BDE6-2E66115F6A3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DF9BA49-20A1-27C1-F999-482D48D77BC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0846871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45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3372-B38E-C2E2-762B-66F90CF9F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D156D-30C9-2D14-641B-9BB715AB4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45020-0F2C-609B-6988-934BBCA0EF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E1EDB50-7349-6A99-8D2D-FCEC6351BE6D}"/>
              </a:ext>
            </a:extLst>
          </p:cNvPr>
          <p:cNvSpPr>
            <a:spLocks noGrp="1"/>
          </p:cNvSpPr>
          <p:nvPr>
            <p:ph type="sldNum" sz="quarter" idx="5"/>
          </p:nvPr>
        </p:nvSpPr>
        <p:spPr/>
        <p:txBody>
          <a:bodyPr/>
          <a:lstStyle/>
          <a:p>
            <a:fld id="{DAB949B3-C4AB-4FB2-8B24-B07A558BD59F}" type="slidenum">
              <a:rPr lang="en-IN"/>
              <a:pPr/>
              <a:t>46</a:t>
            </a:fld>
            <a:endParaRPr lang="en-IN"/>
          </a:p>
        </p:txBody>
      </p:sp>
      <p:sp>
        <p:nvSpPr>
          <p:cNvPr id="5" name="Footer Placeholder 4">
            <a:extLst>
              <a:ext uri="{FF2B5EF4-FFF2-40B4-BE49-F238E27FC236}">
                <a16:creationId xmlns:a16="http://schemas.microsoft.com/office/drawing/2014/main" id="{BE46316F-D4AF-C66D-394D-EA32B222FFA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CF2C2E-04AC-EDFE-103B-5FC241531E1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7564319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C9E9-7CB4-4A70-0839-29FF7C5B3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1969C-BD51-21BE-3506-F0BD90AE2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C8844-50D2-42F9-3966-48F0EA73AB8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EC87142-FAB4-DDF9-E192-1EA98F4ADF1E}"/>
              </a:ext>
            </a:extLst>
          </p:cNvPr>
          <p:cNvSpPr>
            <a:spLocks noGrp="1"/>
          </p:cNvSpPr>
          <p:nvPr>
            <p:ph type="sldNum" sz="quarter" idx="5"/>
          </p:nvPr>
        </p:nvSpPr>
        <p:spPr/>
        <p:txBody>
          <a:bodyPr/>
          <a:lstStyle/>
          <a:p>
            <a:fld id="{DAB949B3-C4AB-4FB2-8B24-B07A558BD59F}" type="slidenum">
              <a:rPr lang="en-IN"/>
              <a:pPr/>
              <a:t>47</a:t>
            </a:fld>
            <a:endParaRPr lang="en-IN"/>
          </a:p>
        </p:txBody>
      </p:sp>
      <p:sp>
        <p:nvSpPr>
          <p:cNvPr id="5" name="Footer Placeholder 4">
            <a:extLst>
              <a:ext uri="{FF2B5EF4-FFF2-40B4-BE49-F238E27FC236}">
                <a16:creationId xmlns:a16="http://schemas.microsoft.com/office/drawing/2014/main" id="{897AD778-B099-2FD4-500E-A8B95AA3A7E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B1D33B2-CFAA-33A9-E1E1-56C7A9E52DF6}"/>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7309060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a:t>48</a:t>
            </a:fld>
            <a:endParaRPr lang="en-IN"/>
          </a:p>
        </p:txBody>
      </p:sp>
    </p:spTree>
    <p:extLst>
      <p:ext uri="{BB962C8B-B14F-4D97-AF65-F5344CB8AC3E}">
        <p14:creationId xmlns:p14="http://schemas.microsoft.com/office/powerpoint/2010/main" val="120462651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a:pPr/>
              <a:t>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E539-B463-9085-965A-30B93AA73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64DA6-4D49-1C33-FFC3-42D650D3C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A4649-4611-29A5-AAA1-66BAEFBBCE73}"/>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6839F905-662A-5D6A-63A2-67D2A247D5D3}"/>
              </a:ext>
            </a:extLst>
          </p:cNvPr>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a:extLst>
              <a:ext uri="{FF2B5EF4-FFF2-40B4-BE49-F238E27FC236}">
                <a16:creationId xmlns:a16="http://schemas.microsoft.com/office/drawing/2014/main" id="{F4339595-B75E-51D7-F7F6-FD747B4222A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6E9A32A-CA7C-AA90-EEA3-34F2DBE41536}"/>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499327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82CA-633E-D87F-DD2E-BD79F773E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A96A3-C569-831D-0048-72CD22EF8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58525-73C1-E93F-201D-543325FCF5EC}"/>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0E50B8D-ECD1-012D-2C90-6C52C000EC34}"/>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a:extLst>
              <a:ext uri="{FF2B5EF4-FFF2-40B4-BE49-F238E27FC236}">
                <a16:creationId xmlns:a16="http://schemas.microsoft.com/office/drawing/2014/main" id="{AA9798E0-7CD1-77F1-268B-049BF54803E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839F303-41BB-FC0C-7B26-B31B12F2F2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969551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9F53-2F64-A6FA-D753-35A565FD5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E28D4-C6B1-C8D3-3762-C2C38B54B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00241-E5AD-B3C0-1697-BFBC03F4F23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2A830A8-0177-6711-2D83-478190A397E4}"/>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a:extLst>
              <a:ext uri="{FF2B5EF4-FFF2-40B4-BE49-F238E27FC236}">
                <a16:creationId xmlns:a16="http://schemas.microsoft.com/office/drawing/2014/main" id="{1A1F7130-A8B3-50C3-D903-86D985F0267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B0334CB-883D-D17D-2086-E0338F1CA45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2737303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369A2-1547-C940-781E-65A2BFB41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9A0B9-8C4F-2650-880C-FC68AA9B1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091A4-C185-9C07-2022-364436028EC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F474080-A623-EFE9-49D5-2460750F23DB}"/>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a:extLst>
              <a:ext uri="{FF2B5EF4-FFF2-40B4-BE49-F238E27FC236}">
                <a16:creationId xmlns:a16="http://schemas.microsoft.com/office/drawing/2014/main" id="{00EA58E4-B518-0BE9-0EAD-CE38F780215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7DE85F3-355A-6ABE-47AC-54D614E4A53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8003184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55BEF-3F2A-2107-7417-BCD5FDD87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2234E-1C24-4A27-F81F-9E960C5326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C8AC7-1E41-DB89-7B41-A378743B1CF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E26B9EF-860C-8028-D71B-9C613082A991}"/>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a:extLst>
              <a:ext uri="{FF2B5EF4-FFF2-40B4-BE49-F238E27FC236}">
                <a16:creationId xmlns:a16="http://schemas.microsoft.com/office/drawing/2014/main" id="{088BDE07-FB83-FC19-564F-61FB2E74930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BE21AE5-B3C9-950E-CA12-BDC58197A6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7384619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031C-D6AA-283E-444B-AC58872CF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2A7D6-B1C7-B162-C9A4-BAE542645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752DF-147B-FC02-F798-86A67EDFDB4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033FD6C-BFD0-539C-5A0D-ED47FD474781}"/>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a:extLst>
              <a:ext uri="{FF2B5EF4-FFF2-40B4-BE49-F238E27FC236}">
                <a16:creationId xmlns:a16="http://schemas.microsoft.com/office/drawing/2014/main" id="{3AFEA841-4D57-32E3-E22F-BBA05C393F60}"/>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4F4E3EA-6912-7EC8-B431-E4A962F975C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2598365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8CC28-284F-BFAD-B79D-A9E71B788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A0979-D9D5-24C6-7402-2EAFC57BA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55558-EDD6-BA39-10AC-64F3924B68B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4E4C5B0-4138-A982-09EE-1DD3332E999D}"/>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a:extLst>
              <a:ext uri="{FF2B5EF4-FFF2-40B4-BE49-F238E27FC236}">
                <a16:creationId xmlns:a16="http://schemas.microsoft.com/office/drawing/2014/main" id="{AA2BA052-4640-C92C-EA18-2EE8010F437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19D59BD-56D5-DD07-EE08-B7DEC5C59C2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1226648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D4CE-748A-01D4-4BE1-21CE33875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BBC8F-CB58-1A29-4CF5-8774F182B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79CA1-A69C-03F7-0928-390ECE99A33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C47698-0DE9-9124-1AA3-04A40ED5BF5C}"/>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a:extLst>
              <a:ext uri="{FF2B5EF4-FFF2-40B4-BE49-F238E27FC236}">
                <a16:creationId xmlns:a16="http://schemas.microsoft.com/office/drawing/2014/main" id="{64109387-053F-0E8F-80BB-3A7AFC3AE56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5958E72-DE79-B3B5-905C-21958CA23A7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6071695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834F-F6E5-4AEE-CAE4-EB7C5AD1E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6D65C-8E61-C8AD-2D20-DB6AADCED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6B32A-A067-B477-A02A-3E39360203D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2938F3C-3613-EB0B-7852-D08FEA91C6B6}"/>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a:extLst>
              <a:ext uri="{FF2B5EF4-FFF2-40B4-BE49-F238E27FC236}">
                <a16:creationId xmlns:a16="http://schemas.microsoft.com/office/drawing/2014/main" id="{17B32D71-18D2-E616-BEA6-2F77FD6C601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FB79379-0375-5930-C737-14F44762DF3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299724837"/>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8BFA9-7F1D-9634-EEEA-0A902E290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13325-2C01-97E4-9A62-0423B190F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620BE-8110-5A44-59AE-2E703D9CF0E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18C1D1E-0204-EF85-D96E-5D42C5AE3D83}"/>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a:extLst>
              <a:ext uri="{FF2B5EF4-FFF2-40B4-BE49-F238E27FC236}">
                <a16:creationId xmlns:a16="http://schemas.microsoft.com/office/drawing/2014/main" id="{8D89F9D5-7D36-D436-A717-AA365CC0373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7674074-39C2-3668-6DC7-F8901508D3D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7437604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CC49-436A-C08A-F124-27A8C5F7C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0D721-8F12-A3A6-4ED0-48F7D1412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FDCAA-8064-C2D8-BA8E-06B0655DE85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4BA6D3-0ABB-83BB-72BB-9576E0A5A377}"/>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a:extLst>
              <a:ext uri="{FF2B5EF4-FFF2-40B4-BE49-F238E27FC236}">
                <a16:creationId xmlns:a16="http://schemas.microsoft.com/office/drawing/2014/main" id="{4FD32DB7-7CAA-4525-5F06-359939311EB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AB08F8B-1863-9C04-B26F-69D831C7C31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676949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95B0-4E25-2B1A-2D28-EBD60BAA7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CBB6C-92F3-364A-0C01-48117DD33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D1A6D-6A98-3132-ED70-4F92D7EC1EC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483FBBE-4AF4-935A-37FB-C5D007FDAC3A}"/>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a:extLst>
              <a:ext uri="{FF2B5EF4-FFF2-40B4-BE49-F238E27FC236}">
                <a16:creationId xmlns:a16="http://schemas.microsoft.com/office/drawing/2014/main" id="{EC6498E6-7577-BFE7-7757-29EF0D8813B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31EA14D-4471-6C41-C10F-454F6002292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9726926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7870-69C3-052C-2D34-AB9010CF5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F5D21-8CC7-D704-5F25-376DD49FB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CE45C-1E2C-70D1-4607-5B563FA0A51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A77AB84-0995-2E73-205F-1279697C0867}"/>
              </a:ext>
            </a:extLst>
          </p:cNvPr>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a:extLst>
              <a:ext uri="{FF2B5EF4-FFF2-40B4-BE49-F238E27FC236}">
                <a16:creationId xmlns:a16="http://schemas.microsoft.com/office/drawing/2014/main" id="{D9F66337-56ED-5A81-BCA9-0B77DE7B288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7B87D03-7E27-75F1-52DC-7C920AA472F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2687552"/>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36</a:t>
            </a:fld>
            <a:endParaRPr lang="en-IN"/>
          </a:p>
        </p:txBody>
      </p:sp>
    </p:spTree>
    <p:extLst>
      <p:ext uri="{BB962C8B-B14F-4D97-AF65-F5344CB8AC3E}">
        <p14:creationId xmlns:p14="http://schemas.microsoft.com/office/powerpoint/2010/main" val="334134112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2276420"/>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D918-99CE-8F32-CFC7-BBC87AC8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139C-BD2B-7CC1-6340-D7678824F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ADE21-0182-2CED-AAA9-49D1D61D8A6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0A642A3-A182-DB79-116C-58A273D38140}"/>
              </a:ext>
            </a:extLst>
          </p:cNvPr>
          <p:cNvSpPr>
            <a:spLocks noGrp="1"/>
          </p:cNvSpPr>
          <p:nvPr>
            <p:ph type="sldNum" sz="quarter" idx="5"/>
          </p:nvPr>
        </p:nvSpPr>
        <p:spPr/>
        <p:txBody>
          <a:bodyPr/>
          <a:lstStyle/>
          <a:p>
            <a:fld id="{DAB949B3-C4AB-4FB2-8B24-B07A558BD59F}" type="slidenum">
              <a:rPr lang="en-IN"/>
              <a:pPr/>
              <a:t>10</a:t>
            </a:fld>
            <a:endParaRPr lang="en-IN"/>
          </a:p>
        </p:txBody>
      </p:sp>
      <p:sp>
        <p:nvSpPr>
          <p:cNvPr id="5" name="Footer Placeholder 4">
            <a:extLst>
              <a:ext uri="{FF2B5EF4-FFF2-40B4-BE49-F238E27FC236}">
                <a16:creationId xmlns:a16="http://schemas.microsoft.com/office/drawing/2014/main" id="{72AC7082-0F8B-BCEF-9747-43BE038DE55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9252D4C-031A-990E-9910-CF7CA21FA9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47472307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F924-E466-15C6-C342-7A1C1AA5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2A88-A828-8188-B777-3339A89FB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16E28-6C8C-9642-47F0-8400D85A952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257378C-9DF2-00D9-10FF-C3408218A3C1}"/>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a:extLst>
              <a:ext uri="{FF2B5EF4-FFF2-40B4-BE49-F238E27FC236}">
                <a16:creationId xmlns:a16="http://schemas.microsoft.com/office/drawing/2014/main" id="{E7A363B9-2A25-EA5F-20B3-5BAC135C366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2033D69-BB25-96FA-0FE5-E4051746D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38847238"/>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D3A-E1C7-6944-E053-1A2CF74B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00EC0-1EC6-06FE-436B-1B5E391AD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DEA32-1704-556E-8DAF-87FAB304682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F3CC4F-8AE8-3C2B-BCB0-AE88864ED430}"/>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a:extLst>
              <a:ext uri="{FF2B5EF4-FFF2-40B4-BE49-F238E27FC236}">
                <a16:creationId xmlns:a16="http://schemas.microsoft.com/office/drawing/2014/main" id="{013D7661-3F90-999C-95CC-655B089DFB0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F450D63-5F72-188C-D1CA-E2DB768493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5691694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42</a:t>
            </a:fld>
            <a:endParaRPr lang="en-IN"/>
          </a:p>
        </p:txBody>
      </p:sp>
    </p:spTree>
    <p:extLst>
      <p:ext uri="{BB962C8B-B14F-4D97-AF65-F5344CB8AC3E}">
        <p14:creationId xmlns:p14="http://schemas.microsoft.com/office/powerpoint/2010/main" val="352453980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2C0A-5BAA-BF88-3455-F66752E5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B637-3722-E45C-B8ED-6C2496E10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0D78-B8C2-070C-A75D-39390A1F04D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61FB704-FDF4-DE6A-D204-FC9442B687AE}"/>
              </a:ext>
            </a:extLst>
          </p:cNvPr>
          <p:cNvSpPr>
            <a:spLocks noGrp="1"/>
          </p:cNvSpPr>
          <p:nvPr>
            <p:ph type="sldNum" sz="quarter" idx="5"/>
          </p:nvPr>
        </p:nvSpPr>
        <p:spPr/>
        <p:txBody>
          <a:bodyPr/>
          <a:lstStyle/>
          <a:p>
            <a:fld id="{DAB949B3-C4AB-4FB2-8B24-B07A558BD59F}" type="slidenum">
              <a:rPr lang="en-IN"/>
              <a:pPr/>
              <a:t>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19321517"/>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9B484-9E4B-5CFB-51BA-EE1388671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F61AF-2099-89DE-1E12-D3407287D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3AF45-0ACA-8D72-BD0C-D37E68E25920}"/>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98EC253-509E-AFCE-09C9-AC2D651F1F4B}"/>
              </a:ext>
            </a:extLst>
          </p:cNvPr>
          <p:cNvSpPr>
            <a:spLocks noGrp="1"/>
          </p:cNvSpPr>
          <p:nvPr>
            <p:ph type="sldNum" sz="quarter" idx="5"/>
          </p:nvPr>
        </p:nvSpPr>
        <p:spPr/>
        <p:txBody>
          <a:bodyPr/>
          <a:lstStyle/>
          <a:p>
            <a:fld id="{DAB949B3-C4AB-4FB2-8B24-B07A558BD59F}" type="slidenum">
              <a:rPr lang="en-IN"/>
              <a:pPr/>
              <a:t>8</a:t>
            </a:fld>
            <a:endParaRPr lang="en-IN"/>
          </a:p>
        </p:txBody>
      </p:sp>
    </p:spTree>
    <p:extLst>
      <p:ext uri="{BB962C8B-B14F-4D97-AF65-F5344CB8AC3E}">
        <p14:creationId xmlns:p14="http://schemas.microsoft.com/office/powerpoint/2010/main" val="768443474"/>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2C0A-5BAA-BF88-3455-F66752E5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B637-3722-E45C-B8ED-6C2496E10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0D78-B8C2-070C-A75D-39390A1F04D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61FB704-FDF4-DE6A-D204-FC9442B687AE}"/>
              </a:ext>
            </a:extLst>
          </p:cNvPr>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31607382"/>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43E1-697F-0E19-B03F-AEFC6B041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1776B-1799-08E2-E3F0-1F4EE255C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E4E2B-C002-B942-9E83-F976B2AB0B8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457EC185-D5E0-F8F6-BFD9-3609A4B4FA7A}"/>
              </a:ext>
            </a:extLst>
          </p:cNvPr>
          <p:cNvSpPr>
            <a:spLocks noGrp="1"/>
          </p:cNvSpPr>
          <p:nvPr>
            <p:ph type="sldNum" sz="quarter" idx="5"/>
          </p:nvPr>
        </p:nvSpPr>
        <p:spPr/>
        <p:txBody>
          <a:bodyPr/>
          <a:lstStyle/>
          <a:p>
            <a:fld id="{DAB949B3-C4AB-4FB2-8B24-B07A558BD59F}" type="slidenum">
              <a:rPr lang="en-IN"/>
              <a:pPr/>
              <a:t>10</a:t>
            </a:fld>
            <a:endParaRPr lang="en-IN"/>
          </a:p>
        </p:txBody>
      </p:sp>
    </p:spTree>
    <p:extLst>
      <p:ext uri="{BB962C8B-B14F-4D97-AF65-F5344CB8AC3E}">
        <p14:creationId xmlns:p14="http://schemas.microsoft.com/office/powerpoint/2010/main" val="4169959885"/>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071C-15DC-6E79-4FB2-F29A65E8F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ECE3F-AC93-672A-D55B-FE328BFA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28AF8-1257-191A-15C8-712A9310B8CD}"/>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108A3EDB-EEAF-C01B-3084-5B9781AB63F6}"/>
              </a:ext>
            </a:extLst>
          </p:cNvPr>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a:extLst>
              <a:ext uri="{FF2B5EF4-FFF2-40B4-BE49-F238E27FC236}">
                <a16:creationId xmlns:a16="http://schemas.microsoft.com/office/drawing/2014/main" id="{37F4FDA5-08AA-9F36-4BAB-D28BBA8AD2D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7BE719B-E0DF-E544-9CBD-7EFCD29BF91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42382047"/>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76613219"/>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9B91-6EC2-E70F-1E4B-3C5186DF9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6CF4D-74F7-E80F-5BF3-C74B12864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20ABC-EBAF-5855-4276-C8E81E52F7BD}"/>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7047E923-2C1D-FF16-DCAA-83AD11D54B87}"/>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a:extLst>
              <a:ext uri="{FF2B5EF4-FFF2-40B4-BE49-F238E27FC236}">
                <a16:creationId xmlns:a16="http://schemas.microsoft.com/office/drawing/2014/main" id="{B2B3638E-431C-EFFE-1ABA-1A3C8998F28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F810B4A-CAD4-AC7F-E684-543F91EB2A6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81215375"/>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76613219"/>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96966412"/>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FA8A-D66F-DE62-1B4A-61973FD95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32A0E-AB6E-8820-B344-80E09B7CD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56F74-3445-151C-A73C-FB28B171BA99}"/>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1EB72B20-1EE9-2AFD-2DD1-D15C577BCDAD}"/>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a:extLst>
              <a:ext uri="{FF2B5EF4-FFF2-40B4-BE49-F238E27FC236}">
                <a16:creationId xmlns:a16="http://schemas.microsoft.com/office/drawing/2014/main" id="{F4C856CC-6965-A8A9-EA65-947AD1E56DC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62749D0-1CD7-ED1A-EB42-AAF3EE9B3C9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33443606"/>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63D34-1168-3A0D-4968-41060F860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9D44F-9867-BF80-C6CA-91026B1FC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4336BF-B7EA-DEB0-E6D1-C94E07DDACBB}"/>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70EDC427-9C7D-A8EF-8DC6-91E1CFFA9C16}"/>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a:extLst>
              <a:ext uri="{FF2B5EF4-FFF2-40B4-BE49-F238E27FC236}">
                <a16:creationId xmlns:a16="http://schemas.microsoft.com/office/drawing/2014/main" id="{3AB7C244-17B8-1B36-06C2-BCAE8333F90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49AB703-3279-4CC9-7929-5535136EE3C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28653025"/>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A1361-DA92-B06D-DDB2-DB56CD2A2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B4BB2-FD70-8873-8933-18ED167A3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0B4C1-A422-8292-3887-37B5AA2E534D}"/>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584F4D26-6D53-DE03-F19F-66884230520E}"/>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a:extLst>
              <a:ext uri="{FF2B5EF4-FFF2-40B4-BE49-F238E27FC236}">
                <a16:creationId xmlns:a16="http://schemas.microsoft.com/office/drawing/2014/main" id="{EF09048B-24EE-AF56-E2DD-3253C355E38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77CEE34-D3B9-DD8E-57A4-E3C6FE64B56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4995532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F047-EF59-FA05-8695-9CC03C068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E5435-9209-02D3-EB98-AE2C01CF5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92A0A-D6EE-7B3D-927C-E3CB70457DFE}"/>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3750B6C8-12EB-E124-2D3D-49748498AEE5}"/>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a:extLst>
              <a:ext uri="{FF2B5EF4-FFF2-40B4-BE49-F238E27FC236}">
                <a16:creationId xmlns:a16="http://schemas.microsoft.com/office/drawing/2014/main" id="{685AFD12-43E6-5241-E7BC-D52150F8DAF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2AF7F61-5F90-4551-AA1B-50838CDFDC2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1563706"/>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6E03-06E9-B92B-9085-F6500244A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F402F-F3B9-F228-8F3B-9673334EE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9956B-9DE4-C62E-9F51-A466E9C68E4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CF167006-0471-BBA3-D1EB-5CD8994594C2}"/>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a:extLst>
              <a:ext uri="{FF2B5EF4-FFF2-40B4-BE49-F238E27FC236}">
                <a16:creationId xmlns:a16="http://schemas.microsoft.com/office/drawing/2014/main" id="{1C8ED78C-4647-8F7A-CF35-7D5F7022E97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21C0FFC-73B7-D904-0C0F-B9A3C426202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06837758"/>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6AA3-E4CC-503C-4A74-45192B293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CDE11-5E75-8E49-055D-459CB6EF9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E4065-FDA8-A08B-6E44-D617B29393E2}"/>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C7C8C38D-90B1-92EA-2EE8-1948C1A53582}"/>
              </a:ext>
            </a:extLst>
          </p:cNvPr>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a:extLst>
              <a:ext uri="{FF2B5EF4-FFF2-40B4-BE49-F238E27FC236}">
                <a16:creationId xmlns:a16="http://schemas.microsoft.com/office/drawing/2014/main" id="{47D61D24-4389-E0E7-DF27-62048380E1E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531287A-A1F1-A1D8-A681-4ECED03258C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93298982"/>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7641-2BEB-A117-6BFE-96324000B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755B7-123B-57E4-C871-FEEAA3E61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34B1E-07B0-EB05-DB27-69CCDAF17959}"/>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FB0C42E-626E-0B21-EB87-8BCFEBE7279C}"/>
              </a:ext>
            </a:extLst>
          </p:cNvPr>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a:extLst>
              <a:ext uri="{FF2B5EF4-FFF2-40B4-BE49-F238E27FC236}">
                <a16:creationId xmlns:a16="http://schemas.microsoft.com/office/drawing/2014/main" id="{8526B4BF-E464-BDF2-7809-8A8BEE26C15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81D7550-70D9-0055-852C-EF8BD4974A0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60151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0AF8E-6E0F-4EC1-9807-4C8B04737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2DE23-D358-9CCD-7266-6215449AB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AF012-4D32-5B95-734C-E8F2363D6553}"/>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6DCA8F3-5A5B-07B4-9DF2-2C47F08E5585}"/>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a:extLst>
              <a:ext uri="{FF2B5EF4-FFF2-40B4-BE49-F238E27FC236}">
                <a16:creationId xmlns:a16="http://schemas.microsoft.com/office/drawing/2014/main" id="{629A7233-04D3-5CD7-2A63-570C0A4BC42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75BCD69-E882-D6ED-F411-6D1C62ACF9C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909575318"/>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2F0F-E293-5F34-480A-9ACF637FB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74498-0826-0D81-8A10-01DA52E3D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562CD-ADB6-7D99-F8AC-AD2B6CBFC26D}"/>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1647026-99E7-E5FA-2030-94A3B03BA75B}"/>
              </a:ext>
            </a:extLst>
          </p:cNvPr>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a:extLst>
              <a:ext uri="{FF2B5EF4-FFF2-40B4-BE49-F238E27FC236}">
                <a16:creationId xmlns:a16="http://schemas.microsoft.com/office/drawing/2014/main" id="{3EE84CAF-7E44-D6AC-6035-408D24458D1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8F42F22-5623-D051-19E6-71BCA63AD04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48923684"/>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2E1BE-3F6E-5307-8F1B-DF912D7EE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AAE7B-4D4E-BBE2-3A41-100A825A0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79318-2EBB-E539-D7FF-9E5E91B49B32}"/>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8548899-48AE-F627-75EE-333ABF53A9C0}"/>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a:extLst>
              <a:ext uri="{FF2B5EF4-FFF2-40B4-BE49-F238E27FC236}">
                <a16:creationId xmlns:a16="http://schemas.microsoft.com/office/drawing/2014/main" id="{F611CAC4-1B08-191A-908B-9EA369B2B41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2EA1754-896E-7AE1-C5B6-456985CCDD2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97342414"/>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F713-7CDE-AC5C-7D86-9DD82AF29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3D4DE-B94B-1780-EA89-6CFE8B232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FED11-0752-467C-E63E-D043AFE12E2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43E8F2B-4F58-9ED4-B713-3B2817602FD8}"/>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a:extLst>
              <a:ext uri="{FF2B5EF4-FFF2-40B4-BE49-F238E27FC236}">
                <a16:creationId xmlns:a16="http://schemas.microsoft.com/office/drawing/2014/main" id="{6BAA21F9-2501-9484-C1A0-9DB8D6D44A9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A69AF2C-1054-0F8D-2712-694C5D62B76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34510452"/>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B43A-DA69-1770-EAA6-56FD96921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FCD33-B43D-DEE4-99C7-3B7497D31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C4682-53A7-A7B5-0C0D-A02ECE59903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2DCB5C5-4E98-DB05-26C3-131038BED590}"/>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a:extLst>
              <a:ext uri="{FF2B5EF4-FFF2-40B4-BE49-F238E27FC236}">
                <a16:creationId xmlns:a16="http://schemas.microsoft.com/office/drawing/2014/main" id="{F063CEEC-54BF-247C-C092-CA1A1E630C5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1E01B52-4BB8-3205-E6DB-E3D32376D65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95188147"/>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14EE7-3522-F0D2-CF28-C7A1AFE78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438B6-C83B-9A57-6E28-55BB5814C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F86B7-CD5B-954B-8202-73BE7E64B6E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ED6DD04-1E3E-7F57-D1F0-6F39E96FADE7}"/>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a:extLst>
              <a:ext uri="{FF2B5EF4-FFF2-40B4-BE49-F238E27FC236}">
                <a16:creationId xmlns:a16="http://schemas.microsoft.com/office/drawing/2014/main" id="{80405442-1EF6-0A48-AEFA-375A355320E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4E4DFA0-6D83-89D9-9DA6-96D70EAAE6A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2880577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8AF2D-468B-F101-0AB2-8E3438826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61CB3-0B4C-A2F6-948D-CBFE1BDEA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B7F14-E418-D029-C8FA-EA78BDD6CD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A9DEDB4-840A-C41C-A03D-6E2AA5F4C270}"/>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a:extLst>
              <a:ext uri="{FF2B5EF4-FFF2-40B4-BE49-F238E27FC236}">
                <a16:creationId xmlns:a16="http://schemas.microsoft.com/office/drawing/2014/main" id="{19BEB360-2068-2444-528D-97711A01B6D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FFDF83D-6795-6829-0D19-63FC045EDCA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85085966"/>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9D53C-4E76-185F-E399-B0FCD014A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EB4ED-4B1A-F6C1-5C85-F76A4CBC8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79A9C-A04C-9454-BCA2-71A8E1352DA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BBA624-DB02-3DF5-A9A8-C3DB9D64F39D}"/>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a:extLst>
              <a:ext uri="{FF2B5EF4-FFF2-40B4-BE49-F238E27FC236}">
                <a16:creationId xmlns:a16="http://schemas.microsoft.com/office/drawing/2014/main" id="{E336751C-97B9-1739-97DD-6BDF1B23EF1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A5B5A7E-3770-FA42-877B-68CE74BE440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87806667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F697-EC59-D13E-1579-7CCC83E43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9A8EF-1A0D-3E38-D1A3-F1830F47E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DBA00-DF6F-422A-F168-36296327738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4336F47-B03D-225E-6580-119684F80508}"/>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a:extLst>
              <a:ext uri="{FF2B5EF4-FFF2-40B4-BE49-F238E27FC236}">
                <a16:creationId xmlns:a16="http://schemas.microsoft.com/office/drawing/2014/main" id="{7908AB35-F37B-1A66-5286-63729CA730B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7341125-DBCF-16AC-1A58-E63F53042AE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95354554"/>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1349-3B1A-4219-422B-9E452793E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C6E87-1A18-81F5-76C3-1F1A34309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46D69-9C91-B6C1-C36A-D9E763DD73A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FC89B68-97B5-6C71-0B4F-7458139BCE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93446"/>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36</a:t>
            </a:fld>
            <a:endParaRPr lang="en-IN"/>
          </a:p>
        </p:txBody>
      </p:sp>
    </p:spTree>
    <p:extLst>
      <p:ext uri="{BB962C8B-B14F-4D97-AF65-F5344CB8AC3E}">
        <p14:creationId xmlns:p14="http://schemas.microsoft.com/office/powerpoint/2010/main" val="3555642087"/>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19185232"/>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34174268"/>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82023915"/>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FE146-E500-E332-BAC6-B5D167E80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620BC-7131-637A-AEEE-40B75F12A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C5901-0ADD-E9C0-1E1F-22EAA4EAAD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6BA9CF-9F83-57DE-C8E2-B49FF72C160C}"/>
              </a:ext>
            </a:extLst>
          </p:cNvPr>
          <p:cNvSpPr>
            <a:spLocks noGrp="1"/>
          </p:cNvSpPr>
          <p:nvPr>
            <p:ph type="sldNum" sz="quarter" idx="5"/>
          </p:nvPr>
        </p:nvSpPr>
        <p:spPr/>
        <p:txBody>
          <a:bodyPr/>
          <a:lstStyle/>
          <a:p>
            <a:fld id="{DAB949B3-C4AB-4FB2-8B24-B07A558BD59F}" type="slidenum">
              <a:rPr lang="en-IN"/>
              <a:pPr/>
              <a:t>10</a:t>
            </a:fld>
            <a:endParaRPr lang="en-IN"/>
          </a:p>
        </p:txBody>
      </p:sp>
      <p:sp>
        <p:nvSpPr>
          <p:cNvPr id="5" name="Footer Placeholder 4">
            <a:extLst>
              <a:ext uri="{FF2B5EF4-FFF2-40B4-BE49-F238E27FC236}">
                <a16:creationId xmlns:a16="http://schemas.microsoft.com/office/drawing/2014/main" id="{1C797AE6-5F02-A4BE-E9D9-02AD278A450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CA7C8F7-4E8B-41E7-196C-6FF78B4E0E2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88932080"/>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98004448"/>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90BC6-B372-9495-1B21-22483785F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B5616-A25E-F981-B8FC-B03D5C4B4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8EBAC-CE6C-B795-BC64-D24C5C4C5F5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73C9369-F7AD-1A99-F56D-8F83C98EF817}"/>
              </a:ext>
            </a:extLst>
          </p:cNvPr>
          <p:cNvSpPr>
            <a:spLocks noGrp="1"/>
          </p:cNvSpPr>
          <p:nvPr>
            <p:ph type="sldNum" sz="quarter" idx="5"/>
          </p:nvPr>
        </p:nvSpPr>
        <p:spPr/>
        <p:txBody>
          <a:bodyPr/>
          <a:lstStyle/>
          <a:p>
            <a:fld id="{DAB949B3-C4AB-4FB2-8B24-B07A558BD59F}" type="slidenum">
              <a:rPr lang="en-IN"/>
              <a:pPr/>
              <a:t>12</a:t>
            </a:fld>
            <a:endParaRPr lang="en-IN"/>
          </a:p>
        </p:txBody>
      </p:sp>
      <p:sp>
        <p:nvSpPr>
          <p:cNvPr id="5" name="Footer Placeholder 4">
            <a:extLst>
              <a:ext uri="{FF2B5EF4-FFF2-40B4-BE49-F238E27FC236}">
                <a16:creationId xmlns:a16="http://schemas.microsoft.com/office/drawing/2014/main" id="{B463D46F-C422-15D2-7BD6-D73184414C5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B0307ED-BBB4-F0E6-0289-D3F98D40EE0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13610536"/>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F5B24-5AE6-D7A7-8C2E-E0B849501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B4B27-710F-16E9-41A2-319369606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24BFC-A7F8-C7FC-2C21-755724C57C4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EDBC41B-C4D4-63FA-2145-F9E8B2A9E397}"/>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a:extLst>
              <a:ext uri="{FF2B5EF4-FFF2-40B4-BE49-F238E27FC236}">
                <a16:creationId xmlns:a16="http://schemas.microsoft.com/office/drawing/2014/main" id="{60DD7219-C222-9400-0311-FDFBCB6D9E2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7D20502-FF4B-CB25-C8A3-96A3DA30F4A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50057155"/>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923480115"/>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333D0-5E06-98F0-D348-BAF0719C9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D64B6-C4F9-B185-8721-AFE56BF3C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2B52F-7C0B-93B4-ECB9-0768F4E23D2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F7DEBB7-B4FF-3615-D41F-3541926354D1}"/>
              </a:ext>
            </a:extLst>
          </p:cNvPr>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a:extLst>
              <a:ext uri="{FF2B5EF4-FFF2-40B4-BE49-F238E27FC236}">
                <a16:creationId xmlns:a16="http://schemas.microsoft.com/office/drawing/2014/main" id="{2E53BEFA-AE5F-C3F4-AEBB-1910AAE0A50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28E519C-E34C-A6F1-87E8-DDB255353A1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73319043"/>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1CDF4-7BDE-2A16-8327-73E5932D0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61B62-A42B-CB64-0088-6F7A2FA2D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AD658-6374-9FAA-1AC6-6CA386F35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AC5CE1-1858-7759-1295-60CC71C63040}"/>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a:extLst>
              <a:ext uri="{FF2B5EF4-FFF2-40B4-BE49-F238E27FC236}">
                <a16:creationId xmlns:a16="http://schemas.microsoft.com/office/drawing/2014/main" id="{E09C8D8E-897B-8B36-9240-2A90CFC5C97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3206C1E-4BAA-925E-0EF5-371CACA1F10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056415527"/>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18043819"/>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D53A-49C5-8BD0-D9D6-224545C34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91F4C-6769-C170-E2B2-5C0D671B2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7DB5F-2BFF-1C1C-A7C5-EF01B26C81F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A78AD6-9B01-281D-E765-D799B6F34C5D}"/>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a:extLst>
              <a:ext uri="{FF2B5EF4-FFF2-40B4-BE49-F238E27FC236}">
                <a16:creationId xmlns:a16="http://schemas.microsoft.com/office/drawing/2014/main" id="{B1EBE951-93B0-3528-A878-DDD5A64C14D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2AC908B-49B4-31ED-C240-506FF738E3C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62773112"/>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6421044"/>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748860044"/>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05C7-815A-3C2B-6CA3-F270F69AC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48EF7-5388-747E-B1DC-D8615A741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8EEF8-709A-62A5-0BEE-9D5408B5795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31C3427-5495-2207-B525-AF36DCC0A4A8}"/>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a:extLst>
              <a:ext uri="{FF2B5EF4-FFF2-40B4-BE49-F238E27FC236}">
                <a16:creationId xmlns:a16="http://schemas.microsoft.com/office/drawing/2014/main" id="{7AF65BEB-29F0-8A80-FF37-E9C81C6B100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6CE5796-24E6-BB70-CBD9-BA0C22063C2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96985807"/>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43309359"/>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04A50-6F1D-F927-5920-15AEACE3D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0415D-2D6C-8184-5F6A-B3AEAD877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D9D16-3FC4-8571-A8EF-7116B2E4A11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DA772E-D1E2-A770-1236-AD9D77E941D0}"/>
              </a:ext>
            </a:extLst>
          </p:cNvPr>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a:extLst>
              <a:ext uri="{FF2B5EF4-FFF2-40B4-BE49-F238E27FC236}">
                <a16:creationId xmlns:a16="http://schemas.microsoft.com/office/drawing/2014/main" id="{65482B31-A6EA-9CC9-8F93-57931B2170B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61E434A-671F-F602-E924-7068391F463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27430066"/>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23331124"/>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A2AB-4EF4-157F-E881-58737C414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095FC-2716-273C-D613-4870D61F3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8A823-4D50-F895-9383-F2FE9DBFBB7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445B188-6D15-3ACA-CA23-E2A3453DBE57}"/>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a:extLst>
              <a:ext uri="{FF2B5EF4-FFF2-40B4-BE49-F238E27FC236}">
                <a16:creationId xmlns:a16="http://schemas.microsoft.com/office/drawing/2014/main" id="{5B1DDDCA-C48F-9026-F99A-AB46097F086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214C3F4-4F43-0E8E-1FF4-BE695B2428B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6407512"/>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128843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05006830"/>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37EA8-6ABE-7CA7-E20A-5EA3A944A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89D9F-0296-065A-9AFC-F2B9341CD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37312-324A-8EE3-6B8B-5343E2F25C5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B6BE233-668B-3662-3E47-4B29532FECA3}"/>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a:extLst>
              <a:ext uri="{FF2B5EF4-FFF2-40B4-BE49-F238E27FC236}">
                <a16:creationId xmlns:a16="http://schemas.microsoft.com/office/drawing/2014/main" id="{A2DB0206-61C5-DBFA-CEC0-8877524B849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F24EAB9-E87D-1FB8-F0F5-6FFCA1671B1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01946545"/>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30939358"/>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16074503"/>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6166653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7378-903F-6A94-7C3E-F8AA681C7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99403-897F-9365-E3B3-29FB9A9A9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DFF4A-89D8-ACC9-C85F-DB6858CFBA0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460ED14-69A7-2F21-90A0-AE3A0A84DA89}"/>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a:extLst>
              <a:ext uri="{FF2B5EF4-FFF2-40B4-BE49-F238E27FC236}">
                <a16:creationId xmlns:a16="http://schemas.microsoft.com/office/drawing/2014/main" id="{5EFC6BDC-9F7A-A600-C185-8883C091CA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681C2D9-E070-B7EB-8463-93748D8597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45517489"/>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9222892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06732533"/>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4D8C-A1BD-6EEA-2254-13FDC8D9B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2F684-C10B-D117-10FE-BDA1AC0C0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C619E-E00D-4284-878E-F42277540CC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CA9F25A-19E9-3756-0497-48E388079C36}"/>
              </a:ext>
            </a:extLst>
          </p:cNvPr>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a:extLst>
              <a:ext uri="{FF2B5EF4-FFF2-40B4-BE49-F238E27FC236}">
                <a16:creationId xmlns:a16="http://schemas.microsoft.com/office/drawing/2014/main" id="{F43BB975-BCF0-6B84-13C9-E663CF7F822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E0B43E5-3CEB-8609-F7A9-213B325DF8B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69404840"/>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1349-3B1A-4219-422B-9E452793E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C6E87-1A18-81F5-76C3-1F1A34309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46D69-9C91-B6C1-C36A-D9E763DD73A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FC89B68-97B5-6C71-0B4F-7458139BCE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6829313"/>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37</a:t>
            </a:fld>
            <a:endParaRPr lang="en-IN"/>
          </a:p>
        </p:txBody>
      </p:sp>
    </p:spTree>
    <p:extLst>
      <p:ext uri="{BB962C8B-B14F-4D97-AF65-F5344CB8AC3E}">
        <p14:creationId xmlns:p14="http://schemas.microsoft.com/office/powerpoint/2010/main" val="1279018542"/>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1959581927"/>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1314048936"/>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622E-A8CC-0DF9-351E-4530C09C0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D782-F713-0B37-E537-4E40D9E7D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3C6E0-2F99-3073-2BBE-7B5FA4DC225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7E17E35-26E9-D129-CF36-F9D071F98816}"/>
              </a:ext>
            </a:extLst>
          </p:cNvPr>
          <p:cNvSpPr>
            <a:spLocks noGrp="1"/>
          </p:cNvSpPr>
          <p:nvPr>
            <p:ph type="sldNum" sz="quarter" idx="5"/>
          </p:nvPr>
        </p:nvSpPr>
        <p:spPr/>
        <p:txBody>
          <a:bodyPr/>
          <a:lstStyle/>
          <a:p>
            <a:fld id="{DAB949B3-C4AB-4FB2-8B24-B07A558BD59F}" type="slidenum">
              <a:rPr lang="en-IN"/>
              <a:t>7</a:t>
            </a:fld>
            <a:endParaRPr lang="en-IN"/>
          </a:p>
        </p:txBody>
      </p:sp>
    </p:spTree>
    <p:extLst>
      <p:ext uri="{BB962C8B-B14F-4D97-AF65-F5344CB8AC3E}">
        <p14:creationId xmlns:p14="http://schemas.microsoft.com/office/powerpoint/2010/main" val="30548833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8</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9</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10</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11</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12</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61303477"/>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A09A-AE0A-CC35-A897-71F2B1003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D8163-D0C9-4BA8-1D4E-7564DA97C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1906C-BDE0-BC96-7505-9CB8A55AC68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3AFA082-CCC8-456F-35C2-ED829BC24D2A}"/>
              </a:ext>
            </a:extLst>
          </p:cNvPr>
          <p:cNvSpPr>
            <a:spLocks noGrp="1"/>
          </p:cNvSpPr>
          <p:nvPr>
            <p:ph type="sldNum" sz="quarter" idx="5"/>
          </p:nvPr>
        </p:nvSpPr>
        <p:spPr/>
        <p:txBody>
          <a:bodyPr/>
          <a:lstStyle/>
          <a:p>
            <a:fld id="{DAB949B3-C4AB-4FB2-8B24-B07A558BD59F}" type="slidenum">
              <a:rPr lang="en-IN"/>
              <a:pPr/>
              <a:t>20</a:t>
            </a:fld>
            <a:endParaRPr lang="en-IN"/>
          </a:p>
        </p:txBody>
      </p:sp>
      <p:sp>
        <p:nvSpPr>
          <p:cNvPr id="5" name="Footer Placeholder 4">
            <a:extLst>
              <a:ext uri="{FF2B5EF4-FFF2-40B4-BE49-F238E27FC236}">
                <a16:creationId xmlns:a16="http://schemas.microsoft.com/office/drawing/2014/main" id="{828AFFE3-BE48-9BA6-38FD-03BB373FD5C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28CCA45-8F82-8549-F676-5BE96570DEE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7351312"/>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445B9-07B8-370D-6D14-D9655847B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9348B-D396-E0F5-95BB-7696E8DDF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416A7-7D77-11B4-DAD6-5B2A82CA5D0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3F1BAB9-5E51-813E-62DB-DFF42ED78DFF}"/>
              </a:ext>
            </a:extLst>
          </p:cNvPr>
          <p:cNvSpPr>
            <a:spLocks noGrp="1"/>
          </p:cNvSpPr>
          <p:nvPr>
            <p:ph type="sldNum" sz="quarter" idx="5"/>
          </p:nvPr>
        </p:nvSpPr>
        <p:spPr/>
        <p:txBody>
          <a:bodyPr/>
          <a:lstStyle/>
          <a:p>
            <a:fld id="{DAB949B3-C4AB-4FB2-8B24-B07A558BD59F}" type="slidenum">
              <a:rPr lang="en-IN"/>
              <a:pPr/>
              <a:t>21</a:t>
            </a:fld>
            <a:endParaRPr lang="en-IN"/>
          </a:p>
        </p:txBody>
      </p:sp>
      <p:sp>
        <p:nvSpPr>
          <p:cNvPr id="5" name="Footer Placeholder 4">
            <a:extLst>
              <a:ext uri="{FF2B5EF4-FFF2-40B4-BE49-F238E27FC236}">
                <a16:creationId xmlns:a16="http://schemas.microsoft.com/office/drawing/2014/main" id="{1CA74B21-41E4-7F59-DC8C-97E749ED7EB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298B7F0-050D-5AE8-CF9F-CC7BA83608A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99827079"/>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D0E69-5330-2581-522C-E1DD8797D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46D75-32E0-60CF-C990-1E552CA65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734C5-F693-3CA7-7796-924C12C0A79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D087CCC-2393-4A52-C59E-D18C79502AF5}"/>
              </a:ext>
            </a:extLst>
          </p:cNvPr>
          <p:cNvSpPr>
            <a:spLocks noGrp="1"/>
          </p:cNvSpPr>
          <p:nvPr>
            <p:ph type="sldNum" sz="quarter" idx="5"/>
          </p:nvPr>
        </p:nvSpPr>
        <p:spPr/>
        <p:txBody>
          <a:bodyPr/>
          <a:lstStyle/>
          <a:p>
            <a:fld id="{DAB949B3-C4AB-4FB2-8B24-B07A558BD59F}" type="slidenum">
              <a:rPr lang="en-IN"/>
              <a:pPr/>
              <a:t>22</a:t>
            </a:fld>
            <a:endParaRPr lang="en-IN"/>
          </a:p>
        </p:txBody>
      </p:sp>
      <p:sp>
        <p:nvSpPr>
          <p:cNvPr id="5" name="Footer Placeholder 4">
            <a:extLst>
              <a:ext uri="{FF2B5EF4-FFF2-40B4-BE49-F238E27FC236}">
                <a16:creationId xmlns:a16="http://schemas.microsoft.com/office/drawing/2014/main" id="{33640E61-BD07-235D-C93C-A28B18728E3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03F30F3-E418-DFAC-0424-E144DB46A4A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54437050"/>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88AC-FFB0-9A72-C9CC-8760D66E9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874B1-49AE-6C2A-1B5A-759CB8507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C6D57-34F1-C317-F42C-7AC09B0131E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61F541-0B14-A210-257C-24C639C888A9}"/>
              </a:ext>
            </a:extLst>
          </p:cNvPr>
          <p:cNvSpPr>
            <a:spLocks noGrp="1"/>
          </p:cNvSpPr>
          <p:nvPr>
            <p:ph type="sldNum" sz="quarter" idx="5"/>
          </p:nvPr>
        </p:nvSpPr>
        <p:spPr/>
        <p:txBody>
          <a:bodyPr/>
          <a:lstStyle/>
          <a:p>
            <a:fld id="{DAB949B3-C4AB-4FB2-8B24-B07A558BD59F}" type="slidenum">
              <a:rPr lang="en-IN"/>
              <a:pPr/>
              <a:t>23</a:t>
            </a:fld>
            <a:endParaRPr lang="en-IN"/>
          </a:p>
        </p:txBody>
      </p:sp>
      <p:sp>
        <p:nvSpPr>
          <p:cNvPr id="5" name="Footer Placeholder 4">
            <a:extLst>
              <a:ext uri="{FF2B5EF4-FFF2-40B4-BE49-F238E27FC236}">
                <a16:creationId xmlns:a16="http://schemas.microsoft.com/office/drawing/2014/main" id="{34AE150C-94CB-B47E-7C5E-18C563A8CE3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EE77BD6-3EEE-E064-728D-1E9251BB178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8060215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E2D9-0157-9EC9-9315-02BA39364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6B82F-D849-92F9-3581-6F55D73AC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56CCF-1BEC-C8E3-3978-38186AA33CD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709E8F9-88C0-BB32-5998-08EA5BDB215C}"/>
              </a:ext>
            </a:extLst>
          </p:cNvPr>
          <p:cNvSpPr>
            <a:spLocks noGrp="1"/>
          </p:cNvSpPr>
          <p:nvPr>
            <p:ph type="sldNum" sz="quarter" idx="5"/>
          </p:nvPr>
        </p:nvSpPr>
        <p:spPr/>
        <p:txBody>
          <a:bodyPr/>
          <a:lstStyle/>
          <a:p>
            <a:fld id="{DAB949B3-C4AB-4FB2-8B24-B07A558BD59F}" type="slidenum">
              <a:rPr lang="en-IN"/>
              <a:pPr/>
              <a:t>24</a:t>
            </a:fld>
            <a:endParaRPr lang="en-IN"/>
          </a:p>
        </p:txBody>
      </p:sp>
      <p:sp>
        <p:nvSpPr>
          <p:cNvPr id="5" name="Footer Placeholder 4">
            <a:extLst>
              <a:ext uri="{FF2B5EF4-FFF2-40B4-BE49-F238E27FC236}">
                <a16:creationId xmlns:a16="http://schemas.microsoft.com/office/drawing/2014/main" id="{5F8F664F-0A53-05AA-4BAE-7A939D40542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B9A1C6C-A8F0-711C-8316-86320F4453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64434289"/>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F222-16E9-EB98-2457-9B47D8CB4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56DBD-8361-1A21-737E-6AD0D9D06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29DA2-97F4-BF38-B5BC-2A8949BFA21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2487979-5033-169E-4408-503FEA0EF1B8}"/>
              </a:ext>
            </a:extLst>
          </p:cNvPr>
          <p:cNvSpPr>
            <a:spLocks noGrp="1"/>
          </p:cNvSpPr>
          <p:nvPr>
            <p:ph type="sldNum" sz="quarter" idx="5"/>
          </p:nvPr>
        </p:nvSpPr>
        <p:spPr/>
        <p:txBody>
          <a:bodyPr/>
          <a:lstStyle/>
          <a:p>
            <a:fld id="{DAB949B3-C4AB-4FB2-8B24-B07A558BD59F}" type="slidenum">
              <a:rPr lang="en-IN"/>
              <a:pPr/>
              <a:t>25</a:t>
            </a:fld>
            <a:endParaRPr lang="en-IN"/>
          </a:p>
        </p:txBody>
      </p:sp>
      <p:sp>
        <p:nvSpPr>
          <p:cNvPr id="5" name="Footer Placeholder 4">
            <a:extLst>
              <a:ext uri="{FF2B5EF4-FFF2-40B4-BE49-F238E27FC236}">
                <a16:creationId xmlns:a16="http://schemas.microsoft.com/office/drawing/2014/main" id="{9C48907C-2052-0895-CE4F-2F0F9174168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76FC841-30D2-1353-F85D-E0940E03062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83551390"/>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FD16-E8B9-9436-7E41-4972F2A67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248AB-ADB0-276A-C522-E86F803BF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EAC40-2A22-0040-DB73-A56C77FEBA5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5FE6311-657A-4CBD-B79C-3D5FFD30F696}"/>
              </a:ext>
            </a:extLst>
          </p:cNvPr>
          <p:cNvSpPr>
            <a:spLocks noGrp="1"/>
          </p:cNvSpPr>
          <p:nvPr>
            <p:ph type="sldNum" sz="quarter" idx="5"/>
          </p:nvPr>
        </p:nvSpPr>
        <p:spPr/>
        <p:txBody>
          <a:bodyPr/>
          <a:lstStyle/>
          <a:p>
            <a:fld id="{DAB949B3-C4AB-4FB2-8B24-B07A558BD59F}" type="slidenum">
              <a:rPr lang="en-IN"/>
              <a:pPr/>
              <a:t>26</a:t>
            </a:fld>
            <a:endParaRPr lang="en-IN"/>
          </a:p>
        </p:txBody>
      </p:sp>
      <p:sp>
        <p:nvSpPr>
          <p:cNvPr id="5" name="Footer Placeholder 4">
            <a:extLst>
              <a:ext uri="{FF2B5EF4-FFF2-40B4-BE49-F238E27FC236}">
                <a16:creationId xmlns:a16="http://schemas.microsoft.com/office/drawing/2014/main" id="{8175058E-87A9-0B94-0808-1AD17580FF3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501F163-2997-D9E5-1508-0E73A08ED5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78787020"/>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8522-D5B2-54CA-FF51-56BFF19E8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F57B4-DBE7-F4EE-30DC-E2E6B1087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53FDB-D615-DF53-63E9-8A8D23859E3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F65DED8-9606-93EC-8D8E-B6F44B1E3974}"/>
              </a:ext>
            </a:extLst>
          </p:cNvPr>
          <p:cNvSpPr>
            <a:spLocks noGrp="1"/>
          </p:cNvSpPr>
          <p:nvPr>
            <p:ph type="sldNum" sz="quarter" idx="5"/>
          </p:nvPr>
        </p:nvSpPr>
        <p:spPr/>
        <p:txBody>
          <a:bodyPr/>
          <a:lstStyle/>
          <a:p>
            <a:fld id="{DAB949B3-C4AB-4FB2-8B24-B07A558BD59F}" type="slidenum">
              <a:rPr lang="en-IN"/>
              <a:pPr/>
              <a:t>27</a:t>
            </a:fld>
            <a:endParaRPr lang="en-IN"/>
          </a:p>
        </p:txBody>
      </p:sp>
      <p:sp>
        <p:nvSpPr>
          <p:cNvPr id="5" name="Footer Placeholder 4">
            <a:extLst>
              <a:ext uri="{FF2B5EF4-FFF2-40B4-BE49-F238E27FC236}">
                <a16:creationId xmlns:a16="http://schemas.microsoft.com/office/drawing/2014/main" id="{78074D94-511E-1BB4-96DC-AF7551C254D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F8F9537-DFCC-92B3-8E1D-699E585DDBB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4177972"/>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73E1-2B01-5E0B-CAFE-76866F8F3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2028F-9E86-FF2D-D9AB-36644B9E3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D0981-5A37-3BDF-6A76-1D6DAB382CF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CB4988F-6B1F-24AD-9CE3-04BDD7970B81}"/>
              </a:ext>
            </a:extLst>
          </p:cNvPr>
          <p:cNvSpPr>
            <a:spLocks noGrp="1"/>
          </p:cNvSpPr>
          <p:nvPr>
            <p:ph type="sldNum" sz="quarter" idx="5"/>
          </p:nvPr>
        </p:nvSpPr>
        <p:spPr/>
        <p:txBody>
          <a:bodyPr/>
          <a:lstStyle/>
          <a:p>
            <a:fld id="{DAB949B3-C4AB-4FB2-8B24-B07A558BD59F}" type="slidenum">
              <a:rPr lang="en-IN"/>
              <a:pPr/>
              <a:t>28</a:t>
            </a:fld>
            <a:endParaRPr lang="en-IN"/>
          </a:p>
        </p:txBody>
      </p:sp>
      <p:sp>
        <p:nvSpPr>
          <p:cNvPr id="5" name="Footer Placeholder 4">
            <a:extLst>
              <a:ext uri="{FF2B5EF4-FFF2-40B4-BE49-F238E27FC236}">
                <a16:creationId xmlns:a16="http://schemas.microsoft.com/office/drawing/2014/main" id="{FF26D3AF-F2F1-BEC2-E581-E5EFAED5CF0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CD0719E-5454-09F8-9353-1EA54449841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24147292"/>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0FE8-C5D5-F249-4A83-3AC94C1B6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2DE6B-495E-4BAA-FFEE-242CAEF53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464B4-A327-79C2-5AB1-025455D5EB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040E5CE-79DF-4FC6-FED4-FAEEFB6A1FDA}"/>
              </a:ext>
            </a:extLst>
          </p:cNvPr>
          <p:cNvSpPr>
            <a:spLocks noGrp="1"/>
          </p:cNvSpPr>
          <p:nvPr>
            <p:ph type="sldNum" sz="quarter" idx="5"/>
          </p:nvPr>
        </p:nvSpPr>
        <p:spPr/>
        <p:txBody>
          <a:bodyPr/>
          <a:lstStyle/>
          <a:p>
            <a:fld id="{DAB949B3-C4AB-4FB2-8B24-B07A558BD59F}" type="slidenum">
              <a:rPr lang="en-IN"/>
              <a:pPr/>
              <a:t>29</a:t>
            </a:fld>
            <a:endParaRPr lang="en-IN"/>
          </a:p>
        </p:txBody>
      </p:sp>
      <p:sp>
        <p:nvSpPr>
          <p:cNvPr id="5" name="Footer Placeholder 4">
            <a:extLst>
              <a:ext uri="{FF2B5EF4-FFF2-40B4-BE49-F238E27FC236}">
                <a16:creationId xmlns:a16="http://schemas.microsoft.com/office/drawing/2014/main" id="{17808F52-2D1A-D824-3F8A-3E57A57BF0C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0AB84DA-2936-9A1F-AEA5-BAD6A690C10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13697676"/>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85807106"/>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4915077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A15C-0B06-DF9D-DA02-21D4CF366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3DDD5-DAE3-55A0-3CC0-243D293A8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DF857-AFE1-C7A6-9E55-C07030EDE22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A851747-A2CB-1710-EA97-EAEF7A53AB0B}"/>
              </a:ext>
            </a:extLst>
          </p:cNvPr>
          <p:cNvSpPr>
            <a:spLocks noGrp="1"/>
          </p:cNvSpPr>
          <p:nvPr>
            <p:ph type="sldNum" sz="quarter" idx="5"/>
          </p:nvPr>
        </p:nvSpPr>
        <p:spPr/>
        <p:txBody>
          <a:bodyPr/>
          <a:lstStyle/>
          <a:p>
            <a:fld id="{DAB949B3-C4AB-4FB2-8B24-B07A558BD59F}" type="slidenum">
              <a:rPr lang="en-IN"/>
              <a:pPr/>
              <a:t>32</a:t>
            </a:fld>
            <a:endParaRPr lang="en-IN"/>
          </a:p>
        </p:txBody>
      </p:sp>
      <p:sp>
        <p:nvSpPr>
          <p:cNvPr id="5" name="Footer Placeholder 4">
            <a:extLst>
              <a:ext uri="{FF2B5EF4-FFF2-40B4-BE49-F238E27FC236}">
                <a16:creationId xmlns:a16="http://schemas.microsoft.com/office/drawing/2014/main" id="{B035B3FE-7DCF-6782-CD53-7F3CE400F1D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022090-92F8-1FEE-6B98-1FE687B864D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13120479"/>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ED9E2-C1F0-E731-473A-BBE9C49AF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38196-4EAF-A762-7733-7D7AEBCD8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13B74-C45E-E747-A4A9-23CC3AD3F90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AA1F726-8A27-18AD-3811-42B83EEB6112}"/>
              </a:ext>
            </a:extLst>
          </p:cNvPr>
          <p:cNvSpPr>
            <a:spLocks noGrp="1"/>
          </p:cNvSpPr>
          <p:nvPr>
            <p:ph type="sldNum" sz="quarter" idx="5"/>
          </p:nvPr>
        </p:nvSpPr>
        <p:spPr/>
        <p:txBody>
          <a:bodyPr/>
          <a:lstStyle/>
          <a:p>
            <a:fld id="{DAB949B3-C4AB-4FB2-8B24-B07A558BD59F}" type="slidenum">
              <a:rPr lang="en-IN"/>
              <a:pPr/>
              <a:t>33</a:t>
            </a:fld>
            <a:endParaRPr lang="en-IN"/>
          </a:p>
        </p:txBody>
      </p:sp>
      <p:sp>
        <p:nvSpPr>
          <p:cNvPr id="5" name="Footer Placeholder 4">
            <a:extLst>
              <a:ext uri="{FF2B5EF4-FFF2-40B4-BE49-F238E27FC236}">
                <a16:creationId xmlns:a16="http://schemas.microsoft.com/office/drawing/2014/main" id="{2B017E23-A8CA-9C8B-559D-B8C8B9BEF0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77E10CF-A898-FB07-4E59-631BCA8B248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3500219"/>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29BD-0A75-7C23-1F17-594FB82D4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73A82-B46B-9A8E-6985-71DE218A3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40C44-3C04-AB15-B352-2621B402D07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96C7AB8-071E-4ABD-D8EC-520A9B43518B}"/>
              </a:ext>
            </a:extLst>
          </p:cNvPr>
          <p:cNvSpPr>
            <a:spLocks noGrp="1"/>
          </p:cNvSpPr>
          <p:nvPr>
            <p:ph type="sldNum" sz="quarter" idx="5"/>
          </p:nvPr>
        </p:nvSpPr>
        <p:spPr/>
        <p:txBody>
          <a:bodyPr/>
          <a:lstStyle/>
          <a:p>
            <a:fld id="{DAB949B3-C4AB-4FB2-8B24-B07A558BD59F}" type="slidenum">
              <a:rPr lang="en-IN"/>
              <a:pPr/>
              <a:t>34</a:t>
            </a:fld>
            <a:endParaRPr lang="en-IN"/>
          </a:p>
        </p:txBody>
      </p:sp>
      <p:sp>
        <p:nvSpPr>
          <p:cNvPr id="5" name="Footer Placeholder 4">
            <a:extLst>
              <a:ext uri="{FF2B5EF4-FFF2-40B4-BE49-F238E27FC236}">
                <a16:creationId xmlns:a16="http://schemas.microsoft.com/office/drawing/2014/main" id="{400DDCB3-7FDE-B245-E530-F52EFBCB7C0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0CB6FEC-6F7F-EF6B-45D5-6A7E7AD1AC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01100580"/>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55150"/>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89070982"/>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37</a:t>
            </a:fld>
            <a:endParaRPr lang="en-IN"/>
          </a:p>
        </p:txBody>
      </p:sp>
    </p:spTree>
    <p:extLst>
      <p:ext uri="{BB962C8B-B14F-4D97-AF65-F5344CB8AC3E}">
        <p14:creationId xmlns:p14="http://schemas.microsoft.com/office/powerpoint/2010/main" val="1279018542"/>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7</a:t>
            </a:fld>
            <a:endParaRPr lang="en-IN"/>
          </a:p>
        </p:txBody>
      </p:sp>
    </p:spTree>
    <p:extLst>
      <p:ext uri="{BB962C8B-B14F-4D97-AF65-F5344CB8AC3E}">
        <p14:creationId xmlns:p14="http://schemas.microsoft.com/office/powerpoint/2010/main" val="1060303442"/>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469B-3BFE-93C5-AE72-99786D387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3972A-C9AE-706D-5FF8-34186171A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CC122-1163-C6F8-A5FF-1B8B6CE303D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E34314A-DD6D-3BCF-9D67-CA1323FEA5C4}"/>
              </a:ext>
            </a:extLst>
          </p:cNvPr>
          <p:cNvSpPr>
            <a:spLocks noGrp="1"/>
          </p:cNvSpPr>
          <p:nvPr>
            <p:ph type="sldNum" sz="quarter" idx="5"/>
          </p:nvPr>
        </p:nvSpPr>
        <p:spPr/>
        <p:txBody>
          <a:bodyPr/>
          <a:lstStyle/>
          <a:p>
            <a:fld id="{DAB949B3-C4AB-4FB2-8B24-B07A558BD59F}" type="slidenum">
              <a:rPr lang="en-IN"/>
              <a:t>8</a:t>
            </a:fld>
            <a:endParaRPr lang="en-IN"/>
          </a:p>
        </p:txBody>
      </p:sp>
    </p:spTree>
    <p:extLst>
      <p:ext uri="{BB962C8B-B14F-4D97-AF65-F5344CB8AC3E}">
        <p14:creationId xmlns:p14="http://schemas.microsoft.com/office/powerpoint/2010/main" val="2387056948"/>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9</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2417116"/>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DF896-DE86-835F-65A8-4C483656D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E39AB-BF56-D24C-88AA-6ED4E5B58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B68E8-C400-B14E-15B9-E6A1C67ADF1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16A5285-7299-7E1A-94BC-2CC1C4EDED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3316790"/>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6449080"/>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F953-F239-C017-2C6A-9286017B3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A17FD-24A1-E43D-C625-6E37A2D6E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4ADF1-E3E6-58AE-C8F4-84DB975DAF9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1AB2A9-8915-FDD2-84EA-D64B40C344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95304743"/>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4AF63-0BBC-6508-FB2F-ABC5B23CD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31E4F-8B90-AD75-BA34-0A0A72F57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E9A51-EB6B-5A0E-E7E1-0A658F69A1B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548D236-012E-58E7-29C7-12D3EC838A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8930947"/>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2E227-7547-DF46-6B14-8E4C491B7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8FB08-9922-1AAD-B917-578F78018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2D6A8-CEC3-1F32-98B6-3E9A9F2CFD9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69DBB6C-3B07-2AEF-06A3-A3F9306699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0505368"/>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7BD9B-7231-C36D-FCBD-C13881891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A4798-F181-AA2A-3065-159ADDDC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FB7AF-C6ED-E0CB-43D5-9132B0B33F3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2BE6D37-1D1F-B1ED-212D-F700DBB333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3385040"/>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CDA7-56F7-92AB-8D5A-EA1FE4F4C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F905B-6E5A-1B25-E231-32CEC68E0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9B2BA-7BB9-D76D-54F3-64B89D173CD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1CD9FAC-C424-499D-EFC0-8B711B772E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2027518"/>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DBC0-204F-5E47-3B6F-49B46B79E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20C1B-A4B4-1D36-61DF-C9855F41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8E092-83FA-EFD7-ED9E-0C02828B12E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D086E67-39E8-A89C-E369-85438820A2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54622365"/>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6688495"/>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508B-0450-4AE1-6E8F-A66DD8405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2E99B-057E-1F5C-65EF-F78BFBBA6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E4DE8-07D7-4597-9484-4910F80DB9E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BB5049-1C21-BE14-B6CE-B630A3514D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2103319"/>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7708732"/>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3444-94B8-75F7-3FE8-62FD23DDA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A4ACC-0D1C-DCAF-7D67-0FF1020BA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0D750-E381-AA36-267A-8C986F48C69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49C5FE0-1596-1392-01B8-FBE5A98D31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714218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879A-8D01-D548-4D0D-C1B33515D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89CEA-622E-F422-6713-22D229BB7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29489-F6F1-E69B-9D30-A6A5C086E06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3731CA1-9A6D-CD54-7460-1AA1300661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76525888"/>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676EA-5557-2F27-9032-0B2D053DB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21689-1BE9-3228-E793-B8EF7F2C6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308ED-7441-1813-5F2F-AE0D956EA68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7F9A40-7AC6-8EBE-AF72-CDB80DC425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7459159"/>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7FA19-9EEB-53A5-44A7-3546301D7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084FB-5F6A-4BEF-5159-27AD356E8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7C7A6-D438-6BD0-EDD7-B183ECDFC83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5748611-0A9F-E3BB-3A93-6418949470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6832218"/>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50BEB-6139-047F-2A00-E59C332F7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8D7B3-ED3E-6F49-EF0E-81EA76DE5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645BB-5926-DC52-340E-59BAD3E02E3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5C50D7C-D128-9B98-F7FF-510463F95E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0086252"/>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33C82-247C-4DB1-8FD6-AD24BF44A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50662-040B-F507-5BD5-1D4A59E6D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92592-6936-3A16-C8B6-83A63E9C4B0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68590E5-73F3-9BA4-F2B2-2BBC0DFA94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6706956"/>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522D-A09F-B797-218D-1790369E9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C7F1C-1E34-2E77-A3E2-15BB70ABA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F9FCC-85EB-E99D-D2C4-748DDAB834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103BB3-8B69-28AA-A44D-20781B97A5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4929939"/>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7F85-76E3-12A2-DB2B-2D68B2AB2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DD74E-8086-D81C-BD5C-316280BA7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EF983-E2BF-3CCB-D986-25B4480A2A1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C0B0262-D791-E9C2-E669-528A23DB29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4751863"/>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31B2E-41F7-33DF-0666-A7D27FA81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6D59B-9917-B796-087B-999764E21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70739-279A-3FDD-84CF-A48E491424D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CA0E040-5D67-C3C4-0139-7D5FC206DA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5904278"/>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956F-F486-0D08-7C56-8696722DB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EFBD7-58BB-642B-7E42-6CDA6041B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F4ADE-DF03-4F5D-53A2-2C70CB28BAA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B4D095F-A5E7-5FF5-35EF-2975A4B664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8606925"/>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6873-EDB8-39C6-F8D0-9471DF2CF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BD2E8-385E-8EA4-F659-4FCE0212F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20FD3-9993-AC18-0F7B-C895FFBE736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5B58F0-D11F-94E7-9CB2-4A5ACEEA55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8060487"/>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5866A-CFDC-6A2D-EEDC-731D024F6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CBA8A-47F1-BFA1-8672-1780BA4D5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C5860-30C5-A02A-21F7-22B919E3BDA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84F552-8799-2A92-C95F-29443290F6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384855"/>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5DEA-4B0F-7F3B-DCF3-6BF355733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3F6DE-EE9A-540B-3F1E-243493C35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BE223-B4E7-4BEF-F01B-826EDE6C973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4EEF0BF-6FBD-29ED-28A1-4C4E6508D7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71805302"/>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1349-3B1A-4219-422B-9E452793E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C6E87-1A18-81F5-76C3-1F1A34309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46D69-9C91-B6C1-C36A-D9E763DD73A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FC89B68-97B5-6C71-0B4F-7458139BCE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6829313"/>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1D1EE-B605-9941-36A9-5CCF19A95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F4C95-C557-C530-18E3-ECEF18D9F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360F8-6324-CA91-8BF8-3737519B91C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BA2DEB3-442F-6868-4E36-234B4946FF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2971173"/>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65D92-27CA-4C68-B0B5-B14BED8FA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D8E1E-45C4-B591-892B-44DFC7C83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7AF11-FDDC-FD69-6F57-C4A7397A5E2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3A4B803-71AC-6C0F-EA6C-92860FDF12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7464406"/>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74580-DF5E-B9E6-E94F-09E156A1B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151B1-9836-82E7-F528-430F24452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4AB12-8059-787E-57A6-B8A45E4BB15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F13F82F-54FA-B667-08FB-E1C4A4F74E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4114423"/>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F14DE-1621-B1EF-95F1-186FF8661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63E96-509C-3651-0FD7-3C8352AC5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8395A-51FC-C118-2E64-6E95DCBB55F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0ADEB25-6B58-1B06-481A-6151672774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8818496"/>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40</a:t>
            </a:fld>
            <a:endParaRPr lang="en-IN"/>
          </a:p>
        </p:txBody>
      </p:sp>
    </p:spTree>
    <p:extLst>
      <p:ext uri="{BB962C8B-B14F-4D97-AF65-F5344CB8AC3E}">
        <p14:creationId xmlns:p14="http://schemas.microsoft.com/office/powerpoint/2010/main" val="1279018542"/>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CAFD-7AFC-B031-1C9F-87DC15596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ED7F3-529D-F429-596E-11852B2B5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05CAF-6C0B-B3CF-08FF-F08AE997201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09A1FD-CFE0-C6C8-F091-DE52EDABB562}"/>
              </a:ext>
            </a:extLst>
          </p:cNvPr>
          <p:cNvSpPr>
            <a:spLocks noGrp="1"/>
          </p:cNvSpPr>
          <p:nvPr>
            <p:ph type="sldNum" sz="quarter" idx="5"/>
          </p:nvPr>
        </p:nvSpPr>
        <p:spPr/>
        <p:txBody>
          <a:bodyPr/>
          <a:lstStyle/>
          <a:p>
            <a:fld id="{DAB949B3-C4AB-4FB2-8B24-B07A558BD59F}" type="slidenum">
              <a:rPr lang="en-IN"/>
              <a:t>6</a:t>
            </a:fld>
            <a:endParaRPr lang="en-IN"/>
          </a:p>
        </p:txBody>
      </p:sp>
    </p:spTree>
    <p:extLst>
      <p:ext uri="{BB962C8B-B14F-4D97-AF65-F5344CB8AC3E}">
        <p14:creationId xmlns:p14="http://schemas.microsoft.com/office/powerpoint/2010/main" val="1602309675"/>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6B6C-612C-A26F-96DD-4DC5E43BD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C369-9572-1DF2-95B9-3D592F63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026FD-E22B-06BA-E402-0405B60ED28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E08069A-329E-1933-52B4-A53CCC5CB203}"/>
              </a:ext>
            </a:extLst>
          </p:cNvPr>
          <p:cNvSpPr>
            <a:spLocks noGrp="1"/>
          </p:cNvSpPr>
          <p:nvPr>
            <p:ph type="sldNum" sz="quarter" idx="5"/>
          </p:nvPr>
        </p:nvSpPr>
        <p:spPr/>
        <p:txBody>
          <a:bodyPr/>
          <a:lstStyle/>
          <a:p>
            <a:fld id="{DAB949B3-C4AB-4FB2-8B24-B07A558BD59F}" type="slidenum">
              <a:rPr lang="en-IN"/>
              <a:t>7</a:t>
            </a:fld>
            <a:endParaRPr lang="en-IN"/>
          </a:p>
        </p:txBody>
      </p:sp>
    </p:spTree>
    <p:extLst>
      <p:ext uri="{BB962C8B-B14F-4D97-AF65-F5344CB8AC3E}">
        <p14:creationId xmlns:p14="http://schemas.microsoft.com/office/powerpoint/2010/main" val="3658734282"/>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8</a:t>
            </a:fld>
            <a:endParaRPr lang="en-IN"/>
          </a:p>
        </p:txBody>
      </p:sp>
    </p:spTree>
    <p:extLst>
      <p:ext uri="{BB962C8B-B14F-4D97-AF65-F5344CB8AC3E}">
        <p14:creationId xmlns:p14="http://schemas.microsoft.com/office/powerpoint/2010/main" val="1060303442"/>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13C6-6385-9460-CF6D-B1DA3294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E2A9-BF39-0DDC-8CB1-EBD022E11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FBF18-A118-BBAF-0AB5-4A7B476C630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D24258-6F9E-3A7B-DF04-00ED82532E9D}"/>
              </a:ext>
            </a:extLst>
          </p:cNvPr>
          <p:cNvSpPr>
            <a:spLocks noGrp="1"/>
          </p:cNvSpPr>
          <p:nvPr>
            <p:ph type="sldNum" sz="quarter" idx="5"/>
          </p:nvPr>
        </p:nvSpPr>
        <p:spPr/>
        <p:txBody>
          <a:bodyPr/>
          <a:lstStyle/>
          <a:p>
            <a:fld id="{DAB949B3-C4AB-4FB2-8B24-B07A558BD59F}" type="slidenum">
              <a:rPr lang="en-IN"/>
              <a:t>9</a:t>
            </a:fld>
            <a:endParaRPr lang="en-IN"/>
          </a:p>
        </p:txBody>
      </p:sp>
    </p:spTree>
    <p:extLst>
      <p:ext uri="{BB962C8B-B14F-4D97-AF65-F5344CB8AC3E}">
        <p14:creationId xmlns:p14="http://schemas.microsoft.com/office/powerpoint/2010/main" val="2230850722"/>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a:t>10</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723380"/>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2104502"/>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8871952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1202570"/>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036825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8DC9-1FB6-DB63-B6BA-768D4F7DD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AAC97-3BB8-E764-8083-B0B156E1F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CD3C6-82BE-CF01-BFBF-6D5F1A5361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9B004D0-331C-AB33-2C41-C10FAE0B31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9721362"/>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2417116"/>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6411804"/>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6953277"/>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E49BC-B087-3A4B-BC2C-B3F48F8B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BD07D-D0C6-D746-A28E-2235FBC2F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1A5-A25B-B55F-43B1-ED66DD55719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83E3CF-39C4-C055-9A6A-99EE8C0978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9675972"/>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DE32-8CB4-A309-6629-905382A3B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FAE92-FD14-5E3D-B573-7E0E92F17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5BF9-7369-A3F6-A398-E8C687490E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8BC1F5E-E5CA-85D7-FCC5-F09A47B2E9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849736"/>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4927936"/>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7307-11BA-2C14-E063-2C1362862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12E23-BBDE-0300-A24C-117E77E8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C6230-1B1F-D348-4CD1-07670B9351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B9522B4-AFDF-0016-BFBF-92855C8F09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8298003"/>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8096999"/>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096E-7FAE-5429-92A4-475120553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30E81-9FC5-F572-2843-809E9A29C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BE587-46FE-D765-1591-4F0985E78F2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A6E4A33-6B56-1EA3-B06C-F6AEA5BFF1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5662687"/>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0E67-3390-F379-76C1-464C78F2D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62151-D1CC-570E-0846-26A0E1C49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76CEA-3166-CF30-F8DE-E1443CEB8EA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B3FF0CC-C84B-B501-56E2-FFE835694F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8700072"/>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9DDE-08A6-16E9-5C51-18F43CF51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174CF-A3CB-A4B4-BD0F-124EAA894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6C8C6-8A6F-73B0-988B-DAC3C8DDC3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50E38D7-E835-DE18-F5BA-4733610B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575694"/>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C2FE-ED65-FEC6-5059-DE74C42A5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35B74-9BA3-F696-945C-02485FE69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DDB47-DB84-594C-0D5E-3C0C135703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15D5C8-F881-600C-659D-BA725E0E3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7900807"/>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D34D-346E-5DC6-22B0-7B1BD599A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3F4A3-7ADF-8C86-023F-0FDF8E3F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1C149-B46E-D2C8-9580-C813559B97E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1CBCFD8-FEC8-85DA-BFBB-0FF4DDA710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947867"/>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31</a:t>
            </a:fld>
            <a:endParaRPr lang="en-IN"/>
          </a:p>
        </p:txBody>
      </p:sp>
    </p:spTree>
    <p:extLst>
      <p:ext uri="{BB962C8B-B14F-4D97-AF65-F5344CB8AC3E}">
        <p14:creationId xmlns:p14="http://schemas.microsoft.com/office/powerpoint/2010/main" val="3381440035"/>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a:t>32</a:t>
            </a:fld>
            <a:endParaRPr lang="en-IN"/>
          </a:p>
        </p:txBody>
      </p:sp>
    </p:spTree>
    <p:extLst>
      <p:ext uri="{BB962C8B-B14F-4D97-AF65-F5344CB8AC3E}">
        <p14:creationId xmlns:p14="http://schemas.microsoft.com/office/powerpoint/2010/main" val="1498857815"/>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a:t>33</a:t>
            </a:fld>
            <a:endParaRPr lang="en-IN"/>
          </a:p>
        </p:txBody>
      </p:sp>
    </p:spTree>
    <p:extLst>
      <p:ext uri="{BB962C8B-B14F-4D97-AF65-F5344CB8AC3E}">
        <p14:creationId xmlns:p14="http://schemas.microsoft.com/office/powerpoint/2010/main" val="1279018542"/>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d933dc921b45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2486774e0144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866862fc2ea24c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fbe1ffa665d846b7"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a:t>11-02-2026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a:t>11-02-2026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a:t>10-02-2026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a:t>10-02-2026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d9f6cc20548d3" /><Relationship Type="http://schemas.openxmlformats.org/officeDocument/2006/relationships/slideLayout" Target="/ppt/slideLayouts/slideLayout1.xml" Id="R0bc9bc865c234cc4" /><Relationship Type="http://schemas.openxmlformats.org/officeDocument/2006/relationships/slideLayout" Target="/ppt/slideLayouts/slideLayout2.xml" Id="R483352f5e5814cf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7277330c18d4363" /><Relationship Type="http://schemas.openxmlformats.org/officeDocument/2006/relationships/slideLayout" Target="/ppt/slideLayouts/slideLayout3.xml" Id="Re0de1fd947be43ff" /><Relationship Type="http://schemas.openxmlformats.org/officeDocument/2006/relationships/slideLayout" Target="/ppt/slideLayouts/slideLayout4.xml" Id="R56e2e57a3a6d4ded"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a:t>11-02-2026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0bc9bc865c234cc4"/>
    <p:sldLayoutId id="2147483650" r:id="R483352f5e5814cfe"/>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a:t>10-02-2026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52" r:id="Re0de1fd947be43ff"/>
    <p:sldLayoutId id="2147483653" r:id="R56e2e57a3a6d4ded"/>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image" Target="/ppt/media/image.png" Id="R8783855b89d742ac" /><Relationship Type="http://schemas.openxmlformats.org/officeDocument/2006/relationships/image" Target="/ppt/media/image2.png" Id="R384f157be34c4538" /><Relationship Type="http://schemas.openxmlformats.org/officeDocument/2006/relationships/slideLayout" Target="/ppt/slideLayouts/slideLayout2.xml" Id="R1ef5e0f18ddf4b03" /></Relationships>
</file>

<file path=ppt/slides/_rels/slide2.xml.rels>&#65279;<?xml version="1.0" encoding="utf-8"?><Relationships xmlns="http://schemas.openxmlformats.org/package/2006/relationships"><Relationship Type="http://schemas.openxmlformats.org/officeDocument/2006/relationships/image" Target="/ppt/media/image.png" Id="Rcc91d58e94164c2b" /><Relationship Type="http://schemas.openxmlformats.org/officeDocument/2006/relationships/image" Target="/ppt/media/image3.png" Id="R6c7d06965726477c" /><Relationship Type="http://schemas.openxmlformats.org/officeDocument/2006/relationships/notesSlide" Target="/ppt/notesSlides/notesSlide1.xml" Id="R16a72d98d9c44124" /><Relationship Type="http://schemas.openxmlformats.org/officeDocument/2006/relationships/slideLayout" Target="/ppt/slideLayouts/slideLayout1.xml" Id="R0c223e8c06424939" /></Relationships>
</file>

<file path=ppt/slides/_rels/slide3.xml.rels>&#65279;<?xml version="1.0" encoding="utf-8"?><Relationships xmlns="http://schemas.openxmlformats.org/package/2006/relationships"><Relationship Type="http://schemas.openxmlformats.org/officeDocument/2006/relationships/image" Target="/ppt/media/image.png" Id="R0e8e65192cf84090" /><Relationship Type="http://schemas.openxmlformats.org/officeDocument/2006/relationships/image" Target="/ppt/media/image3.png" Id="R3f0916c3208744aa" /><Relationship Type="http://schemas.openxmlformats.org/officeDocument/2006/relationships/notesSlide" Target="/ppt/notesSlides/notesSlide2.xml" Id="Rbc6140e2ba164b1a" /><Relationship Type="http://schemas.openxmlformats.org/officeDocument/2006/relationships/slideLayout" Target="/ppt/slideLayouts/slideLayout1.xml" Id="R84b70339e7ba4502" /></Relationships>
</file>

<file path=ppt/slides/_rels/slide4.xml.rels>&#65279;<?xml version="1.0" encoding="utf-8"?><Relationships xmlns="http://schemas.openxmlformats.org/package/2006/relationships"><Relationship Type="http://schemas.openxmlformats.org/officeDocument/2006/relationships/image" Target="/ppt/media/image.png" Id="R647d37bfca7f4fed" /><Relationship Type="http://schemas.openxmlformats.org/officeDocument/2006/relationships/image" Target="/ppt/media/image3.png" Id="R036914bd12ac41da" /><Relationship Type="http://schemas.openxmlformats.org/officeDocument/2006/relationships/notesSlide" Target="/ppt/notesSlides/notesSlide3.xml" Id="R1ebf40ca5b294960" /><Relationship Type="http://schemas.openxmlformats.org/officeDocument/2006/relationships/slideLayout" Target="/ppt/slideLayouts/slideLayout1.xml" Id="R59b4d98206074d4b" /></Relationships>
</file>

<file path=ppt/slides/_rels/slide5.xml.rels>&#65279;<?xml version="1.0" encoding="utf-8"?><Relationships xmlns="http://schemas.openxmlformats.org/package/2006/relationships"><Relationship Type="http://schemas.openxmlformats.org/officeDocument/2006/relationships/image" Target="/ppt/media/image.png" Id="R4be15e7efa004cbf" /><Relationship Type="http://schemas.openxmlformats.org/officeDocument/2006/relationships/image" Target="/ppt/media/image3.png" Id="Rb6494d6844d4451d" /><Relationship Type="http://schemas.openxmlformats.org/officeDocument/2006/relationships/notesSlide" Target="/ppt/notesSlides/notesSlide4.xml" Id="R9a9f506a6293441a" /><Relationship Type="http://schemas.openxmlformats.org/officeDocument/2006/relationships/slideLayout" Target="/ppt/slideLayouts/slideLayout1.xml" Id="R830c82f36d9548e1" /></Relationships>
</file>

<file path=ppt/slides/_rels/slide6.xml.rels>&#65279;<?xml version="1.0" encoding="utf-8"?><Relationships xmlns="http://schemas.openxmlformats.org/package/2006/relationships"><Relationship Type="http://schemas.openxmlformats.org/officeDocument/2006/relationships/image" Target="/ppt/media/image.png" Id="R3f03f2168624483d" /><Relationship Type="http://schemas.openxmlformats.org/officeDocument/2006/relationships/image" Target="/ppt/media/image3.png" Id="R95a2be605df84d84" /><Relationship Type="http://schemas.openxmlformats.org/officeDocument/2006/relationships/notesSlide" Target="/ppt/notesSlides/notesSlide5.xml" Id="Rbfe6bd2e3c594166" /><Relationship Type="http://schemas.openxmlformats.org/officeDocument/2006/relationships/slideLayout" Target="/ppt/slideLayouts/slideLayout1.xml" Id="Rba7fccb5c7674d64" /></Relationships>
</file>

<file path=ppt/slides/_rels/slide7.xml.rels>&#65279;<?xml version="1.0" encoding="utf-8"?><Relationships xmlns="http://schemas.openxmlformats.org/package/2006/relationships"><Relationship Type="http://schemas.openxmlformats.org/officeDocument/2006/relationships/image" Target="/ppt/media/image.png" Id="R2fca18f7ddca4b34" /><Relationship Type="http://schemas.openxmlformats.org/officeDocument/2006/relationships/image" Target="/ppt/media/image3.png" Id="Rf981ec66b71c448f" /><Relationship Type="http://schemas.openxmlformats.org/officeDocument/2006/relationships/notesSlide" Target="/ppt/notesSlides/notesSlide6.xml" Id="Rb5f0bfdc642045ca" /><Relationship Type="http://schemas.openxmlformats.org/officeDocument/2006/relationships/slideLayout" Target="/ppt/slideLayouts/slideLayout1.xml" Id="R137d512a8ba34abb" /></Relationships>
</file>

<file path=ppt/slides/_rels/slide8.xml.rels>&#65279;<?xml version="1.0" encoding="utf-8"?><Relationships xmlns="http://schemas.openxmlformats.org/package/2006/relationships"><Relationship Type="http://schemas.openxmlformats.org/officeDocument/2006/relationships/image" Target="/ppt/media/image.png" Id="Rde297f0235244fe9" /><Relationship Type="http://schemas.openxmlformats.org/officeDocument/2006/relationships/image" Target="/ppt/media/image3.png" Id="Raf6b5979204d4fb4" /><Relationship Type="http://schemas.openxmlformats.org/officeDocument/2006/relationships/notesSlide" Target="/ppt/notesSlides/notesSlide7.xml" Id="R824f78c9ea73415f" /><Relationship Type="http://schemas.openxmlformats.org/officeDocument/2006/relationships/slideLayout" Target="/ppt/slideLayouts/slideLayout1.xml" Id="Re35bfdfc2b4e4696" /></Relationships>
</file>

<file path=ppt/slides/_rels/slide9.xml.rels>&#65279;<?xml version="1.0" encoding="utf-8"?><Relationships xmlns="http://schemas.openxmlformats.org/package/2006/relationships"><Relationship Type="http://schemas.openxmlformats.org/officeDocument/2006/relationships/image" Target="/ppt/media/image.png" Id="Rcb6252c8ca0141f0" /><Relationship Type="http://schemas.openxmlformats.org/officeDocument/2006/relationships/image" Target="/ppt/media/image3.png" Id="R861e70a5e64f4145" /><Relationship Type="http://schemas.openxmlformats.org/officeDocument/2006/relationships/notesSlide" Target="/ppt/notesSlides/notesSlide8.xml" Id="R83817c18d1e64222" /><Relationship Type="http://schemas.openxmlformats.org/officeDocument/2006/relationships/slideLayout" Target="/ppt/slideLayouts/slideLayout1.xml" Id="R5a88b826045a45e9" /></Relationships>
</file>

<file path=ppt/slides/_rels/slide10.xml.rels>&#65279;<?xml version="1.0" encoding="utf-8"?><Relationships xmlns="http://schemas.openxmlformats.org/package/2006/relationships"><Relationship Type="http://schemas.openxmlformats.org/officeDocument/2006/relationships/image" Target="/ppt/media/image.png" Id="Rcbcadb703c0b4bc0" /><Relationship Type="http://schemas.openxmlformats.org/officeDocument/2006/relationships/image" Target="/ppt/media/image3.png" Id="Re75651a78b804e15" /><Relationship Type="http://schemas.openxmlformats.org/officeDocument/2006/relationships/notesSlide" Target="/ppt/notesSlides/notesSlide9.xml" Id="R084eef68d1194fd1" /><Relationship Type="http://schemas.openxmlformats.org/officeDocument/2006/relationships/slideLayout" Target="/ppt/slideLayouts/slideLayout1.xml" Id="R3554a559c4b341f8" /></Relationships>
</file>

<file path=ppt/slides/_rels/slide11.xml.rels>&#65279;<?xml version="1.0" encoding="utf-8"?><Relationships xmlns="http://schemas.openxmlformats.org/package/2006/relationships"><Relationship Type="http://schemas.openxmlformats.org/officeDocument/2006/relationships/image" Target="/ppt/media/image.png" Id="Re40d48e846164b38" /><Relationship Type="http://schemas.openxmlformats.org/officeDocument/2006/relationships/image" Target="/ppt/media/image3.png" Id="R68cf39df314f473c" /><Relationship Type="http://schemas.openxmlformats.org/officeDocument/2006/relationships/notesSlide" Target="/ppt/notesSlides/notesSlide10.xml" Id="Rbc868dbc01a743ff" /><Relationship Type="http://schemas.openxmlformats.org/officeDocument/2006/relationships/slideLayout" Target="/ppt/slideLayouts/slideLayout1.xml" Id="Re3cde15464254be8" /></Relationships>
</file>

<file path=ppt/slides/_rels/slide12.xml.rels>&#65279;<?xml version="1.0" encoding="utf-8"?><Relationships xmlns="http://schemas.openxmlformats.org/package/2006/relationships"><Relationship Type="http://schemas.openxmlformats.org/officeDocument/2006/relationships/image" Target="/ppt/media/image.png" Id="R3b4334f27ab943a8" /><Relationship Type="http://schemas.openxmlformats.org/officeDocument/2006/relationships/image" Target="/ppt/media/image3.png" Id="Rf3776aa375bd487f" /><Relationship Type="http://schemas.openxmlformats.org/officeDocument/2006/relationships/notesSlide" Target="/ppt/notesSlides/notesSlide11.xml" Id="Rb022fd241c2a441e" /><Relationship Type="http://schemas.openxmlformats.org/officeDocument/2006/relationships/slideLayout" Target="/ppt/slideLayouts/slideLayout1.xml" Id="R6ec7bae4a8ec4abb" /></Relationships>
</file>

<file path=ppt/slides/_rels/slide13.xml.rels>&#65279;<?xml version="1.0" encoding="utf-8"?><Relationships xmlns="http://schemas.openxmlformats.org/package/2006/relationships"><Relationship Type="http://schemas.openxmlformats.org/officeDocument/2006/relationships/image" Target="/ppt/media/image.png" Id="R5edc24ff96fc4b12" /><Relationship Type="http://schemas.openxmlformats.org/officeDocument/2006/relationships/image" Target="/ppt/media/image3.png" Id="Rf9fbca5ce6994b0c" /><Relationship Type="http://schemas.openxmlformats.org/officeDocument/2006/relationships/notesSlide" Target="/ppt/notesSlides/notesSlide12.xml" Id="R32ccdce780394d79" /><Relationship Type="http://schemas.openxmlformats.org/officeDocument/2006/relationships/slideLayout" Target="/ppt/slideLayouts/slideLayout1.xml" Id="R660fc85d711647ff" /></Relationships>
</file>

<file path=ppt/slides/_rels/slide14.xml.rels>&#65279;<?xml version="1.0" encoding="utf-8"?><Relationships xmlns="http://schemas.openxmlformats.org/package/2006/relationships"><Relationship Type="http://schemas.openxmlformats.org/officeDocument/2006/relationships/image" Target="/ppt/media/image.png" Id="R26bf774ce26b4ca7" /><Relationship Type="http://schemas.openxmlformats.org/officeDocument/2006/relationships/image" Target="/ppt/media/image3.png" Id="R4b17e6d6e854465c" /><Relationship Type="http://schemas.openxmlformats.org/officeDocument/2006/relationships/notesSlide" Target="/ppt/notesSlides/notesSlide13.xml" Id="R521d04b518c14a82" /><Relationship Type="http://schemas.openxmlformats.org/officeDocument/2006/relationships/slideLayout" Target="/ppt/slideLayouts/slideLayout1.xml" Id="R581449a44f45437c" /></Relationships>
</file>

<file path=ppt/slides/_rels/slide15.xml.rels>&#65279;<?xml version="1.0" encoding="utf-8"?><Relationships xmlns="http://schemas.openxmlformats.org/package/2006/relationships"><Relationship Type="http://schemas.openxmlformats.org/officeDocument/2006/relationships/image" Target="/ppt/media/image.png" Id="Ra1826d14a02e439c" /><Relationship Type="http://schemas.openxmlformats.org/officeDocument/2006/relationships/image" Target="/ppt/media/image3.png" Id="R1a2da845ef0542db" /><Relationship Type="http://schemas.openxmlformats.org/officeDocument/2006/relationships/notesSlide" Target="/ppt/notesSlides/notesSlide14.xml" Id="R7ef4102b34614de6" /><Relationship Type="http://schemas.openxmlformats.org/officeDocument/2006/relationships/slideLayout" Target="/ppt/slideLayouts/slideLayout1.xml" Id="R30ffae5398264370" /></Relationships>
</file>

<file path=ppt/slides/_rels/slide16.xml.rels>&#65279;<?xml version="1.0" encoding="utf-8"?><Relationships xmlns="http://schemas.openxmlformats.org/package/2006/relationships"><Relationship Type="http://schemas.openxmlformats.org/officeDocument/2006/relationships/image" Target="/ppt/media/image.png" Id="R160abb90671e4289" /><Relationship Type="http://schemas.openxmlformats.org/officeDocument/2006/relationships/image" Target="/ppt/media/image3.png" Id="R7f14e4f32f844d7a" /><Relationship Type="http://schemas.openxmlformats.org/officeDocument/2006/relationships/notesSlide" Target="/ppt/notesSlides/notesSlide15.xml" Id="Rb37411bc2d634cfb" /><Relationship Type="http://schemas.openxmlformats.org/officeDocument/2006/relationships/slideLayout" Target="/ppt/slideLayouts/slideLayout1.xml" Id="R47783dc47a22403b" /></Relationships>
</file>

<file path=ppt/slides/_rels/slide17.xml.rels>&#65279;<?xml version="1.0" encoding="utf-8"?><Relationships xmlns="http://schemas.openxmlformats.org/package/2006/relationships"><Relationship Type="http://schemas.openxmlformats.org/officeDocument/2006/relationships/image" Target="/ppt/media/image.png" Id="R6e2dde3ad5d34011" /><Relationship Type="http://schemas.openxmlformats.org/officeDocument/2006/relationships/image" Target="/ppt/media/image3.png" Id="R6787177a37894fae" /><Relationship Type="http://schemas.openxmlformats.org/officeDocument/2006/relationships/notesSlide" Target="/ppt/notesSlides/notesSlide16.xml" Id="Rd26db65703fd4df7" /><Relationship Type="http://schemas.openxmlformats.org/officeDocument/2006/relationships/slideLayout" Target="/ppt/slideLayouts/slideLayout1.xml" Id="R90b9603caddc496b" /></Relationships>
</file>

<file path=ppt/slides/_rels/slide18.xml.rels>&#65279;<?xml version="1.0" encoding="utf-8"?><Relationships xmlns="http://schemas.openxmlformats.org/package/2006/relationships"><Relationship Type="http://schemas.openxmlformats.org/officeDocument/2006/relationships/image" Target="/ppt/media/image.png" Id="R46a2317f1ba34d77" /><Relationship Type="http://schemas.openxmlformats.org/officeDocument/2006/relationships/image" Target="/ppt/media/image3.png" Id="R3ccbaccf78b74363" /><Relationship Type="http://schemas.openxmlformats.org/officeDocument/2006/relationships/notesSlide" Target="/ppt/notesSlides/notesSlide17.xml" Id="R841e972fbdea4ebf" /><Relationship Type="http://schemas.openxmlformats.org/officeDocument/2006/relationships/slideLayout" Target="/ppt/slideLayouts/slideLayout1.xml" Id="R61362d6ffe354874" /></Relationships>
</file>

<file path=ppt/slides/_rels/slide19.xml.rels>&#65279;<?xml version="1.0" encoding="utf-8"?><Relationships xmlns="http://schemas.openxmlformats.org/package/2006/relationships"><Relationship Type="http://schemas.openxmlformats.org/officeDocument/2006/relationships/image" Target="/ppt/media/image.png" Id="Rc37c7ecb657e4071" /><Relationship Type="http://schemas.openxmlformats.org/officeDocument/2006/relationships/image" Target="/ppt/media/image3.png" Id="R87237d334218433b" /><Relationship Type="http://schemas.openxmlformats.org/officeDocument/2006/relationships/notesSlide" Target="/ppt/notesSlides/notesSlide18.xml" Id="Rc9a138f877ff4f40" /><Relationship Type="http://schemas.openxmlformats.org/officeDocument/2006/relationships/slideLayout" Target="/ppt/slideLayouts/slideLayout1.xml" Id="R4e70f845ec774ad2" /></Relationships>
</file>

<file path=ppt/slides/_rels/slide20.xml.rels>&#65279;<?xml version="1.0" encoding="utf-8"?><Relationships xmlns="http://schemas.openxmlformats.org/package/2006/relationships"><Relationship Type="http://schemas.openxmlformats.org/officeDocument/2006/relationships/image" Target="/ppt/media/image.png" Id="R6c395496393f4820" /><Relationship Type="http://schemas.openxmlformats.org/officeDocument/2006/relationships/image" Target="/ppt/media/image3.png" Id="R2717ac4b0aee4fe7" /><Relationship Type="http://schemas.openxmlformats.org/officeDocument/2006/relationships/notesSlide" Target="/ppt/notesSlides/notesSlide19.xml" Id="Rc5e564296aa94a41" /><Relationship Type="http://schemas.openxmlformats.org/officeDocument/2006/relationships/slideLayout" Target="/ppt/slideLayouts/slideLayout1.xml" Id="R4bdd0e57a2104c04" /></Relationships>
</file>

<file path=ppt/slides/_rels/slide21.xml.rels>&#65279;<?xml version="1.0" encoding="utf-8"?><Relationships xmlns="http://schemas.openxmlformats.org/package/2006/relationships"><Relationship Type="http://schemas.openxmlformats.org/officeDocument/2006/relationships/image" Target="/ppt/media/image.png" Id="R9e35981b9b3a4a81" /><Relationship Type="http://schemas.openxmlformats.org/officeDocument/2006/relationships/image" Target="/ppt/media/image3.png" Id="R9db37d09fc7d4e4d" /><Relationship Type="http://schemas.openxmlformats.org/officeDocument/2006/relationships/notesSlide" Target="/ppt/notesSlides/notesSlide20.xml" Id="R373060971ed54f13" /><Relationship Type="http://schemas.openxmlformats.org/officeDocument/2006/relationships/slideLayout" Target="/ppt/slideLayouts/slideLayout1.xml" Id="R047feaa69da8402a" /></Relationships>
</file>

<file path=ppt/slides/_rels/slide22.xml.rels>&#65279;<?xml version="1.0" encoding="utf-8"?><Relationships xmlns="http://schemas.openxmlformats.org/package/2006/relationships"><Relationship Type="http://schemas.openxmlformats.org/officeDocument/2006/relationships/image" Target="/ppt/media/image.png" Id="R4d62dea0cea2422d" /><Relationship Type="http://schemas.openxmlformats.org/officeDocument/2006/relationships/image" Target="/ppt/media/image3.png" Id="Rdf48a830cfca4e7f" /><Relationship Type="http://schemas.openxmlformats.org/officeDocument/2006/relationships/notesSlide" Target="/ppt/notesSlides/notesSlide21.xml" Id="R8a9259d1e0874e81" /><Relationship Type="http://schemas.openxmlformats.org/officeDocument/2006/relationships/slideLayout" Target="/ppt/slideLayouts/slideLayout1.xml" Id="Rb2235224aafd40ef" /></Relationships>
</file>

<file path=ppt/slides/_rels/slide23.xml.rels>&#65279;<?xml version="1.0" encoding="utf-8"?><Relationships xmlns="http://schemas.openxmlformats.org/package/2006/relationships"><Relationship Type="http://schemas.openxmlformats.org/officeDocument/2006/relationships/image" Target="/ppt/media/image.png" Id="Rd8bab16aa3224d6a" /><Relationship Type="http://schemas.openxmlformats.org/officeDocument/2006/relationships/image" Target="/ppt/media/image3.png" Id="R9855fdad54f84099" /><Relationship Type="http://schemas.openxmlformats.org/officeDocument/2006/relationships/notesSlide" Target="/ppt/notesSlides/notesSlide22.xml" Id="R727603e8ca6d4434" /><Relationship Type="http://schemas.openxmlformats.org/officeDocument/2006/relationships/slideLayout" Target="/ppt/slideLayouts/slideLayout1.xml" Id="R18b03fab5977499a" /></Relationships>
</file>

<file path=ppt/slides/_rels/slide24.xml.rels>&#65279;<?xml version="1.0" encoding="utf-8"?><Relationships xmlns="http://schemas.openxmlformats.org/package/2006/relationships"><Relationship Type="http://schemas.openxmlformats.org/officeDocument/2006/relationships/image" Target="/ppt/media/image.png" Id="R33da67354c3841a0" /><Relationship Type="http://schemas.openxmlformats.org/officeDocument/2006/relationships/image" Target="/ppt/media/image3.png" Id="Rbc8705ee2107465e" /><Relationship Type="http://schemas.openxmlformats.org/officeDocument/2006/relationships/notesSlide" Target="/ppt/notesSlides/notesSlide23.xml" Id="R3032c17313374d91" /><Relationship Type="http://schemas.openxmlformats.org/officeDocument/2006/relationships/slideLayout" Target="/ppt/slideLayouts/slideLayout1.xml" Id="R42c1d33fe753446d" /></Relationships>
</file>

<file path=ppt/slides/_rels/slide25.xml.rels>&#65279;<?xml version="1.0" encoding="utf-8"?><Relationships xmlns="http://schemas.openxmlformats.org/package/2006/relationships"><Relationship Type="http://schemas.openxmlformats.org/officeDocument/2006/relationships/image" Target="/ppt/media/image.png" Id="R8a5ea383e9fd46c1" /><Relationship Type="http://schemas.openxmlformats.org/officeDocument/2006/relationships/image" Target="/ppt/media/image3.png" Id="Rda1961ccc7af40bc" /><Relationship Type="http://schemas.openxmlformats.org/officeDocument/2006/relationships/notesSlide" Target="/ppt/notesSlides/notesSlide24.xml" Id="R1d642d44f14f431c" /><Relationship Type="http://schemas.openxmlformats.org/officeDocument/2006/relationships/slideLayout" Target="/ppt/slideLayouts/slideLayout1.xml" Id="R3e8beef8ce3e4705" /></Relationships>
</file>

<file path=ppt/slides/_rels/slide26.xml.rels>&#65279;<?xml version="1.0" encoding="utf-8"?><Relationships xmlns="http://schemas.openxmlformats.org/package/2006/relationships"><Relationship Type="http://schemas.openxmlformats.org/officeDocument/2006/relationships/image" Target="/ppt/media/image.png" Id="Rff39a7978e2e4eae" /><Relationship Type="http://schemas.openxmlformats.org/officeDocument/2006/relationships/image" Target="/ppt/media/image3.png" Id="Rc579f2921a634e5c" /><Relationship Type="http://schemas.openxmlformats.org/officeDocument/2006/relationships/notesSlide" Target="/ppt/notesSlides/notesSlide25.xml" Id="R958a50a0486943fc" /><Relationship Type="http://schemas.openxmlformats.org/officeDocument/2006/relationships/slideLayout" Target="/ppt/slideLayouts/slideLayout1.xml" Id="R1bcac83c8f06430c" /></Relationships>
</file>

<file path=ppt/slides/_rels/slide27.xml.rels>&#65279;<?xml version="1.0" encoding="utf-8"?><Relationships xmlns="http://schemas.openxmlformats.org/package/2006/relationships"><Relationship Type="http://schemas.openxmlformats.org/officeDocument/2006/relationships/image" Target="/ppt/media/image.png" Id="R52d9adc4a9824129" /><Relationship Type="http://schemas.openxmlformats.org/officeDocument/2006/relationships/image" Target="/ppt/media/image3.png" Id="Rcb5356f7899c4227" /><Relationship Type="http://schemas.openxmlformats.org/officeDocument/2006/relationships/notesSlide" Target="/ppt/notesSlides/notesSlide26.xml" Id="R5b09979cd0ea4ba7" /><Relationship Type="http://schemas.openxmlformats.org/officeDocument/2006/relationships/slideLayout" Target="/ppt/slideLayouts/slideLayout1.xml" Id="Rb04f40cadbfd45d3" /></Relationships>
</file>

<file path=ppt/slides/_rels/slide28.xml.rels>&#65279;<?xml version="1.0" encoding="utf-8"?><Relationships xmlns="http://schemas.openxmlformats.org/package/2006/relationships"><Relationship Type="http://schemas.openxmlformats.org/officeDocument/2006/relationships/image" Target="/ppt/media/image.png" Id="Rbb4acab939714a70" /><Relationship Type="http://schemas.openxmlformats.org/officeDocument/2006/relationships/image" Target="/ppt/media/image3.png" Id="R3d98968bcfa84f45" /><Relationship Type="http://schemas.openxmlformats.org/officeDocument/2006/relationships/notesSlide" Target="/ppt/notesSlides/notesSlide27.xml" Id="R5db6d4ccc0294a03" /><Relationship Type="http://schemas.openxmlformats.org/officeDocument/2006/relationships/slideLayout" Target="/ppt/slideLayouts/slideLayout1.xml" Id="Rfbb3dbae0974428e" /></Relationships>
</file>

<file path=ppt/slides/_rels/slide29.xml.rels>&#65279;<?xml version="1.0" encoding="utf-8"?><Relationships xmlns="http://schemas.openxmlformats.org/package/2006/relationships"><Relationship Type="http://schemas.openxmlformats.org/officeDocument/2006/relationships/image" Target="/ppt/media/image.png" Id="R58e1d60c460a43a7" /><Relationship Type="http://schemas.openxmlformats.org/officeDocument/2006/relationships/image" Target="/ppt/media/image3.png" Id="R79f0999cfbed4488" /><Relationship Type="http://schemas.openxmlformats.org/officeDocument/2006/relationships/notesSlide" Target="/ppt/notesSlides/notesSlide28.xml" Id="Rd6c0a730f4284629" /><Relationship Type="http://schemas.openxmlformats.org/officeDocument/2006/relationships/slideLayout" Target="/ppt/slideLayouts/slideLayout1.xml" Id="R5f907c941dde4173" /></Relationships>
</file>

<file path=ppt/slides/_rels/slide30.xml.rels>&#65279;<?xml version="1.0" encoding="utf-8"?><Relationships xmlns="http://schemas.openxmlformats.org/package/2006/relationships"><Relationship Type="http://schemas.openxmlformats.org/officeDocument/2006/relationships/image" Target="/ppt/media/image.png" Id="R5c31c58373024dae" /><Relationship Type="http://schemas.openxmlformats.org/officeDocument/2006/relationships/image" Target="/ppt/media/image3.png" Id="Rfd7536dee9fa4563" /><Relationship Type="http://schemas.openxmlformats.org/officeDocument/2006/relationships/notesSlide" Target="/ppt/notesSlides/notesSlide29.xml" Id="R32cf4ef1e7b547ea" /><Relationship Type="http://schemas.openxmlformats.org/officeDocument/2006/relationships/slideLayout" Target="/ppt/slideLayouts/slideLayout1.xml" Id="R22b3526807714009" /></Relationships>
</file>

<file path=ppt/slides/_rels/slide31.xml.rels>&#65279;<?xml version="1.0" encoding="utf-8"?><Relationships xmlns="http://schemas.openxmlformats.org/package/2006/relationships"><Relationship Type="http://schemas.openxmlformats.org/officeDocument/2006/relationships/image" Target="/ppt/media/image.png" Id="R23bbba928d3149a3" /><Relationship Type="http://schemas.openxmlformats.org/officeDocument/2006/relationships/image" Target="/ppt/media/image3.png" Id="R6e0806de4100419a" /><Relationship Type="http://schemas.openxmlformats.org/officeDocument/2006/relationships/notesSlide" Target="/ppt/notesSlides/notesSlide30.xml" Id="R7e23e3a6fa9a4a26" /><Relationship Type="http://schemas.openxmlformats.org/officeDocument/2006/relationships/slideLayout" Target="/ppt/slideLayouts/slideLayout1.xml" Id="Rbd5bbe5db3d8409a" /></Relationships>
</file>

<file path=ppt/slides/_rels/slide32.xml.rels>&#65279;<?xml version="1.0" encoding="utf-8"?><Relationships xmlns="http://schemas.openxmlformats.org/package/2006/relationships"><Relationship Type="http://schemas.openxmlformats.org/officeDocument/2006/relationships/image" Target="/ppt/media/image.png" Id="R7a7909e9c5f240e9" /><Relationship Type="http://schemas.openxmlformats.org/officeDocument/2006/relationships/image" Target="/ppt/media/image3.png" Id="R8ef1675ed7c1482f" /><Relationship Type="http://schemas.openxmlformats.org/officeDocument/2006/relationships/notesSlide" Target="/ppt/notesSlides/notesSlide31.xml" Id="R5dbb695bb67a4fe7" /><Relationship Type="http://schemas.openxmlformats.org/officeDocument/2006/relationships/slideLayout" Target="/ppt/slideLayouts/slideLayout1.xml" Id="R15fa39b662784e88" /></Relationships>
</file>

<file path=ppt/slides/_rels/slide33.xml.rels>&#65279;<?xml version="1.0" encoding="utf-8"?><Relationships xmlns="http://schemas.openxmlformats.org/package/2006/relationships"><Relationship Type="http://schemas.openxmlformats.org/officeDocument/2006/relationships/image" Target="/ppt/media/image.png" Id="Raf7f75b04d14458d" /><Relationship Type="http://schemas.openxmlformats.org/officeDocument/2006/relationships/image" Target="/ppt/media/image3.png" Id="R2c147e653b8c43aa" /><Relationship Type="http://schemas.openxmlformats.org/officeDocument/2006/relationships/notesSlide" Target="/ppt/notesSlides/notesSlide32.xml" Id="R50a0e056a5114214" /><Relationship Type="http://schemas.openxmlformats.org/officeDocument/2006/relationships/slideLayout" Target="/ppt/slideLayouts/slideLayout1.xml" Id="R893dc10cc29d40ff" /></Relationships>
</file>

<file path=ppt/slides/_rels/slide34.xml.rels>&#65279;<?xml version="1.0" encoding="utf-8"?><Relationships xmlns="http://schemas.openxmlformats.org/package/2006/relationships"><Relationship Type="http://schemas.openxmlformats.org/officeDocument/2006/relationships/image" Target="/ppt/media/image.png" Id="Rd09c82dc86b14dfb" /><Relationship Type="http://schemas.openxmlformats.org/officeDocument/2006/relationships/image" Target="/ppt/media/image3.png" Id="Rb209669a98764fdc" /><Relationship Type="http://schemas.openxmlformats.org/officeDocument/2006/relationships/notesSlide" Target="/ppt/notesSlides/notesSlide33.xml" Id="R0bc63351b81648c1" /><Relationship Type="http://schemas.openxmlformats.org/officeDocument/2006/relationships/slideLayout" Target="/ppt/slideLayouts/slideLayout1.xml" Id="Rc6a1e545c99e4656" /></Relationships>
</file>

<file path=ppt/slides/_rels/slide35.xml.rels>&#65279;<?xml version="1.0" encoding="utf-8"?><Relationships xmlns="http://schemas.openxmlformats.org/package/2006/relationships"><Relationship Type="http://schemas.openxmlformats.org/officeDocument/2006/relationships/image" Target="/ppt/media/image.png" Id="R9833f9b0cbda448a" /><Relationship Type="http://schemas.openxmlformats.org/officeDocument/2006/relationships/image" Target="/ppt/media/image3.png" Id="R97066da629c64216" /><Relationship Type="http://schemas.openxmlformats.org/officeDocument/2006/relationships/notesSlide" Target="/ppt/notesSlides/notesSlide34.xml" Id="R6ebe0ee3fdd9447d" /><Relationship Type="http://schemas.openxmlformats.org/officeDocument/2006/relationships/slideLayout" Target="/ppt/slideLayouts/slideLayout1.xml" Id="R18c56d57fbe34dbe" /></Relationships>
</file>

<file path=ppt/slides/_rels/slide36.xml.rels>&#65279;<?xml version="1.0" encoding="utf-8"?><Relationships xmlns="http://schemas.openxmlformats.org/package/2006/relationships"><Relationship Type="http://schemas.openxmlformats.org/officeDocument/2006/relationships/image" Target="/ppt/media/image.png" Id="Rcdbe86e31d7744e4" /><Relationship Type="http://schemas.openxmlformats.org/officeDocument/2006/relationships/image" Target="/ppt/media/image3.png" Id="Ra675911932c54b50" /><Relationship Type="http://schemas.openxmlformats.org/officeDocument/2006/relationships/notesSlide" Target="/ppt/notesSlides/notesSlide35.xml" Id="Rceca930106eb407e" /><Relationship Type="http://schemas.openxmlformats.org/officeDocument/2006/relationships/slideLayout" Target="/ppt/slideLayouts/slideLayout1.xml" Id="R999a3eb662d74e06" /></Relationships>
</file>

<file path=ppt/slides/_rels/slide37.xml.rels>&#65279;<?xml version="1.0" encoding="utf-8"?><Relationships xmlns="http://schemas.openxmlformats.org/package/2006/relationships"><Relationship Type="http://schemas.openxmlformats.org/officeDocument/2006/relationships/image" Target="/ppt/media/image.png" Id="R1b7c80e77b144854" /><Relationship Type="http://schemas.openxmlformats.org/officeDocument/2006/relationships/image" Target="/ppt/media/image3.png" Id="Rb0e262ad1e04442c" /><Relationship Type="http://schemas.openxmlformats.org/officeDocument/2006/relationships/notesSlide" Target="/ppt/notesSlides/notesSlide36.xml" Id="R690bde60c0454ede" /><Relationship Type="http://schemas.openxmlformats.org/officeDocument/2006/relationships/slideLayout" Target="/ppt/slideLayouts/slideLayout1.xml" Id="R272f17f90aba4eeb" /></Relationships>
</file>

<file path=ppt/slides/_rels/slide38.xml.rels>&#65279;<?xml version="1.0" encoding="utf-8"?><Relationships xmlns="http://schemas.openxmlformats.org/package/2006/relationships"><Relationship Type="http://schemas.openxmlformats.org/officeDocument/2006/relationships/image" Target="/ppt/media/image.png" Id="Re28731e77dcd4560" /><Relationship Type="http://schemas.openxmlformats.org/officeDocument/2006/relationships/image" Target="/ppt/media/image3.png" Id="Re12a46400a87469f" /><Relationship Type="http://schemas.openxmlformats.org/officeDocument/2006/relationships/notesSlide" Target="/ppt/notesSlides/notesSlide37.xml" Id="R5cd23cf42f3e44ec" /><Relationship Type="http://schemas.openxmlformats.org/officeDocument/2006/relationships/slideLayout" Target="/ppt/slideLayouts/slideLayout1.xml" Id="R755069079c244d0d" /></Relationships>
</file>

<file path=ppt/slides/_rels/slide39.xml.rels>&#65279;<?xml version="1.0" encoding="utf-8"?><Relationships xmlns="http://schemas.openxmlformats.org/package/2006/relationships"><Relationship Type="http://schemas.openxmlformats.org/officeDocument/2006/relationships/image" Target="/ppt/media/image.png" Id="Rbd34eadb8b774401" /><Relationship Type="http://schemas.openxmlformats.org/officeDocument/2006/relationships/image" Target="/ppt/media/image3.png" Id="Rb8d60aff5665418c" /><Relationship Type="http://schemas.openxmlformats.org/officeDocument/2006/relationships/notesSlide" Target="/ppt/notesSlides/notesSlide38.xml" Id="Re5b2063f9b794eef" /><Relationship Type="http://schemas.openxmlformats.org/officeDocument/2006/relationships/slideLayout" Target="/ppt/slideLayouts/slideLayout1.xml" Id="R31855294df4e4694" /></Relationships>
</file>

<file path=ppt/slides/_rels/slide40.xml.rels>&#65279;<?xml version="1.0" encoding="utf-8"?><Relationships xmlns="http://schemas.openxmlformats.org/package/2006/relationships"><Relationship Type="http://schemas.openxmlformats.org/officeDocument/2006/relationships/image" Target="/ppt/media/image.png" Id="Ra849bc14dc1c40b8" /><Relationship Type="http://schemas.openxmlformats.org/officeDocument/2006/relationships/image" Target="/ppt/media/image3.png" Id="Rc03ea27dd91a4e84" /><Relationship Type="http://schemas.openxmlformats.org/officeDocument/2006/relationships/notesSlide" Target="/ppt/notesSlides/notesSlide39.xml" Id="R9f8b096238484409" /><Relationship Type="http://schemas.openxmlformats.org/officeDocument/2006/relationships/slideLayout" Target="/ppt/slideLayouts/slideLayout1.xml" Id="R2bd24976aea34510" /></Relationships>
</file>

<file path=ppt/slides/_rels/slide41.xml.rels>&#65279;<?xml version="1.0" encoding="utf-8"?><Relationships xmlns="http://schemas.openxmlformats.org/package/2006/relationships"><Relationship Type="http://schemas.openxmlformats.org/officeDocument/2006/relationships/image" Target="/ppt/media/image.png" Id="R8c20b211cc464ec8" /><Relationship Type="http://schemas.openxmlformats.org/officeDocument/2006/relationships/image" Target="/ppt/media/image3.png" Id="Rd1b2ba82611e47dc" /><Relationship Type="http://schemas.openxmlformats.org/officeDocument/2006/relationships/notesSlide" Target="/ppt/notesSlides/notesSlide40.xml" Id="R4ee7431fd5cc46b4" /><Relationship Type="http://schemas.openxmlformats.org/officeDocument/2006/relationships/slideLayout" Target="/ppt/slideLayouts/slideLayout1.xml" Id="R25d24d512edf4d4d" /></Relationships>
</file>

<file path=ppt/slides/_rels/slide42.xml.rels>&#65279;<?xml version="1.0" encoding="utf-8"?><Relationships xmlns="http://schemas.openxmlformats.org/package/2006/relationships"><Relationship Type="http://schemas.openxmlformats.org/officeDocument/2006/relationships/image" Target="/ppt/media/image.png" Id="R75638a14f6e5431c" /><Relationship Type="http://schemas.openxmlformats.org/officeDocument/2006/relationships/image" Target="/ppt/media/image3.png" Id="R0d4e8a86aa074b60" /><Relationship Type="http://schemas.openxmlformats.org/officeDocument/2006/relationships/notesSlide" Target="/ppt/notesSlides/notesSlide41.xml" Id="R5ffbaa0fcb484eec" /><Relationship Type="http://schemas.openxmlformats.org/officeDocument/2006/relationships/slideLayout" Target="/ppt/slideLayouts/slideLayout1.xml" Id="Rc912b6840bcd45d5" /></Relationships>
</file>

<file path=ppt/slides/_rels/slide43.xml.rels>&#65279;<?xml version="1.0" encoding="utf-8"?><Relationships xmlns="http://schemas.openxmlformats.org/package/2006/relationships"><Relationship Type="http://schemas.openxmlformats.org/officeDocument/2006/relationships/image" Target="/ppt/media/image.png" Id="R6ef956db1cff4d62" /><Relationship Type="http://schemas.openxmlformats.org/officeDocument/2006/relationships/image" Target="/ppt/media/image3.png" Id="R055aa66f94384205" /><Relationship Type="http://schemas.openxmlformats.org/officeDocument/2006/relationships/notesSlide" Target="/ppt/notesSlides/notesSlide42.xml" Id="R32b1e556db5b48ec" /><Relationship Type="http://schemas.openxmlformats.org/officeDocument/2006/relationships/slideLayout" Target="/ppt/slideLayouts/slideLayout1.xml" Id="R4e4de1ccf3404129" /></Relationships>
</file>

<file path=ppt/slides/_rels/slide44.xml.rels>&#65279;<?xml version="1.0" encoding="utf-8"?><Relationships xmlns="http://schemas.openxmlformats.org/package/2006/relationships"><Relationship Type="http://schemas.openxmlformats.org/officeDocument/2006/relationships/image" Target="/ppt/media/image.png" Id="Re49843f790644c28" /><Relationship Type="http://schemas.openxmlformats.org/officeDocument/2006/relationships/image" Target="/ppt/media/image3.png" Id="R7466c4fe69654c8b" /><Relationship Type="http://schemas.openxmlformats.org/officeDocument/2006/relationships/notesSlide" Target="/ppt/notesSlides/notesSlide43.xml" Id="Rd4308a05872a4463" /><Relationship Type="http://schemas.openxmlformats.org/officeDocument/2006/relationships/slideLayout" Target="/ppt/slideLayouts/slideLayout1.xml" Id="Rc7435c1f910d4f33" /></Relationships>
</file>

<file path=ppt/slides/_rels/slide45.xml.rels>&#65279;<?xml version="1.0" encoding="utf-8"?><Relationships xmlns="http://schemas.openxmlformats.org/package/2006/relationships"><Relationship Type="http://schemas.openxmlformats.org/officeDocument/2006/relationships/image" Target="/ppt/media/image.png" Id="R437994c7f75b428b" /><Relationship Type="http://schemas.openxmlformats.org/officeDocument/2006/relationships/image" Target="/ppt/media/image3.png" Id="Re6e2acd1e1294e74" /><Relationship Type="http://schemas.openxmlformats.org/officeDocument/2006/relationships/notesSlide" Target="/ppt/notesSlides/notesSlide44.xml" Id="R133fcc65a2364735" /><Relationship Type="http://schemas.openxmlformats.org/officeDocument/2006/relationships/slideLayout" Target="/ppt/slideLayouts/slideLayout1.xml" Id="R6610873971594389" /></Relationships>
</file>

<file path=ppt/slides/_rels/slide46.xml.rels>&#65279;<?xml version="1.0" encoding="utf-8"?><Relationships xmlns="http://schemas.openxmlformats.org/package/2006/relationships"><Relationship Type="http://schemas.openxmlformats.org/officeDocument/2006/relationships/image" Target="/ppt/media/image.png" Id="R077cc67652a24f10" /><Relationship Type="http://schemas.openxmlformats.org/officeDocument/2006/relationships/image" Target="/ppt/media/image3.png" Id="R1b3165dc681f4834" /><Relationship Type="http://schemas.openxmlformats.org/officeDocument/2006/relationships/notesSlide" Target="/ppt/notesSlides/notesSlide45.xml" Id="R54714cbac8894b83" /><Relationship Type="http://schemas.openxmlformats.org/officeDocument/2006/relationships/slideLayout" Target="/ppt/slideLayouts/slideLayout1.xml" Id="Rd5797a85452a4d35" /></Relationships>
</file>

<file path=ppt/slides/_rels/slide47.xml.rels>&#65279;<?xml version="1.0" encoding="utf-8"?><Relationships xmlns="http://schemas.openxmlformats.org/package/2006/relationships"><Relationship Type="http://schemas.openxmlformats.org/officeDocument/2006/relationships/image" Target="/ppt/media/image.png" Id="Rf5dd4d626da74ac5" /><Relationship Type="http://schemas.openxmlformats.org/officeDocument/2006/relationships/image" Target="/ppt/media/image3.png" Id="R94cf4768e9114611" /><Relationship Type="http://schemas.openxmlformats.org/officeDocument/2006/relationships/notesSlide" Target="/ppt/notesSlides/notesSlide46.xml" Id="R4686aa3e68934f5b" /><Relationship Type="http://schemas.openxmlformats.org/officeDocument/2006/relationships/slideLayout" Target="/ppt/slideLayouts/slideLayout1.xml" Id="R1cffc00c692543ef" /><Relationship Type="http://schemas.openxmlformats.org/officeDocument/2006/relationships/hyperlink" Target="https://www.geeksforgeeks.org/dsa/dsa-tutorial-learn-data-structures-and-algorithms/?utm_source=chatgpt.com" TargetMode="External" Id="rcId1c69974d954448d4" /><Relationship Type="http://schemas.openxmlformats.org/officeDocument/2006/relationships/hyperlink" Target="https://www.w3schools.com/dsa/dsa_data_stacks.php?utm_source=chatgpt.com" TargetMode="External" Id="rcId36d0187678e54d56" /><Relationship Type="http://schemas.openxmlformats.org/officeDocument/2006/relationships/hyperlink" Target="https://www.programiz.com/dsa/queue?utm_source=chatgpt.com" TargetMode="External" Id="rcId9ac7d41ab4754eeb" /><Relationship Type="http://schemas.openxmlformats.org/officeDocument/2006/relationships/hyperlink" Target="https://www.tutorialspoint.com/data_structures_algorithms/linked_list_algorithms.htm" TargetMode="External" Id="rcId6dc520fdc3ea496e" /></Relationships>
</file>

<file path=ppt/slides/_rels/slide48.xml.rels>&#65279;<?xml version="1.0" encoding="utf-8"?><Relationships xmlns="http://schemas.openxmlformats.org/package/2006/relationships"><Relationship Type="http://schemas.openxmlformats.org/officeDocument/2006/relationships/image" Target="/ppt/media/image.png" Id="Rbd2602008d564161" /><Relationship Type="http://schemas.openxmlformats.org/officeDocument/2006/relationships/image" Target="/ppt/media/image3.png" Id="R918bbf575430483d" /><Relationship Type="http://schemas.openxmlformats.org/officeDocument/2006/relationships/slideLayout" Target="/ppt/slideLayouts/slideLayout1.xml" Id="Rea7d6c82ea4d42e7" /></Relationships>
</file>

<file path=ppt/slides/_rels/slide49.xml.rels>&#65279;<?xml version="1.0" encoding="utf-8"?><Relationships xmlns="http://schemas.openxmlformats.org/package/2006/relationships"><Relationship Type="http://schemas.openxmlformats.org/officeDocument/2006/relationships/image" Target="/ppt/media/image.png" Id="R7e0bd18b107145c7" /><Relationship Type="http://schemas.openxmlformats.org/officeDocument/2006/relationships/image" Target="/ppt/media/image2.png" Id="Rf039b79d029b4d32" /><Relationship Type="http://schemas.openxmlformats.org/officeDocument/2006/relationships/slideLayout" Target="/ppt/slideLayouts/slideLayout2.xml" Id="Re1b7cb7fcbc2444d" /></Relationships>
</file>

<file path=ppt/slides/_rels/slide50.xml.rels>&#65279;<?xml version="1.0" encoding="utf-8"?><Relationships xmlns="http://schemas.openxmlformats.org/package/2006/relationships"><Relationship Type="http://schemas.openxmlformats.org/officeDocument/2006/relationships/image" Target="/ppt/media/image.png" Id="Re58b4f3fbbf64bdb" /><Relationship Type="http://schemas.openxmlformats.org/officeDocument/2006/relationships/image" Target="/ppt/media/image3.png" Id="Rfea5a8dd610f4c19" /><Relationship Type="http://schemas.openxmlformats.org/officeDocument/2006/relationships/notesSlide" Target="/ppt/notesSlides/notesSlide47.xml" Id="R41e9cd310dc74bee" /><Relationship Type="http://schemas.openxmlformats.org/officeDocument/2006/relationships/slideLayout" Target="/ppt/slideLayouts/slideLayout1.xml" Id="R7da656c10c0c4ea6" /></Relationships>
</file>

<file path=ppt/slides/_rels/slide51.xml.rels>&#65279;<?xml version="1.0" encoding="utf-8"?><Relationships xmlns="http://schemas.openxmlformats.org/package/2006/relationships"><Relationship Type="http://schemas.openxmlformats.org/officeDocument/2006/relationships/image" Target="/ppt/media/image.png" Id="R2faccb9cc41c49b1" /><Relationship Type="http://schemas.openxmlformats.org/officeDocument/2006/relationships/image" Target="/ppt/media/image3.png" Id="R11861324b77c4d86" /><Relationship Type="http://schemas.openxmlformats.org/officeDocument/2006/relationships/notesSlide" Target="/ppt/notesSlides/notesSlide48.xml" Id="Rf1b04a6248804cbc" /><Relationship Type="http://schemas.openxmlformats.org/officeDocument/2006/relationships/slideLayout" Target="/ppt/slideLayouts/slideLayout1.xml" Id="Ref5124ae09d34294" /></Relationships>
</file>

<file path=ppt/slides/_rels/slide52.xml.rels>&#65279;<?xml version="1.0" encoding="utf-8"?><Relationships xmlns="http://schemas.openxmlformats.org/package/2006/relationships"><Relationship Type="http://schemas.openxmlformats.org/officeDocument/2006/relationships/image" Target="/ppt/media/image.png" Id="R22cb56089d5d4d69" /><Relationship Type="http://schemas.openxmlformats.org/officeDocument/2006/relationships/image" Target="/ppt/media/image3.png" Id="Rad206bb9820e40a0" /><Relationship Type="http://schemas.openxmlformats.org/officeDocument/2006/relationships/notesSlide" Target="/ppt/notesSlides/notesSlide49.xml" Id="R756e369d020246c2" /><Relationship Type="http://schemas.openxmlformats.org/officeDocument/2006/relationships/slideLayout" Target="/ppt/slideLayouts/slideLayout1.xml" Id="Racb41c3c964f4dbe" /></Relationships>
</file>

<file path=ppt/slides/_rels/slide53.xml.rels>&#65279;<?xml version="1.0" encoding="utf-8"?><Relationships xmlns="http://schemas.openxmlformats.org/package/2006/relationships"><Relationship Type="http://schemas.openxmlformats.org/officeDocument/2006/relationships/image" Target="/ppt/media/image.png" Id="R82902e04e20f4122" /><Relationship Type="http://schemas.openxmlformats.org/officeDocument/2006/relationships/image" Target="/ppt/media/image3.png" Id="R67cdbf1ce5414100" /><Relationship Type="http://schemas.openxmlformats.org/officeDocument/2006/relationships/notesSlide" Target="/ppt/notesSlides/notesSlide50.xml" Id="R18c2f1f006b74d69" /><Relationship Type="http://schemas.openxmlformats.org/officeDocument/2006/relationships/slideLayout" Target="/ppt/slideLayouts/slideLayout1.xml" Id="R123f8e701cc346c8" /></Relationships>
</file>

<file path=ppt/slides/_rels/slide54.xml.rels>&#65279;<?xml version="1.0" encoding="utf-8"?><Relationships xmlns="http://schemas.openxmlformats.org/package/2006/relationships"><Relationship Type="http://schemas.openxmlformats.org/officeDocument/2006/relationships/image" Target="/ppt/media/image.png" Id="Re712660e527a4e57" /><Relationship Type="http://schemas.openxmlformats.org/officeDocument/2006/relationships/image" Target="/ppt/media/image3.png" Id="Rf33fcb4f6004468f" /><Relationship Type="http://schemas.openxmlformats.org/officeDocument/2006/relationships/notesSlide" Target="/ppt/notesSlides/notesSlide51.xml" Id="R44136ccd5c1640da" /><Relationship Type="http://schemas.openxmlformats.org/officeDocument/2006/relationships/slideLayout" Target="/ppt/slideLayouts/slideLayout1.xml" Id="R42382311e6514461" /></Relationships>
</file>

<file path=ppt/slides/_rels/slide55.xml.rels>&#65279;<?xml version="1.0" encoding="utf-8"?><Relationships xmlns="http://schemas.openxmlformats.org/package/2006/relationships"><Relationship Type="http://schemas.openxmlformats.org/officeDocument/2006/relationships/image" Target="/ppt/media/image.png" Id="R539b52b7b0154058" /><Relationship Type="http://schemas.openxmlformats.org/officeDocument/2006/relationships/image" Target="/ppt/media/image3.png" Id="Rca3fa6bd742f4ffd" /><Relationship Type="http://schemas.openxmlformats.org/officeDocument/2006/relationships/notesSlide" Target="/ppt/notesSlides/notesSlide52.xml" Id="Ra8044a5272c74d28" /><Relationship Type="http://schemas.openxmlformats.org/officeDocument/2006/relationships/slideLayout" Target="/ppt/slideLayouts/slideLayout1.xml" Id="Re413eccde4bf45dc" /></Relationships>
</file>

<file path=ppt/slides/_rels/slide56.xml.rels>&#65279;<?xml version="1.0" encoding="utf-8"?><Relationships xmlns="http://schemas.openxmlformats.org/package/2006/relationships"><Relationship Type="http://schemas.openxmlformats.org/officeDocument/2006/relationships/image" Target="/ppt/media/image.png" Id="R24a5617991a04f23" /><Relationship Type="http://schemas.openxmlformats.org/officeDocument/2006/relationships/image" Target="/ppt/media/image3.png" Id="Rab07350e6d424cb2" /><Relationship Type="http://schemas.openxmlformats.org/officeDocument/2006/relationships/image" Target="/ppt/media/image4.png" Id="R940101b85d0e4170" /><Relationship Type="http://schemas.openxmlformats.org/officeDocument/2006/relationships/notesSlide" Target="/ppt/notesSlides/notesSlide53.xml" Id="R628a65f6eb604067" /><Relationship Type="http://schemas.openxmlformats.org/officeDocument/2006/relationships/slideLayout" Target="/ppt/slideLayouts/slideLayout1.xml" Id="Ra789ab02b22e4383" /></Relationships>
</file>

<file path=ppt/slides/_rels/slide57.xml.rels>&#65279;<?xml version="1.0" encoding="utf-8"?><Relationships xmlns="http://schemas.openxmlformats.org/package/2006/relationships"><Relationship Type="http://schemas.openxmlformats.org/officeDocument/2006/relationships/image" Target="/ppt/media/image.png" Id="R1a93538506044a0f" /><Relationship Type="http://schemas.openxmlformats.org/officeDocument/2006/relationships/image" Target="/ppt/media/image3.png" Id="R9fbe9736598447bc" /><Relationship Type="http://schemas.openxmlformats.org/officeDocument/2006/relationships/image" Target="/ppt/media/image5.png" Id="R7ed3c943ee5d45ed" /><Relationship Type="http://schemas.openxmlformats.org/officeDocument/2006/relationships/notesSlide" Target="/ppt/notesSlides/notesSlide54.xml" Id="Rc788de858cdf4a42" /><Relationship Type="http://schemas.openxmlformats.org/officeDocument/2006/relationships/slideLayout" Target="/ppt/slideLayouts/slideLayout1.xml" Id="R0199193894fd448c" /></Relationships>
</file>

<file path=ppt/slides/_rels/slide58.xml.rels>&#65279;<?xml version="1.0" encoding="utf-8"?><Relationships xmlns="http://schemas.openxmlformats.org/package/2006/relationships"><Relationship Type="http://schemas.openxmlformats.org/officeDocument/2006/relationships/image" Target="/ppt/media/image.png" Id="Rd70a1ed7322a4211" /><Relationship Type="http://schemas.openxmlformats.org/officeDocument/2006/relationships/image" Target="/ppt/media/image3.png" Id="Rb757f8feb61e4e45" /><Relationship Type="http://schemas.openxmlformats.org/officeDocument/2006/relationships/image" Target="/ppt/media/image5.png" Id="R1a6fe6b3d982469a" /><Relationship Type="http://schemas.openxmlformats.org/officeDocument/2006/relationships/image" Target="/ppt/media/image6.png" Id="R8b45b78df73b4325" /><Relationship Type="http://schemas.openxmlformats.org/officeDocument/2006/relationships/notesSlide" Target="/ppt/notesSlides/notesSlide55.xml" Id="Ra7368d1746fa4988" /><Relationship Type="http://schemas.openxmlformats.org/officeDocument/2006/relationships/slideLayout" Target="/ppt/slideLayouts/slideLayout1.xml" Id="R43eb01e718e04e96" /></Relationships>
</file>

<file path=ppt/slides/_rels/slide59.xml.rels>&#65279;<?xml version="1.0" encoding="utf-8"?><Relationships xmlns="http://schemas.openxmlformats.org/package/2006/relationships"><Relationship Type="http://schemas.openxmlformats.org/officeDocument/2006/relationships/image" Target="/ppt/media/image.png" Id="Rea4378d577044ab9" /><Relationship Type="http://schemas.openxmlformats.org/officeDocument/2006/relationships/image" Target="/ppt/media/image3.png" Id="Rd76fd5dc44d54c16" /><Relationship Type="http://schemas.openxmlformats.org/officeDocument/2006/relationships/notesSlide" Target="/ppt/notesSlides/notesSlide56.xml" Id="R02ad2f2074d94ae7" /><Relationship Type="http://schemas.openxmlformats.org/officeDocument/2006/relationships/slideLayout" Target="/ppt/slideLayouts/slideLayout1.xml" Id="Re21d4e71ad504657" /></Relationships>
</file>

<file path=ppt/slides/_rels/slide60.xml.rels>&#65279;<?xml version="1.0" encoding="utf-8"?><Relationships xmlns="http://schemas.openxmlformats.org/package/2006/relationships"><Relationship Type="http://schemas.openxmlformats.org/officeDocument/2006/relationships/image" Target="/ppt/media/image.png" Id="R5f5c19e4792f44aa" /><Relationship Type="http://schemas.openxmlformats.org/officeDocument/2006/relationships/image" Target="/ppt/media/image3.png" Id="Rd4244bcb201e41d1" /><Relationship Type="http://schemas.openxmlformats.org/officeDocument/2006/relationships/image" Target="/ppt/media/image5.png" Id="Ra1b7097ee6cd4453" /><Relationship Type="http://schemas.openxmlformats.org/officeDocument/2006/relationships/notesSlide" Target="/ppt/notesSlides/notesSlide57.xml" Id="Re1e62ebe76204d36" /><Relationship Type="http://schemas.openxmlformats.org/officeDocument/2006/relationships/slideLayout" Target="/ppt/slideLayouts/slideLayout1.xml" Id="Re9b606d5bd3346dd" /></Relationships>
</file>

<file path=ppt/slides/_rels/slide61.xml.rels>&#65279;<?xml version="1.0" encoding="utf-8"?><Relationships xmlns="http://schemas.openxmlformats.org/package/2006/relationships"><Relationship Type="http://schemas.openxmlformats.org/officeDocument/2006/relationships/image" Target="/ppt/media/image.png" Id="Rf78bfa3345ce403b" /><Relationship Type="http://schemas.openxmlformats.org/officeDocument/2006/relationships/image" Target="/ppt/media/image3.png" Id="Re5dd54597ee84d3d" /><Relationship Type="http://schemas.openxmlformats.org/officeDocument/2006/relationships/image" Target="/ppt/media/image5.png" Id="Rfaacc7f9158b446d" /><Relationship Type="http://schemas.openxmlformats.org/officeDocument/2006/relationships/image" Target="/ppt/media/image7.png" Id="Rc9bd2848794643fc" /><Relationship Type="http://schemas.openxmlformats.org/officeDocument/2006/relationships/notesSlide" Target="/ppt/notesSlides/notesSlide58.xml" Id="R5eeffddc2b2046af" /><Relationship Type="http://schemas.openxmlformats.org/officeDocument/2006/relationships/slideLayout" Target="/ppt/slideLayouts/slideLayout1.xml" Id="R11c8b6d87eef4d79" /></Relationships>
</file>

<file path=ppt/slides/_rels/slide62.xml.rels>&#65279;<?xml version="1.0" encoding="utf-8"?><Relationships xmlns="http://schemas.openxmlformats.org/package/2006/relationships"><Relationship Type="http://schemas.openxmlformats.org/officeDocument/2006/relationships/image" Target="/ppt/media/image.png" Id="R08a9b863258c43fe" /><Relationship Type="http://schemas.openxmlformats.org/officeDocument/2006/relationships/image" Target="/ppt/media/image3.png" Id="R0bbaccd03e2c40a4" /><Relationship Type="http://schemas.openxmlformats.org/officeDocument/2006/relationships/image" Target="/ppt/media/image5.png" Id="Rb9d70a0f6fc64913" /><Relationship Type="http://schemas.openxmlformats.org/officeDocument/2006/relationships/image" Target="/ppt/media/image8.png" Id="R23b47d5fef884177" /><Relationship Type="http://schemas.openxmlformats.org/officeDocument/2006/relationships/notesSlide" Target="/ppt/notesSlides/notesSlide59.xml" Id="R9ad1a34ec0504989" /><Relationship Type="http://schemas.openxmlformats.org/officeDocument/2006/relationships/slideLayout" Target="/ppt/slideLayouts/slideLayout1.xml" Id="R5330a08460ff471e" /></Relationships>
</file>

<file path=ppt/slides/_rels/slide63.xml.rels>&#65279;<?xml version="1.0" encoding="utf-8"?><Relationships xmlns="http://schemas.openxmlformats.org/package/2006/relationships"><Relationship Type="http://schemas.openxmlformats.org/officeDocument/2006/relationships/image" Target="/ppt/media/image.png" Id="Rdbb59466e86c4859" /><Relationship Type="http://schemas.openxmlformats.org/officeDocument/2006/relationships/image" Target="/ppt/media/image3.png" Id="Rc89086aa40404d35" /><Relationship Type="http://schemas.openxmlformats.org/officeDocument/2006/relationships/image" Target="/ppt/media/image9.png" Id="R4f8f014192684802" /><Relationship Type="http://schemas.openxmlformats.org/officeDocument/2006/relationships/notesSlide" Target="/ppt/notesSlides/notesSlide60.xml" Id="Ra1b8f37693ba4ab0" /><Relationship Type="http://schemas.openxmlformats.org/officeDocument/2006/relationships/slideLayout" Target="/ppt/slideLayouts/slideLayout1.xml" Id="Rcf04e4fb81fb4280" /></Relationships>
</file>

<file path=ppt/slides/_rels/slide64.xml.rels>&#65279;<?xml version="1.0" encoding="utf-8"?><Relationships xmlns="http://schemas.openxmlformats.org/package/2006/relationships"><Relationship Type="http://schemas.openxmlformats.org/officeDocument/2006/relationships/image" Target="/ppt/media/image.png" Id="R8a189242f0be4610" /><Relationship Type="http://schemas.openxmlformats.org/officeDocument/2006/relationships/image" Target="/ppt/media/image3.png" Id="Rc36073aca8d04909" /><Relationship Type="http://schemas.openxmlformats.org/officeDocument/2006/relationships/image" Target="/ppt/media/image10.png" Id="R41798744d9bf46b6" /><Relationship Type="http://schemas.openxmlformats.org/officeDocument/2006/relationships/notesSlide" Target="/ppt/notesSlides/notesSlide61.xml" Id="Rb4fb43aceb5c456b" /><Relationship Type="http://schemas.openxmlformats.org/officeDocument/2006/relationships/slideLayout" Target="/ppt/slideLayouts/slideLayout1.xml" Id="R7fc9560e5fef4138" /></Relationships>
</file>

<file path=ppt/slides/_rels/slide65.xml.rels>&#65279;<?xml version="1.0" encoding="utf-8"?><Relationships xmlns="http://schemas.openxmlformats.org/package/2006/relationships"><Relationship Type="http://schemas.openxmlformats.org/officeDocument/2006/relationships/image" Target="/ppt/media/image.png" Id="Rd836c2e98c424e02" /><Relationship Type="http://schemas.openxmlformats.org/officeDocument/2006/relationships/image" Target="/ppt/media/image3.png" Id="R5c3c94345ac1455c" /><Relationship Type="http://schemas.openxmlformats.org/officeDocument/2006/relationships/image" Target="/ppt/media/image11.png" Id="Rf704e8a3c9a84d2d" /><Relationship Type="http://schemas.openxmlformats.org/officeDocument/2006/relationships/notesSlide" Target="/ppt/notesSlides/notesSlide62.xml" Id="R1e0af9956dc243af" /><Relationship Type="http://schemas.openxmlformats.org/officeDocument/2006/relationships/slideLayout" Target="/ppt/slideLayouts/slideLayout1.xml" Id="R6f48039122904291" /></Relationships>
</file>

<file path=ppt/slides/_rels/slide66.xml.rels>&#65279;<?xml version="1.0" encoding="utf-8"?><Relationships xmlns="http://schemas.openxmlformats.org/package/2006/relationships"><Relationship Type="http://schemas.openxmlformats.org/officeDocument/2006/relationships/image" Target="/ppt/media/image.png" Id="Rfab6e5c3a81749c6" /><Relationship Type="http://schemas.openxmlformats.org/officeDocument/2006/relationships/image" Target="/ppt/media/image3.png" Id="R8d25536745604882" /><Relationship Type="http://schemas.openxmlformats.org/officeDocument/2006/relationships/image" Target="/ppt/media/image5.png" Id="R598392488b1f4122" /><Relationship Type="http://schemas.openxmlformats.org/officeDocument/2006/relationships/image" Target="/ppt/media/image12.png" Id="Rc7461e30729c49c8" /><Relationship Type="http://schemas.openxmlformats.org/officeDocument/2006/relationships/notesSlide" Target="/ppt/notesSlides/notesSlide63.xml" Id="Ref5d395190ae4046" /><Relationship Type="http://schemas.openxmlformats.org/officeDocument/2006/relationships/slideLayout" Target="/ppt/slideLayouts/slideLayout1.xml" Id="R98cfd9f60f1a4af2" /></Relationships>
</file>

<file path=ppt/slides/_rels/slide67.xml.rels>&#65279;<?xml version="1.0" encoding="utf-8"?><Relationships xmlns="http://schemas.openxmlformats.org/package/2006/relationships"><Relationship Type="http://schemas.openxmlformats.org/officeDocument/2006/relationships/image" Target="/ppt/media/image.png" Id="Rf66af13e83524907" /><Relationship Type="http://schemas.openxmlformats.org/officeDocument/2006/relationships/image" Target="/ppt/media/image3.png" Id="Rd652675e6bf5419a" /><Relationship Type="http://schemas.openxmlformats.org/officeDocument/2006/relationships/image" Target="/ppt/media/image13.png" Id="Rd632a8c3b7124d90" /><Relationship Type="http://schemas.openxmlformats.org/officeDocument/2006/relationships/notesSlide" Target="/ppt/notesSlides/notesSlide64.xml" Id="Rc87c5a6ebca54a98" /><Relationship Type="http://schemas.openxmlformats.org/officeDocument/2006/relationships/slideLayout" Target="/ppt/slideLayouts/slideLayout1.xml" Id="R494658e5f4b64dfd" /></Relationships>
</file>

<file path=ppt/slides/_rels/slide68.xml.rels>&#65279;<?xml version="1.0" encoding="utf-8"?><Relationships xmlns="http://schemas.openxmlformats.org/package/2006/relationships"><Relationship Type="http://schemas.openxmlformats.org/officeDocument/2006/relationships/image" Target="/ppt/media/image.png" Id="Ra87773e78efb44e4" /><Relationship Type="http://schemas.openxmlformats.org/officeDocument/2006/relationships/image" Target="/ppt/media/image14.png" Id="R781f3426075d463c" /><Relationship Type="http://schemas.openxmlformats.org/officeDocument/2006/relationships/slideLayout" Target="/ppt/slideLayouts/slideLayout1.xml" Id="R1cd2d9e8349a4d1c" /></Relationships>
</file>

<file path=ppt/slides/_rels/slide69.xml.rels>&#65279;<?xml version="1.0" encoding="utf-8"?><Relationships xmlns="http://schemas.openxmlformats.org/package/2006/relationships"><Relationship Type="http://schemas.openxmlformats.org/officeDocument/2006/relationships/image" Target="/ppt/media/image.png" Id="Rfd41449a11684c55" /><Relationship Type="http://schemas.openxmlformats.org/officeDocument/2006/relationships/image" Target="/ppt/media/image14.png" Id="Rdd97f3e806bb409b" /><Relationship Type="http://schemas.openxmlformats.org/officeDocument/2006/relationships/slideLayout" Target="/ppt/slideLayouts/slideLayout1.xml" Id="Rbce070dc02b64d6a" /></Relationships>
</file>

<file path=ppt/slides/_rels/slide70.xml.rels>&#65279;<?xml version="1.0" encoding="utf-8"?><Relationships xmlns="http://schemas.openxmlformats.org/package/2006/relationships"><Relationship Type="http://schemas.openxmlformats.org/officeDocument/2006/relationships/image" Target="/ppt/media/image.png" Id="Rbb8f8db4d7c74775" /><Relationship Type="http://schemas.openxmlformats.org/officeDocument/2006/relationships/image" Target="/ppt/media/image14.png" Id="Rce512be0e3f24530" /><Relationship Type="http://schemas.openxmlformats.org/officeDocument/2006/relationships/slideLayout" Target="/ppt/slideLayouts/slideLayout1.xml" Id="R72d374b3c6544d93" /></Relationships>
</file>

<file path=ppt/slides/_rels/slide71.xml.rels>&#65279;<?xml version="1.0" encoding="utf-8"?><Relationships xmlns="http://schemas.openxmlformats.org/package/2006/relationships"><Relationship Type="http://schemas.openxmlformats.org/officeDocument/2006/relationships/image" Target="/ppt/media/image.png" Id="R59f7568daf784510" /><Relationship Type="http://schemas.openxmlformats.org/officeDocument/2006/relationships/image" Target="/ppt/media/image3.png" Id="R3f195557b0ff402e" /><Relationship Type="http://schemas.openxmlformats.org/officeDocument/2006/relationships/notesSlide" Target="/ppt/notesSlides/notesSlide65.xml" Id="Re4f3609c19b547d7" /><Relationship Type="http://schemas.openxmlformats.org/officeDocument/2006/relationships/slideLayout" Target="/ppt/slideLayouts/slideLayout1.xml" Id="Rf93deae4b58b424f" /></Relationships>
</file>

<file path=ppt/slides/_rels/slide72.xml.rels>&#65279;<?xml version="1.0" encoding="utf-8"?><Relationships xmlns="http://schemas.openxmlformats.org/package/2006/relationships"><Relationship Type="http://schemas.openxmlformats.org/officeDocument/2006/relationships/image" Target="/ppt/media/image.png" Id="R728b812468da41ad" /><Relationship Type="http://schemas.openxmlformats.org/officeDocument/2006/relationships/image" Target="/ppt/media/image3.png" Id="R0fc24b68c8f4476a" /><Relationship Type="http://schemas.openxmlformats.org/officeDocument/2006/relationships/notesSlide" Target="/ppt/notesSlides/notesSlide66.xml" Id="R6386581810744ff1" /><Relationship Type="http://schemas.openxmlformats.org/officeDocument/2006/relationships/slideLayout" Target="/ppt/slideLayouts/slideLayout1.xml" Id="Rec90b3500129498e" /></Relationships>
</file>

<file path=ppt/slides/_rels/slide73.xml.rels>&#65279;<?xml version="1.0" encoding="utf-8"?><Relationships xmlns="http://schemas.openxmlformats.org/package/2006/relationships"><Relationship Type="http://schemas.openxmlformats.org/officeDocument/2006/relationships/image" Target="/ppt/media/image.png" Id="R2bae45ca3984464c" /><Relationship Type="http://schemas.openxmlformats.org/officeDocument/2006/relationships/image" Target="/ppt/media/image3.png" Id="R8e6476b7f05e49ce" /><Relationship Type="http://schemas.openxmlformats.org/officeDocument/2006/relationships/notesSlide" Target="/ppt/notesSlides/notesSlide67.xml" Id="Rbdc4dd494d1a4cb5" /><Relationship Type="http://schemas.openxmlformats.org/officeDocument/2006/relationships/slideLayout" Target="/ppt/slideLayouts/slideLayout1.xml" Id="Rd8f15cb3ab724992" /></Relationships>
</file>

<file path=ppt/slides/_rels/slide74.xml.rels>&#65279;<?xml version="1.0" encoding="utf-8"?><Relationships xmlns="http://schemas.openxmlformats.org/package/2006/relationships"><Relationship Type="http://schemas.openxmlformats.org/officeDocument/2006/relationships/image" Target="/ppt/media/image.png" Id="Ree1124603f2846d5" /><Relationship Type="http://schemas.openxmlformats.org/officeDocument/2006/relationships/image" Target="/ppt/media/image3.png" Id="R195e022b7b4940c7" /><Relationship Type="http://schemas.openxmlformats.org/officeDocument/2006/relationships/image" Target="/ppt/media/image15.png" Id="Rc7b6a1f2d8fb4612" /><Relationship Type="http://schemas.openxmlformats.org/officeDocument/2006/relationships/notesSlide" Target="/ppt/notesSlides/notesSlide68.xml" Id="Ref598ded4d1e47cc" /><Relationship Type="http://schemas.openxmlformats.org/officeDocument/2006/relationships/slideLayout" Target="/ppt/slideLayouts/slideLayout1.xml" Id="Rb6872ffa33d64457" /></Relationships>
</file>

<file path=ppt/slides/_rels/slide75.xml.rels>&#65279;<?xml version="1.0" encoding="utf-8"?><Relationships xmlns="http://schemas.openxmlformats.org/package/2006/relationships"><Relationship Type="http://schemas.openxmlformats.org/officeDocument/2006/relationships/image" Target="/ppt/media/image.png" Id="R6e6be2f1534943d2" /><Relationship Type="http://schemas.openxmlformats.org/officeDocument/2006/relationships/image" Target="/ppt/media/image3.png" Id="Re9a94ed642214ac3" /><Relationship Type="http://schemas.openxmlformats.org/officeDocument/2006/relationships/notesSlide" Target="/ppt/notesSlides/notesSlide69.xml" Id="Racad5c1e9e0c4446" /><Relationship Type="http://schemas.openxmlformats.org/officeDocument/2006/relationships/slideLayout" Target="/ppt/slideLayouts/slideLayout1.xml" Id="R54d2e1a5524a464d" /></Relationships>
</file>

<file path=ppt/slides/_rels/slide76.xml.rels>&#65279;<?xml version="1.0" encoding="utf-8"?><Relationships xmlns="http://schemas.openxmlformats.org/package/2006/relationships"><Relationship Type="http://schemas.openxmlformats.org/officeDocument/2006/relationships/image" Target="/ppt/media/image.png" Id="R0d5846da3fde45c5" /><Relationship Type="http://schemas.openxmlformats.org/officeDocument/2006/relationships/image" Target="/ppt/media/image14.png" Id="R1cb1beb5a7844ce3" /><Relationship Type="http://schemas.openxmlformats.org/officeDocument/2006/relationships/notesSlide" Target="/ppt/notesSlides/notesSlide70.xml" Id="Rbf03954aa0064985" /><Relationship Type="http://schemas.openxmlformats.org/officeDocument/2006/relationships/slideLayout" Target="/ppt/slideLayouts/slideLayout1.xml" Id="R37ea4635833240d1" /><Relationship Type="http://schemas.openxmlformats.org/officeDocument/2006/relationships/hyperlink" Target="https://www.boardinfinity.com/blog/graphs-in-data-structure/" TargetMode="External" Id="rcId5cbfc7c20d7b4e61" /><Relationship Type="http://schemas.openxmlformats.org/officeDocument/2006/relationships/hyperlink" Target="https://www.geeksforgeeks.org/what-is-graph-data-structure/" TargetMode="External" Id="rcId0d2997b482654708" /><Relationship Type="http://schemas.openxmlformats.org/officeDocument/2006/relationships/hyperlink" Target="https://www.tutorialspoint.com/data_structures_algorithms/graph_data_structure.html" TargetMode="External" Id="rcId867f149d79924393" /><Relationship Type="http://schemas.openxmlformats.org/officeDocument/2006/relationships/hyperlink" Target="https://www.simplilearn.com/tutorials/data-structure-tutorial/graphs-in-data-structure" TargetMode="External" Id="rcIdd5475e53d6fc4c1a" /><Relationship Type="http://schemas.openxmlformats.org/officeDocument/2006/relationships/hyperlink" Target="https://www.geeksforgeeks.org/applications-of-graph-data-structure/" TargetMode="External" Id="rcId8dc8aa059ebb4765" /><Relationship Type="http://schemas.openxmlformats.org/officeDocument/2006/relationships/hyperlink" Target="https://www.upgrad.com/blog/graphs-in-data-structure/" TargetMode="External" Id="rcId3f50a0f1f13d4e12" /><Relationship Type="http://schemas.openxmlformats.org/officeDocument/2006/relationships/hyperlink" Target="https://www.youtube.com/watch?v=4IZ80K72OXo" TargetMode="External" Id="rcId11b9dddd859e4bbb" /></Relationships>
</file>

<file path=ppt/slides/_rels/slide77.xml.rels>&#65279;<?xml version="1.0" encoding="utf-8"?><Relationships xmlns="http://schemas.openxmlformats.org/package/2006/relationships"><Relationship Type="http://schemas.openxmlformats.org/officeDocument/2006/relationships/image" Target="/ppt/media/image.png" Id="Re24c3db691c74e19" /><Relationship Type="http://schemas.openxmlformats.org/officeDocument/2006/relationships/image" Target="/ppt/media/image3.png" Id="Ra00661f9f0df48f6" /><Relationship Type="http://schemas.openxmlformats.org/officeDocument/2006/relationships/slideLayout" Target="/ppt/slideLayouts/slideLayout1.xml" Id="R56279479041b4990" /></Relationships>
</file>

<file path=ppt/slides/_rels/slide78.xml.rels>&#65279;<?xml version="1.0" encoding="utf-8"?><Relationships xmlns="http://schemas.openxmlformats.org/package/2006/relationships"><Relationship Type="http://schemas.openxmlformats.org/officeDocument/2006/relationships/image" Target="/ppt/media/image.png" Id="R64884867aad0423a" /><Relationship Type="http://schemas.openxmlformats.org/officeDocument/2006/relationships/image" Target="/ppt/media/image2.png" Id="R17e78bff1b834e22" /><Relationship Type="http://schemas.openxmlformats.org/officeDocument/2006/relationships/slideLayout" Target="/ppt/slideLayouts/slideLayout2.xml" Id="R8211de52b7d24f78" /></Relationships>
</file>

<file path=ppt/slides/_rels/slide79.xml.rels>&#65279;<?xml version="1.0" encoding="utf-8"?><Relationships xmlns="http://schemas.openxmlformats.org/package/2006/relationships"><Relationship Type="http://schemas.openxmlformats.org/officeDocument/2006/relationships/image" Target="/ppt/media/image.png" Id="R83acf156318d4f1d" /><Relationship Type="http://schemas.openxmlformats.org/officeDocument/2006/relationships/image" Target="/ppt/media/image3.png" Id="Rf8453bc08b4349da" /><Relationship Type="http://schemas.openxmlformats.org/officeDocument/2006/relationships/notesSlide" Target="/ppt/notesSlides/notesSlide71.xml" Id="R8202101e9b964c48" /><Relationship Type="http://schemas.openxmlformats.org/officeDocument/2006/relationships/slideLayout" Target="/ppt/slideLayouts/slideLayout1.xml" Id="R1194d434868c445e" /></Relationships>
</file>

<file path=ppt/slides/_rels/slide80.xml.rels>&#65279;<?xml version="1.0" encoding="utf-8"?><Relationships xmlns="http://schemas.openxmlformats.org/package/2006/relationships"><Relationship Type="http://schemas.openxmlformats.org/officeDocument/2006/relationships/image" Target="/ppt/media/image.png" Id="R7d258fe991394e13" /><Relationship Type="http://schemas.openxmlformats.org/officeDocument/2006/relationships/image" Target="/ppt/media/image3.png" Id="R910970c2f006467e" /><Relationship Type="http://schemas.openxmlformats.org/officeDocument/2006/relationships/notesSlide" Target="/ppt/notesSlides/notesSlide72.xml" Id="Rb40fada5189544d0" /><Relationship Type="http://schemas.openxmlformats.org/officeDocument/2006/relationships/slideLayout" Target="/ppt/slideLayouts/slideLayout1.xml" Id="R2a61c4c405e8450b" /></Relationships>
</file>

<file path=ppt/slides/_rels/slide81.xml.rels>&#65279;<?xml version="1.0" encoding="utf-8"?><Relationships xmlns="http://schemas.openxmlformats.org/package/2006/relationships"><Relationship Type="http://schemas.openxmlformats.org/officeDocument/2006/relationships/image" Target="/ppt/media/image.png" Id="R13484e6ccc714e85" /><Relationship Type="http://schemas.openxmlformats.org/officeDocument/2006/relationships/image" Target="/ppt/media/image3.png" Id="R7244eff5ee9846e5" /><Relationship Type="http://schemas.openxmlformats.org/officeDocument/2006/relationships/image" Target="/ppt/media/image5.png" Id="R6df992c2d43641f1" /><Relationship Type="http://schemas.openxmlformats.org/officeDocument/2006/relationships/notesSlide" Target="/ppt/notesSlides/notesSlide73.xml" Id="R8e90f55bd647408b" /><Relationship Type="http://schemas.openxmlformats.org/officeDocument/2006/relationships/slideLayout" Target="/ppt/slideLayouts/slideLayout1.xml" Id="Re8134cb270f04cac" /></Relationships>
</file>

<file path=ppt/slides/_rels/slide82.xml.rels>&#65279;<?xml version="1.0" encoding="utf-8"?><Relationships xmlns="http://schemas.openxmlformats.org/package/2006/relationships"><Relationship Type="http://schemas.openxmlformats.org/officeDocument/2006/relationships/image" Target="/ppt/media/image.png" Id="Rb4438e7019f040c9" /><Relationship Type="http://schemas.openxmlformats.org/officeDocument/2006/relationships/image" Target="/ppt/media/image3.png" Id="Rd028db0aad724b09" /><Relationship Type="http://schemas.openxmlformats.org/officeDocument/2006/relationships/image" Target="/ppt/media/image5.png" Id="R8d68e7b9e3e74fa5" /><Relationship Type="http://schemas.openxmlformats.org/officeDocument/2006/relationships/notesSlide" Target="/ppt/notesSlides/notesSlide74.xml" Id="R7a6bb667d5ea4020" /><Relationship Type="http://schemas.openxmlformats.org/officeDocument/2006/relationships/slideLayout" Target="/ppt/slideLayouts/slideLayout1.xml" Id="R4b73d38264fe47a7" /></Relationships>
</file>

<file path=ppt/slides/_rels/slide83.xml.rels>&#65279;<?xml version="1.0" encoding="utf-8"?><Relationships xmlns="http://schemas.openxmlformats.org/package/2006/relationships"><Relationship Type="http://schemas.openxmlformats.org/officeDocument/2006/relationships/image" Target="/ppt/media/image.png" Id="R1606b27f83904410" /><Relationship Type="http://schemas.openxmlformats.org/officeDocument/2006/relationships/image" Target="/ppt/media/image3.png" Id="R2e632a7abd874d36" /><Relationship Type="http://schemas.openxmlformats.org/officeDocument/2006/relationships/image" Target="/ppt/media/image5.png" Id="R80bf297184414963" /><Relationship Type="http://schemas.openxmlformats.org/officeDocument/2006/relationships/notesSlide" Target="/ppt/notesSlides/notesSlide75.xml" Id="Ra747c8c35d5a466d" /><Relationship Type="http://schemas.openxmlformats.org/officeDocument/2006/relationships/slideLayout" Target="/ppt/slideLayouts/slideLayout1.xml" Id="Rb74bd731e73d4c7a" /></Relationships>
</file>

<file path=ppt/slides/_rels/slide84.xml.rels>&#65279;<?xml version="1.0" encoding="utf-8"?><Relationships xmlns="http://schemas.openxmlformats.org/package/2006/relationships"><Relationship Type="http://schemas.openxmlformats.org/officeDocument/2006/relationships/image" Target="/ppt/media/image.png" Id="Rac670d6513bd47ab" /><Relationship Type="http://schemas.openxmlformats.org/officeDocument/2006/relationships/image" Target="/ppt/media/image3.png" Id="R8ca6df9601e44a11" /><Relationship Type="http://schemas.openxmlformats.org/officeDocument/2006/relationships/notesSlide" Target="/ppt/notesSlides/notesSlide76.xml" Id="R2f774331f1ea4959" /><Relationship Type="http://schemas.openxmlformats.org/officeDocument/2006/relationships/slideLayout" Target="/ppt/slideLayouts/slideLayout1.xml" Id="R8e70cb04129947ad" /></Relationships>
</file>

<file path=ppt/slides/_rels/slide85.xml.rels>&#65279;<?xml version="1.0" encoding="utf-8"?><Relationships xmlns="http://schemas.openxmlformats.org/package/2006/relationships"><Relationship Type="http://schemas.openxmlformats.org/officeDocument/2006/relationships/image" Target="/ppt/media/image.png" Id="R063dda294c8c4c46" /><Relationship Type="http://schemas.openxmlformats.org/officeDocument/2006/relationships/image" Target="/ppt/media/image3.png" Id="R4e1020003aa84e33" /><Relationship Type="http://schemas.openxmlformats.org/officeDocument/2006/relationships/notesSlide" Target="/ppt/notesSlides/notesSlide77.xml" Id="R8c5bfadb7ac24035" /><Relationship Type="http://schemas.openxmlformats.org/officeDocument/2006/relationships/slideLayout" Target="/ppt/slideLayouts/slideLayout1.xml" Id="R1382147665c54f3e" /></Relationships>
</file>

<file path=ppt/slides/_rels/slide86.xml.rels>&#65279;<?xml version="1.0" encoding="utf-8"?><Relationships xmlns="http://schemas.openxmlformats.org/package/2006/relationships"><Relationship Type="http://schemas.openxmlformats.org/officeDocument/2006/relationships/image" Target="/ppt/media/image16.png" Id="R288ed4a0adaf441c" /><Relationship Type="http://schemas.openxmlformats.org/officeDocument/2006/relationships/image" Target="/ppt/media/image3.png" Id="Rd2f47fc2916f42e3" /><Relationship Type="http://schemas.openxmlformats.org/officeDocument/2006/relationships/image" Target="/ppt/media/image17.png" Id="R1eca0707043e4aa3" /><Relationship Type="http://schemas.openxmlformats.org/officeDocument/2006/relationships/notesSlide" Target="/ppt/notesSlides/notesSlide78.xml" Id="R8db98f2c0d8e4839" /><Relationship Type="http://schemas.openxmlformats.org/officeDocument/2006/relationships/slideLayout" Target="/ppt/slideLayouts/slideLayout1.xml" Id="R7c52bab5bfef4e6a" /><Relationship Type="http://schemas.openxmlformats.org/officeDocument/2006/relationships/hyperlink" Target="https://www.javatpoint.com/data-structure-queue" TargetMode="External" Id="rcId8bb1ebdeb930415d" /></Relationships>
</file>

<file path=ppt/slides/_rels/slide87.xml.rels>&#65279;<?xml version="1.0" encoding="utf-8"?><Relationships xmlns="http://schemas.openxmlformats.org/package/2006/relationships"><Relationship Type="http://schemas.openxmlformats.org/officeDocument/2006/relationships/image" Target="/ppt/media/image16.png" Id="Rb4825fdca9bd45a1" /><Relationship Type="http://schemas.openxmlformats.org/officeDocument/2006/relationships/image" Target="/ppt/media/image3.png" Id="R2581824f6c914070" /><Relationship Type="http://schemas.openxmlformats.org/officeDocument/2006/relationships/image" Target="/ppt/media/image18.png" Id="Rcaf6a4755eb14db3" /><Relationship Type="http://schemas.openxmlformats.org/officeDocument/2006/relationships/notesSlide" Target="/ppt/notesSlides/notesSlide79.xml" Id="R40184178d2c944d8" /><Relationship Type="http://schemas.openxmlformats.org/officeDocument/2006/relationships/slideLayout" Target="/ppt/slideLayouts/slideLayout1.xml" Id="R53ead0d640604e2d" /><Relationship Type="http://schemas.openxmlformats.org/officeDocument/2006/relationships/hyperlink" Target="https://www.scaler.com/topics/data-structures/queue-in-data-structure/" TargetMode="External" Id="rcId5e85763243a147a8" /></Relationships>
</file>

<file path=ppt/slides/_rels/slide88.xml.rels>&#65279;<?xml version="1.0" encoding="utf-8"?><Relationships xmlns="http://schemas.openxmlformats.org/package/2006/relationships"><Relationship Type="http://schemas.openxmlformats.org/officeDocument/2006/relationships/image" Target="/ppt/media/image.png" Id="Rc97127ece5f041e2" /><Relationship Type="http://schemas.openxmlformats.org/officeDocument/2006/relationships/image" Target="/ppt/media/image3.png" Id="R1b7b38bc17944e75" /><Relationship Type="http://schemas.openxmlformats.org/officeDocument/2006/relationships/notesSlide" Target="/ppt/notesSlides/notesSlide80.xml" Id="R3e216dd97a41450f" /><Relationship Type="http://schemas.openxmlformats.org/officeDocument/2006/relationships/slideLayout" Target="/ppt/slideLayouts/slideLayout1.xml" Id="R48e533d80c3143bb" /><Relationship Type="http://schemas.openxmlformats.org/officeDocument/2006/relationships/hyperlink" Target="https://www.youtube.com/watch?app=desktop&amp;v=gYxdHbbjn_8" TargetMode="External" Id="rcIdbd60795c2599471d" /></Relationships>
</file>

<file path=ppt/slides/_rels/slide89.xml.rels>&#65279;<?xml version="1.0" encoding="utf-8"?><Relationships xmlns="http://schemas.openxmlformats.org/package/2006/relationships"><Relationship Type="http://schemas.openxmlformats.org/officeDocument/2006/relationships/image" Target="/ppt/media/image.png" Id="R23ad3a20681347ca" /><Relationship Type="http://schemas.openxmlformats.org/officeDocument/2006/relationships/image" Target="/ppt/media/image3.png" Id="Rd84352baa4cb4dd2" /><Relationship Type="http://schemas.openxmlformats.org/officeDocument/2006/relationships/image" Target="/ppt/media/image19.png" Id="R787619b756c34ff1" /><Relationship Type="http://schemas.openxmlformats.org/officeDocument/2006/relationships/notesSlide" Target="/ppt/notesSlides/notesSlide81.xml" Id="R7b65f12b258b4b91" /><Relationship Type="http://schemas.openxmlformats.org/officeDocument/2006/relationships/slideLayout" Target="/ppt/slideLayouts/slideLayout1.xml" Id="R70954bcea7e84635" /><Relationship Type="http://schemas.openxmlformats.org/officeDocument/2006/relationships/hyperlink" Target="https://www.youtube.com/watch?app=desktop&amp;v=gYxdHbbjn_8" TargetMode="External" Id="rcId6c8666d3547d4bff" /></Relationships>
</file>

<file path=ppt/slides/_rels/slide90.xml.rels>&#65279;<?xml version="1.0" encoding="utf-8"?><Relationships xmlns="http://schemas.openxmlformats.org/package/2006/relationships"><Relationship Type="http://schemas.openxmlformats.org/officeDocument/2006/relationships/image" Target="/ppt/media/image.png" Id="R6f7de5b4e7f94b9d" /><Relationship Type="http://schemas.openxmlformats.org/officeDocument/2006/relationships/image" Target="/ppt/media/image3.png" Id="R47e8eab1ccf04f19" /><Relationship Type="http://schemas.openxmlformats.org/officeDocument/2006/relationships/notesSlide" Target="/ppt/notesSlides/notesSlide82.xml" Id="R3e829d9f6b5d4c71" /><Relationship Type="http://schemas.openxmlformats.org/officeDocument/2006/relationships/slideLayout" Target="/ppt/slideLayouts/slideLayout1.xml" Id="R639659b449404fad" /></Relationships>
</file>

<file path=ppt/slides/_rels/slide91.xml.rels>&#65279;<?xml version="1.0" encoding="utf-8"?><Relationships xmlns="http://schemas.openxmlformats.org/package/2006/relationships"><Relationship Type="http://schemas.openxmlformats.org/officeDocument/2006/relationships/image" Target="/ppt/media/image.png" Id="Rfe46dbd1e9104fdf" /><Relationship Type="http://schemas.openxmlformats.org/officeDocument/2006/relationships/image" Target="/ppt/media/image3.png" Id="R9a50554fbc3847ac" /><Relationship Type="http://schemas.openxmlformats.org/officeDocument/2006/relationships/notesSlide" Target="/ppt/notesSlides/notesSlide83.xml" Id="R6ec6f1262abc4960" /><Relationship Type="http://schemas.openxmlformats.org/officeDocument/2006/relationships/slideLayout" Target="/ppt/slideLayouts/slideLayout1.xml" Id="Rf80d459514dd4d0d" /></Relationships>
</file>

<file path=ppt/slides/_rels/slide92.xml.rels>&#65279;<?xml version="1.0" encoding="utf-8"?><Relationships xmlns="http://schemas.openxmlformats.org/package/2006/relationships"><Relationship Type="http://schemas.openxmlformats.org/officeDocument/2006/relationships/image" Target="/ppt/media/image.png" Id="R934ec09884cb402f" /><Relationship Type="http://schemas.openxmlformats.org/officeDocument/2006/relationships/image" Target="/ppt/media/image3.png" Id="R20f2613a63324bfa" /><Relationship Type="http://schemas.openxmlformats.org/officeDocument/2006/relationships/image" Target="/ppt/media/image20.png" Id="R3c9ba01a2f884fe6" /><Relationship Type="http://schemas.openxmlformats.org/officeDocument/2006/relationships/notesSlide" Target="/ppt/notesSlides/notesSlide84.xml" Id="R4081c64fbbf14d41" /><Relationship Type="http://schemas.openxmlformats.org/officeDocument/2006/relationships/slideLayout" Target="/ppt/slideLayouts/slideLayout1.xml" Id="Rdb3d4e8ac5d74d8e" /><Relationship Type="http://schemas.openxmlformats.org/officeDocument/2006/relationships/hyperlink" Target="https://www.geeksforgeeks.org/introduction-to-circular-queue/" TargetMode="External" Id="rcId93b39175d499421c" /></Relationships>
</file>

<file path=ppt/slides/_rels/slide93.xml.rels>&#65279;<?xml version="1.0" encoding="utf-8"?><Relationships xmlns="http://schemas.openxmlformats.org/package/2006/relationships"><Relationship Type="http://schemas.openxmlformats.org/officeDocument/2006/relationships/image" Target="/ppt/media/image.png" Id="Rb48c3041fd5649b7" /><Relationship Type="http://schemas.openxmlformats.org/officeDocument/2006/relationships/image" Target="/ppt/media/image3.png" Id="R274d0d93a9bc4bf9" /><Relationship Type="http://schemas.openxmlformats.org/officeDocument/2006/relationships/notesSlide" Target="/ppt/notesSlides/notesSlide85.xml" Id="R2b18560786674c27" /><Relationship Type="http://schemas.openxmlformats.org/officeDocument/2006/relationships/slideLayout" Target="/ppt/slideLayouts/slideLayout1.xml" Id="Rb5bf8e262c8046ae" /></Relationships>
</file>

<file path=ppt/slides/_rels/slide94.xml.rels>&#65279;<?xml version="1.0" encoding="utf-8"?><Relationships xmlns="http://schemas.openxmlformats.org/package/2006/relationships"><Relationship Type="http://schemas.openxmlformats.org/officeDocument/2006/relationships/image" Target="/ppt/media/image.png" Id="R1475f626ec0a4018" /><Relationship Type="http://schemas.openxmlformats.org/officeDocument/2006/relationships/image" Target="/ppt/media/image3.png" Id="R41d066c2c0bb4c62" /><Relationship Type="http://schemas.openxmlformats.org/officeDocument/2006/relationships/notesSlide" Target="/ppt/notesSlides/notesSlide86.xml" Id="R572ed215844e4548" /><Relationship Type="http://schemas.openxmlformats.org/officeDocument/2006/relationships/slideLayout" Target="/ppt/slideLayouts/slideLayout1.xml" Id="R68529ee43b464319" /></Relationships>
</file>

<file path=ppt/slides/_rels/slide95.xml.rels>&#65279;<?xml version="1.0" encoding="utf-8"?><Relationships xmlns="http://schemas.openxmlformats.org/package/2006/relationships"><Relationship Type="http://schemas.openxmlformats.org/officeDocument/2006/relationships/image" Target="/ppt/media/image.png" Id="Rce15545ba4a14fff" /><Relationship Type="http://schemas.openxmlformats.org/officeDocument/2006/relationships/image" Target="/ppt/media/image3.png" Id="Raf987b3ced3d4ab1" /><Relationship Type="http://schemas.openxmlformats.org/officeDocument/2006/relationships/notesSlide" Target="/ppt/notesSlides/notesSlide87.xml" Id="Raf3ae5dc5d2749f8" /><Relationship Type="http://schemas.openxmlformats.org/officeDocument/2006/relationships/slideLayout" Target="/ppt/slideLayouts/slideLayout1.xml" Id="Re2d6397cae4641f1" /></Relationships>
</file>

<file path=ppt/slides/_rels/slide96.xml.rels>&#65279;<?xml version="1.0" encoding="utf-8"?><Relationships xmlns="http://schemas.openxmlformats.org/package/2006/relationships"><Relationship Type="http://schemas.openxmlformats.org/officeDocument/2006/relationships/image" Target="/ppt/media/image.png" Id="R899711044aff42d9" /><Relationship Type="http://schemas.openxmlformats.org/officeDocument/2006/relationships/image" Target="/ppt/media/image3.png" Id="Rfc37d1201b384eed" /><Relationship Type="http://schemas.openxmlformats.org/officeDocument/2006/relationships/notesSlide" Target="/ppt/notesSlides/notesSlide88.xml" Id="Rcb26908aeccc42e3" /><Relationship Type="http://schemas.openxmlformats.org/officeDocument/2006/relationships/slideLayout" Target="/ppt/slideLayouts/slideLayout1.xml" Id="R9258679eb6b3427f" /></Relationships>
</file>

<file path=ppt/slides/_rels/slide97.xml.rels>&#65279;<?xml version="1.0" encoding="utf-8"?><Relationships xmlns="http://schemas.openxmlformats.org/package/2006/relationships"><Relationship Type="http://schemas.openxmlformats.org/officeDocument/2006/relationships/image" Target="/ppt/media/image.png" Id="R624929edc87140b6" /><Relationship Type="http://schemas.openxmlformats.org/officeDocument/2006/relationships/image" Target="/ppt/media/image3.png" Id="R599cb222e4554a45" /><Relationship Type="http://schemas.openxmlformats.org/officeDocument/2006/relationships/notesSlide" Target="/ppt/notesSlides/notesSlide89.xml" Id="R39d65d377d6844d4" /><Relationship Type="http://schemas.openxmlformats.org/officeDocument/2006/relationships/slideLayout" Target="/ppt/slideLayouts/slideLayout1.xml" Id="Rf2176ad8e2f94f7e" /></Relationships>
</file>

<file path=ppt/slides/_rels/slide98.xml.rels>&#65279;<?xml version="1.0" encoding="utf-8"?><Relationships xmlns="http://schemas.openxmlformats.org/package/2006/relationships"><Relationship Type="http://schemas.openxmlformats.org/officeDocument/2006/relationships/image" Target="/ppt/media/image.png" Id="R7ea5eb094e5b422c" /><Relationship Type="http://schemas.openxmlformats.org/officeDocument/2006/relationships/image" Target="/ppt/media/image3.png" Id="R192916c58ef94c35" /><Relationship Type="http://schemas.openxmlformats.org/officeDocument/2006/relationships/notesSlide" Target="/ppt/notesSlides/notesSlide90.xml" Id="Ra25fb17a029d4efc" /><Relationship Type="http://schemas.openxmlformats.org/officeDocument/2006/relationships/slideLayout" Target="/ppt/slideLayouts/slideLayout1.xml" Id="R90ce62a52d38402d" /></Relationships>
</file>

<file path=ppt/slides/_rels/slide99.xml.rels>&#65279;<?xml version="1.0" encoding="utf-8"?><Relationships xmlns="http://schemas.openxmlformats.org/package/2006/relationships"><Relationship Type="http://schemas.openxmlformats.org/officeDocument/2006/relationships/image" Target="/ppt/media/image.png" Id="R14a8f54d83d3417b" /><Relationship Type="http://schemas.openxmlformats.org/officeDocument/2006/relationships/image" Target="/ppt/media/image3.png" Id="Rab5a9ace9d224654" /><Relationship Type="http://schemas.openxmlformats.org/officeDocument/2006/relationships/notesSlide" Target="/ppt/notesSlides/notesSlide91.xml" Id="R65d8059dd814493d" /><Relationship Type="http://schemas.openxmlformats.org/officeDocument/2006/relationships/slideLayout" Target="/ppt/slideLayouts/slideLayout1.xml" Id="R44ac9c7fa1bd41de" /></Relationships>
</file>

<file path=ppt/slides/_rels/slide100.xml.rels>&#65279;<?xml version="1.0" encoding="utf-8"?><Relationships xmlns="http://schemas.openxmlformats.org/package/2006/relationships"><Relationship Type="http://schemas.openxmlformats.org/officeDocument/2006/relationships/image" Target="/ppt/media/image.png" Id="R22aeaddaeff54ca9" /><Relationship Type="http://schemas.openxmlformats.org/officeDocument/2006/relationships/image" Target="/ppt/media/image3.png" Id="R9ff2b43c0ffc489a" /><Relationship Type="http://schemas.openxmlformats.org/officeDocument/2006/relationships/image" Target="/ppt/media/image21.png" Id="R3d695f27e7e5496c" /><Relationship Type="http://schemas.openxmlformats.org/officeDocument/2006/relationships/notesSlide" Target="/ppt/notesSlides/notesSlide92.xml" Id="R270727a07bd34d4c" /><Relationship Type="http://schemas.openxmlformats.org/officeDocument/2006/relationships/slideLayout" Target="/ppt/slideLayouts/slideLayout1.xml" Id="Rd8953c422cc8444d" /></Relationships>
</file>

<file path=ppt/slides/_rels/slide101.xml.rels>&#65279;<?xml version="1.0" encoding="utf-8"?><Relationships xmlns="http://schemas.openxmlformats.org/package/2006/relationships"><Relationship Type="http://schemas.openxmlformats.org/officeDocument/2006/relationships/image" Target="/ppt/media/image.png" Id="R627e3e2006864923" /><Relationship Type="http://schemas.openxmlformats.org/officeDocument/2006/relationships/image" Target="/ppt/media/image3.png" Id="R493f287af21f407e" /><Relationship Type="http://schemas.openxmlformats.org/officeDocument/2006/relationships/image" Target="/ppt/media/image22.png" Id="R1b523951258f4540" /><Relationship Type="http://schemas.openxmlformats.org/officeDocument/2006/relationships/image" Target="/ppt/media/image23.png" Id="Ree1186a174744a88" /><Relationship Type="http://schemas.openxmlformats.org/officeDocument/2006/relationships/notesSlide" Target="/ppt/notesSlides/notesSlide93.xml" Id="R49ee3ffe35da4811" /><Relationship Type="http://schemas.openxmlformats.org/officeDocument/2006/relationships/slideLayout" Target="/ppt/slideLayouts/slideLayout1.xml" Id="R4eddbfcd052f47a5" /></Relationships>
</file>

<file path=ppt/slides/_rels/slide102.xml.rels>&#65279;<?xml version="1.0" encoding="utf-8"?><Relationships xmlns="http://schemas.openxmlformats.org/package/2006/relationships"><Relationship Type="http://schemas.openxmlformats.org/officeDocument/2006/relationships/image" Target="/ppt/media/image.png" Id="R7d07ce5aca4b4ad2" /><Relationship Type="http://schemas.openxmlformats.org/officeDocument/2006/relationships/image" Target="/ppt/media/image3.png" Id="Rac4cba5167f8440e" /><Relationship Type="http://schemas.openxmlformats.org/officeDocument/2006/relationships/notesSlide" Target="/ppt/notesSlides/notesSlide94.xml" Id="R7040d8f03c2d40e7" /><Relationship Type="http://schemas.openxmlformats.org/officeDocument/2006/relationships/slideLayout" Target="/ppt/slideLayouts/slideLayout1.xml" Id="R6539c410b5994c9f" /></Relationships>
</file>

<file path=ppt/slides/_rels/slide103.xml.rels>&#65279;<?xml version="1.0" encoding="utf-8"?><Relationships xmlns="http://schemas.openxmlformats.org/package/2006/relationships"><Relationship Type="http://schemas.openxmlformats.org/officeDocument/2006/relationships/image" Target="/ppt/media/image.png" Id="Re7b4b32441e54ded" /><Relationship Type="http://schemas.openxmlformats.org/officeDocument/2006/relationships/image" Target="/ppt/media/image3.png" Id="R14804b4497b7496f" /><Relationship Type="http://schemas.openxmlformats.org/officeDocument/2006/relationships/image" Target="/ppt/media/image24.png" Id="R26c0529597a14740" /><Relationship Type="http://schemas.openxmlformats.org/officeDocument/2006/relationships/notesSlide" Target="/ppt/notesSlides/notesSlide95.xml" Id="Rd996d27b987a44a9" /><Relationship Type="http://schemas.openxmlformats.org/officeDocument/2006/relationships/slideLayout" Target="/ppt/slideLayouts/slideLayout1.xml" Id="R456c9d47d1e44c20" /><Relationship Type="http://schemas.openxmlformats.org/officeDocument/2006/relationships/hyperlink" Target="https://www.simplilearn.com/tutorials/data-structure-tutorial/priority-queue-in-data-structure" TargetMode="External" Id="rcId841f813f6d004fb9" /></Relationships>
</file>

<file path=ppt/slides/_rels/slide104.xml.rels>&#65279;<?xml version="1.0" encoding="utf-8"?><Relationships xmlns="http://schemas.openxmlformats.org/package/2006/relationships"><Relationship Type="http://schemas.openxmlformats.org/officeDocument/2006/relationships/image" Target="/ppt/media/image.png" Id="R2ec3d03a5e834ce4" /><Relationship Type="http://schemas.openxmlformats.org/officeDocument/2006/relationships/image" Target="/ppt/media/image3.png" Id="Rff11d431b05a4c79" /><Relationship Type="http://schemas.openxmlformats.org/officeDocument/2006/relationships/image" Target="/ppt/media/image25.png" Id="R99700027ad0949b4" /><Relationship Type="http://schemas.openxmlformats.org/officeDocument/2006/relationships/notesSlide" Target="/ppt/notesSlides/notesSlide96.xml" Id="R8ef9d931a7db4b89" /><Relationship Type="http://schemas.openxmlformats.org/officeDocument/2006/relationships/slideLayout" Target="/ppt/slideLayouts/slideLayout1.xml" Id="R7c235c814f434d78" /><Relationship Type="http://schemas.openxmlformats.org/officeDocument/2006/relationships/hyperlink" Target="https://www.simplilearn.com/tutorials/data-structure-tutorial/priority-queue-in-data-structure" TargetMode="External" Id="rcIde90e7da66861457e" /></Relationships>
</file>

<file path=ppt/slides/_rels/slide105.xml.rels>&#65279;<?xml version="1.0" encoding="utf-8"?><Relationships xmlns="http://schemas.openxmlformats.org/package/2006/relationships"><Relationship Type="http://schemas.openxmlformats.org/officeDocument/2006/relationships/image" Target="/ppt/media/image.png" Id="R96a5984c349c40dc" /><Relationship Type="http://schemas.openxmlformats.org/officeDocument/2006/relationships/image" Target="/ppt/media/image3.png" Id="R30f10bad98234711" /><Relationship Type="http://schemas.openxmlformats.org/officeDocument/2006/relationships/diagramData" Target="/ppt/graphics/data1.xml" Id="Rfdcea7dcb2e74e30" /><Relationship Type="http://schemas.openxmlformats.org/officeDocument/2006/relationships/diagramLayout" Target="/ppt/graphics/layout1.xml" Id="R02f30a432e3d4527" /><Relationship Type="http://schemas.openxmlformats.org/officeDocument/2006/relationships/diagramQuickStyle" Target="/ppt/graphics/quickStyle1.xml" Id="R236822759e1047f7" /><Relationship Type="http://schemas.openxmlformats.org/officeDocument/2006/relationships/diagramColors" Target="/ppt/graphics/colors1.xml" Id="R9e3baea949bb4d0c" /><Relationship Type="http://schemas.openxmlformats.org/officeDocument/2006/relationships/notesSlide" Target="/ppt/notesSlides/notesSlide97.xml" Id="Re982a5fc46bd436c" /><Relationship Type="http://schemas.openxmlformats.org/officeDocument/2006/relationships/slideLayout" Target="/ppt/slideLayouts/slideLayout1.xml" Id="Rb9a1986ec39d48d3" /></Relationships>
</file>

<file path=ppt/slides/_rels/slide106.xml.rels>&#65279;<?xml version="1.0" encoding="utf-8"?><Relationships xmlns="http://schemas.openxmlformats.org/package/2006/relationships"><Relationship Type="http://schemas.openxmlformats.org/officeDocument/2006/relationships/image" Target="/ppt/media/image.png" Id="Rb3eb0aa88d134ba2" /><Relationship Type="http://schemas.openxmlformats.org/officeDocument/2006/relationships/image" Target="/ppt/media/image3.png" Id="R20dd742ab0b842fd" /><Relationship Type="http://schemas.openxmlformats.org/officeDocument/2006/relationships/image" Target="/ppt/media/image26.png" Id="Rd238adbff7fd48ec" /><Relationship Type="http://schemas.openxmlformats.org/officeDocument/2006/relationships/notesSlide" Target="/ppt/notesSlides/notesSlide98.xml" Id="R88e6837c34c049bd" /><Relationship Type="http://schemas.openxmlformats.org/officeDocument/2006/relationships/slideLayout" Target="/ppt/slideLayouts/slideLayout1.xml" Id="R58b5884dfa194095" /><Relationship Type="http://schemas.openxmlformats.org/officeDocument/2006/relationships/hyperlink" Target="https://www.simplilearn.com/tutorials/data-structure-tutorial/priority-queue-in-data-structure" TargetMode="External" Id="rcIdabf1a32529824f0f" /></Relationships>
</file>

<file path=ppt/slides/_rels/slide107.xml.rels>&#65279;<?xml version="1.0" encoding="utf-8"?><Relationships xmlns="http://schemas.openxmlformats.org/package/2006/relationships"><Relationship Type="http://schemas.openxmlformats.org/officeDocument/2006/relationships/image" Target="/ppt/media/image.png" Id="Rcc63036facdd4095" /><Relationship Type="http://schemas.openxmlformats.org/officeDocument/2006/relationships/image" Target="/ppt/media/image3.png" Id="R1b78a6d251044483" /><Relationship Type="http://schemas.openxmlformats.org/officeDocument/2006/relationships/image" Target="/ppt/media/image26.png" Id="Rf388d660272f4f4e" /><Relationship Type="http://schemas.openxmlformats.org/officeDocument/2006/relationships/notesSlide" Target="/ppt/notesSlides/notesSlide99.xml" Id="R51cf6f9f40ab4e62" /><Relationship Type="http://schemas.openxmlformats.org/officeDocument/2006/relationships/slideLayout" Target="/ppt/slideLayouts/slideLayout1.xml" Id="R19ea0a1209014f1d" /><Relationship Type="http://schemas.openxmlformats.org/officeDocument/2006/relationships/hyperlink" Target="https://www.simplilearn.com/tutorials/data-structure-tutorial/priority-queue-in-data-structure" TargetMode="External" Id="rcId6b87d368d8ee4db2" /></Relationships>
</file>

<file path=ppt/slides/_rels/slide108.xml.rels>&#65279;<?xml version="1.0" encoding="utf-8"?><Relationships xmlns="http://schemas.openxmlformats.org/package/2006/relationships"><Relationship Type="http://schemas.openxmlformats.org/officeDocument/2006/relationships/image" Target="/ppt/media/image.png" Id="R981682d4e69d4a0b" /><Relationship Type="http://schemas.openxmlformats.org/officeDocument/2006/relationships/image" Target="/ppt/media/image3.png" Id="R6c0ca13f130c4df2" /><Relationship Type="http://schemas.openxmlformats.org/officeDocument/2006/relationships/notesSlide" Target="/ppt/notesSlides/notesSlide100.xml" Id="R32808375dd074fa5" /><Relationship Type="http://schemas.openxmlformats.org/officeDocument/2006/relationships/slideLayout" Target="/ppt/slideLayouts/slideLayout1.xml" Id="R9ea4ba19c5c348fa" /></Relationships>
</file>

<file path=ppt/slides/_rels/slide109.xml.rels>&#65279;<?xml version="1.0" encoding="utf-8"?><Relationships xmlns="http://schemas.openxmlformats.org/package/2006/relationships"><Relationship Type="http://schemas.openxmlformats.org/officeDocument/2006/relationships/image" Target="/ppt/media/image.png" Id="Rb85b5311c2014f43" /><Relationship Type="http://schemas.openxmlformats.org/officeDocument/2006/relationships/image" Target="/ppt/media/image3.png" Id="R3831a74f86cf4d69" /><Relationship Type="http://schemas.openxmlformats.org/officeDocument/2006/relationships/notesSlide" Target="/ppt/notesSlides/notesSlide101.xml" Id="Rc42bce6d3b044ec7" /><Relationship Type="http://schemas.openxmlformats.org/officeDocument/2006/relationships/slideLayout" Target="/ppt/slideLayouts/slideLayout1.xml" Id="R3a2a21cfadd54e17" /></Relationships>
</file>

<file path=ppt/slides/_rels/slide110.xml.rels>&#65279;<?xml version="1.0" encoding="utf-8"?><Relationships xmlns="http://schemas.openxmlformats.org/package/2006/relationships"><Relationship Type="http://schemas.openxmlformats.org/officeDocument/2006/relationships/image" Target="/ppt/media/image.png" Id="R372e222599584126" /><Relationship Type="http://schemas.openxmlformats.org/officeDocument/2006/relationships/image" Target="/ppt/media/image3.png" Id="Rf17676af3396488b" /><Relationship Type="http://schemas.openxmlformats.org/officeDocument/2006/relationships/notesSlide" Target="/ppt/notesSlides/notesSlide102.xml" Id="Rce4368d343634cb3" /><Relationship Type="http://schemas.openxmlformats.org/officeDocument/2006/relationships/slideLayout" Target="/ppt/slideLayouts/slideLayout1.xml" Id="R7e964d4663ec49fb" /></Relationships>
</file>

<file path=ppt/slides/_rels/slide111.xml.rels>&#65279;<?xml version="1.0" encoding="utf-8"?><Relationships xmlns="http://schemas.openxmlformats.org/package/2006/relationships"><Relationship Type="http://schemas.openxmlformats.org/officeDocument/2006/relationships/image" Target="/ppt/media/image.png" Id="Rb6e51aa3fa724958" /><Relationship Type="http://schemas.openxmlformats.org/officeDocument/2006/relationships/image" Target="/ppt/media/image3.png" Id="R2e7bbf4d30094961" /><Relationship Type="http://schemas.openxmlformats.org/officeDocument/2006/relationships/notesSlide" Target="/ppt/notesSlides/notesSlide103.xml" Id="Rc0c28978955e4f19" /><Relationship Type="http://schemas.openxmlformats.org/officeDocument/2006/relationships/slideLayout" Target="/ppt/slideLayouts/slideLayout1.xml" Id="R93123db3e5bf4c1e" /></Relationships>
</file>

<file path=ppt/slides/_rels/slide112.xml.rels>&#65279;<?xml version="1.0" encoding="utf-8"?><Relationships xmlns="http://schemas.openxmlformats.org/package/2006/relationships"><Relationship Type="http://schemas.openxmlformats.org/officeDocument/2006/relationships/image" Target="/ppt/media/image.png" Id="R049e71ee24384ae5" /><Relationship Type="http://schemas.openxmlformats.org/officeDocument/2006/relationships/image" Target="/ppt/media/image3.png" Id="R8495d84dee45416b" /><Relationship Type="http://schemas.openxmlformats.org/officeDocument/2006/relationships/notesSlide" Target="/ppt/notesSlides/notesSlide104.xml" Id="R78e3a9a359c44952" /><Relationship Type="http://schemas.openxmlformats.org/officeDocument/2006/relationships/slideLayout" Target="/ppt/slideLayouts/slideLayout1.xml" Id="R3ba0d7b1af11407b" /></Relationships>
</file>

<file path=ppt/slides/_rels/slide113.xml.rels>&#65279;<?xml version="1.0" encoding="utf-8"?><Relationships xmlns="http://schemas.openxmlformats.org/package/2006/relationships"><Relationship Type="http://schemas.openxmlformats.org/officeDocument/2006/relationships/image" Target="/ppt/media/image.png" Id="Rd2f9956c7f5a4f3e" /><Relationship Type="http://schemas.openxmlformats.org/officeDocument/2006/relationships/image" Target="/ppt/media/image3.png" Id="Rdc9e76e52f2e47f4" /><Relationship Type="http://schemas.openxmlformats.org/officeDocument/2006/relationships/notesSlide" Target="/ppt/notesSlides/notesSlide105.xml" Id="R4793f68033d34da8" /><Relationship Type="http://schemas.openxmlformats.org/officeDocument/2006/relationships/slideLayout" Target="/ppt/slideLayouts/slideLayout1.xml" Id="R179cd54db3fd4759" /></Relationships>
</file>

<file path=ppt/slides/_rels/slide114.xml.rels>&#65279;<?xml version="1.0" encoding="utf-8"?><Relationships xmlns="http://schemas.openxmlformats.org/package/2006/relationships"><Relationship Type="http://schemas.openxmlformats.org/officeDocument/2006/relationships/image" Target="/ppt/media/image.png" Id="R7932ecbe08854849" /><Relationship Type="http://schemas.openxmlformats.org/officeDocument/2006/relationships/image" Target="/ppt/media/image3.png" Id="Re8f64265774b4e97" /><Relationship Type="http://schemas.openxmlformats.org/officeDocument/2006/relationships/notesSlide" Target="/ppt/notesSlides/notesSlide106.xml" Id="Re35f959752e84418" /><Relationship Type="http://schemas.openxmlformats.org/officeDocument/2006/relationships/slideLayout" Target="/ppt/slideLayouts/slideLayout1.xml" Id="Rbb98b7cbd4b04af5" /></Relationships>
</file>

<file path=ppt/slides/_rels/slide115.xml.rels>&#65279;<?xml version="1.0" encoding="utf-8"?><Relationships xmlns="http://schemas.openxmlformats.org/package/2006/relationships"><Relationship Type="http://schemas.openxmlformats.org/officeDocument/2006/relationships/image" Target="/ppt/media/image.png" Id="R628133bc12104730" /><Relationship Type="http://schemas.openxmlformats.org/officeDocument/2006/relationships/image" Target="/ppt/media/image3.png" Id="R0de499471a644d5c" /><Relationship Type="http://schemas.openxmlformats.org/officeDocument/2006/relationships/notesSlide" Target="/ppt/notesSlides/notesSlide107.xml" Id="R3184cda794d74b11" /><Relationship Type="http://schemas.openxmlformats.org/officeDocument/2006/relationships/slideLayout" Target="/ppt/slideLayouts/slideLayout1.xml" Id="R91a31313ede84ced" /></Relationships>
</file>

<file path=ppt/slides/_rels/slide116.xml.rels>&#65279;<?xml version="1.0" encoding="utf-8"?><Relationships xmlns="http://schemas.openxmlformats.org/package/2006/relationships"><Relationship Type="http://schemas.openxmlformats.org/officeDocument/2006/relationships/image" Target="/ppt/media/image.png" Id="Rde66958305524163" /><Relationship Type="http://schemas.openxmlformats.org/officeDocument/2006/relationships/image" Target="/ppt/media/image3.png" Id="Rbe1018bcbde4421f" /><Relationship Type="http://schemas.openxmlformats.org/officeDocument/2006/relationships/image" Target="/ppt/media/image27.png" Id="Re401db82e8d748e2" /><Relationship Type="http://schemas.openxmlformats.org/officeDocument/2006/relationships/notesSlide" Target="/ppt/notesSlides/notesSlide108.xml" Id="Re6490cf70bed4f6e" /><Relationship Type="http://schemas.openxmlformats.org/officeDocument/2006/relationships/slideLayout" Target="/ppt/slideLayouts/slideLayout1.xml" Id="Re9a0256a5d154e88" /><Relationship Type="http://schemas.openxmlformats.org/officeDocument/2006/relationships/hyperlink" Target="https://www.javatpoint.com/ds-priority-queue" TargetMode="External" Id="rcIdf58bb93147d5431f" /></Relationships>
</file>

<file path=ppt/slides/_rels/slide117.xml.rels>&#65279;<?xml version="1.0" encoding="utf-8"?><Relationships xmlns="http://schemas.openxmlformats.org/package/2006/relationships"><Relationship Type="http://schemas.openxmlformats.org/officeDocument/2006/relationships/image" Target="/ppt/media/image.png" Id="R289e8cf66f55407d" /><Relationship Type="http://schemas.openxmlformats.org/officeDocument/2006/relationships/image" Target="/ppt/media/image3.png" Id="R64f12717ff34446e" /><Relationship Type="http://schemas.openxmlformats.org/officeDocument/2006/relationships/image" Target="/ppt/media/image28.png" Id="R7600b011e2424802" /><Relationship Type="http://schemas.openxmlformats.org/officeDocument/2006/relationships/notesSlide" Target="/ppt/notesSlides/notesSlide109.xml" Id="R554469d82cc7489d" /><Relationship Type="http://schemas.openxmlformats.org/officeDocument/2006/relationships/slideLayout" Target="/ppt/slideLayouts/slideLayout1.xml" Id="R124581d0953f4cbf" /><Relationship Type="http://schemas.openxmlformats.org/officeDocument/2006/relationships/hyperlink" Target="https://www.javatpoint.com/ds-priority-queue" TargetMode="External" Id="rcIdf08a02e76bb342b7" /></Relationships>
</file>

<file path=ppt/slides/_rels/slide118.xml.rels>&#65279;<?xml version="1.0" encoding="utf-8"?><Relationships xmlns="http://schemas.openxmlformats.org/package/2006/relationships"><Relationship Type="http://schemas.openxmlformats.org/officeDocument/2006/relationships/image" Target="/ppt/media/image.png" Id="R0dc0b83f8c9b4a8d" /><Relationship Type="http://schemas.openxmlformats.org/officeDocument/2006/relationships/image" Target="/ppt/media/image3.png" Id="R6db242c28f7f4013" /><Relationship Type="http://schemas.openxmlformats.org/officeDocument/2006/relationships/notesSlide" Target="/ppt/notesSlides/notesSlide110.xml" Id="Rb1b0d49c1b7941d6" /><Relationship Type="http://schemas.openxmlformats.org/officeDocument/2006/relationships/slideLayout" Target="/ppt/slideLayouts/slideLayout1.xml" Id="R870db01815984333" /></Relationships>
</file>

<file path=ppt/slides/_rels/slide119.xml.rels>&#65279;<?xml version="1.0" encoding="utf-8"?><Relationships xmlns="http://schemas.openxmlformats.org/package/2006/relationships"><Relationship Type="http://schemas.openxmlformats.org/officeDocument/2006/relationships/image" Target="/ppt/media/image.png" Id="Rbb8765a7ac804f09" /><Relationship Type="http://schemas.openxmlformats.org/officeDocument/2006/relationships/image" Target="/ppt/media/image3.png" Id="R26eb67752cd64e4f" /><Relationship Type="http://schemas.openxmlformats.org/officeDocument/2006/relationships/notesSlide" Target="/ppt/notesSlides/notesSlide111.xml" Id="Ref4b1a4560274f78" /><Relationship Type="http://schemas.openxmlformats.org/officeDocument/2006/relationships/slideLayout" Target="/ppt/slideLayouts/slideLayout1.xml" Id="Reaea723a063f487d" /></Relationships>
</file>

<file path=ppt/slides/_rels/slide120.xml.rels>&#65279;<?xml version="1.0" encoding="utf-8"?><Relationships xmlns="http://schemas.openxmlformats.org/package/2006/relationships"><Relationship Type="http://schemas.openxmlformats.org/officeDocument/2006/relationships/image" Target="/ppt/media/image.png" Id="R66c3262325e94ad1" /><Relationship Type="http://schemas.openxmlformats.org/officeDocument/2006/relationships/image" Target="/ppt/media/image3.png" Id="R93e3f8de541243f9" /><Relationship Type="http://schemas.openxmlformats.org/officeDocument/2006/relationships/notesSlide" Target="/ppt/notesSlides/notesSlide112.xml" Id="R8b69f1b55216470c" /><Relationship Type="http://schemas.openxmlformats.org/officeDocument/2006/relationships/slideLayout" Target="/ppt/slideLayouts/slideLayout1.xml" Id="R726b4a0609d14cf6" /></Relationships>
</file>

<file path=ppt/slides/_rels/slide121.xml.rels>&#65279;<?xml version="1.0" encoding="utf-8"?><Relationships xmlns="http://schemas.openxmlformats.org/package/2006/relationships"><Relationship Type="http://schemas.openxmlformats.org/officeDocument/2006/relationships/image" Target="/ppt/media/image.png" Id="R621ce89ca59548f6" /><Relationship Type="http://schemas.openxmlformats.org/officeDocument/2006/relationships/image" Target="/ppt/media/image3.png" Id="Rdfd60138eb3e4ebf" /><Relationship Type="http://schemas.openxmlformats.org/officeDocument/2006/relationships/notesSlide" Target="/ppt/notesSlides/notesSlide113.xml" Id="R051c3d73171845a5" /><Relationship Type="http://schemas.openxmlformats.org/officeDocument/2006/relationships/slideLayout" Target="/ppt/slideLayouts/slideLayout1.xml" Id="Rf90bf288e4554e4d" /></Relationships>
</file>

<file path=ppt/slides/_rels/slide122.xml.rels>&#65279;<?xml version="1.0" encoding="utf-8"?><Relationships xmlns="http://schemas.openxmlformats.org/package/2006/relationships"><Relationship Type="http://schemas.openxmlformats.org/officeDocument/2006/relationships/image" Target="/ppt/media/image.png" Id="R872c6e7ccf6e4857" /><Relationship Type="http://schemas.openxmlformats.org/officeDocument/2006/relationships/image" Target="/ppt/media/image3.png" Id="R891d9ee8fc434e49" /><Relationship Type="http://schemas.openxmlformats.org/officeDocument/2006/relationships/image" Target="/ppt/media/image29.png" Id="R4a468251159b461a" /><Relationship Type="http://schemas.openxmlformats.org/officeDocument/2006/relationships/notesSlide" Target="/ppt/notesSlides/notesSlide114.xml" Id="Rc59e5dfb17fe48e4" /><Relationship Type="http://schemas.openxmlformats.org/officeDocument/2006/relationships/slideLayout" Target="/ppt/slideLayouts/slideLayout1.xml" Id="R77853dc1c06f4eee" /></Relationships>
</file>

<file path=ppt/slides/_rels/slide123.xml.rels>&#65279;<?xml version="1.0" encoding="utf-8"?><Relationships xmlns="http://schemas.openxmlformats.org/package/2006/relationships"><Relationship Type="http://schemas.openxmlformats.org/officeDocument/2006/relationships/image" Target="/ppt/media/image.png" Id="Rda29273eaf874c4f" /><Relationship Type="http://schemas.openxmlformats.org/officeDocument/2006/relationships/image" Target="/ppt/media/image3.png" Id="R490b1a97cab845f2" /><Relationship Type="http://schemas.openxmlformats.org/officeDocument/2006/relationships/notesSlide" Target="/ppt/notesSlides/notesSlide115.xml" Id="Rca0ac116ccb44b4c" /><Relationship Type="http://schemas.openxmlformats.org/officeDocument/2006/relationships/slideLayout" Target="/ppt/slideLayouts/slideLayout1.xml" Id="R6bb288f4f8ce4a5e" /></Relationships>
</file>

<file path=ppt/slides/_rels/slide124.xml.rels>&#65279;<?xml version="1.0" encoding="utf-8"?><Relationships xmlns="http://schemas.openxmlformats.org/package/2006/relationships"><Relationship Type="http://schemas.openxmlformats.org/officeDocument/2006/relationships/image" Target="/ppt/media/image.png" Id="R593770fc14564f08" /><Relationship Type="http://schemas.openxmlformats.org/officeDocument/2006/relationships/image" Target="/ppt/media/image3.png" Id="R345413cc680641f1" /><Relationship Type="http://schemas.openxmlformats.org/officeDocument/2006/relationships/notesSlide" Target="/ppt/notesSlides/notesSlide116.xml" Id="Rf4c0c3c98efe447c" /><Relationship Type="http://schemas.openxmlformats.org/officeDocument/2006/relationships/slideLayout" Target="/ppt/slideLayouts/slideLayout1.xml" Id="R5328fd5be55e4c61" /></Relationships>
</file>

<file path=ppt/slides/_rels/slide125.xml.rels>&#65279;<?xml version="1.0" encoding="utf-8"?><Relationships xmlns="http://schemas.openxmlformats.org/package/2006/relationships"><Relationship Type="http://schemas.openxmlformats.org/officeDocument/2006/relationships/image" Target="/ppt/media/image.png" Id="R67662c48a5cd4c8a" /><Relationship Type="http://schemas.openxmlformats.org/officeDocument/2006/relationships/image" Target="/ppt/media/image3.png" Id="Rb0a35f7f0c854e41" /><Relationship Type="http://schemas.openxmlformats.org/officeDocument/2006/relationships/notesSlide" Target="/ppt/notesSlides/notesSlide117.xml" Id="Rc18408cc67904199" /><Relationship Type="http://schemas.openxmlformats.org/officeDocument/2006/relationships/slideLayout" Target="/ppt/slideLayouts/slideLayout1.xml" Id="R7e6e3a2727734f7e" /><Relationship Type="http://schemas.openxmlformats.org/officeDocument/2006/relationships/hyperlink" Target="https://www.geeksforgeeks.org/queue-data-structure/" TargetMode="External" Id="rcId6994110830614f46" /><Relationship Type="http://schemas.openxmlformats.org/officeDocument/2006/relationships/hyperlink" Target="https://www.javatpoint.com/data-structure-queue" TargetMode="External" Id="rcIdcc3f615468bb4cd9" /><Relationship Type="http://schemas.openxmlformats.org/officeDocument/2006/relationships/hyperlink" Target="https://www.scaler.com/topics/data-structures/queue-in-data-structure/" TargetMode="External" Id="rcIdbd9b573933ee4bc2" /><Relationship Type="http://schemas.openxmlformats.org/officeDocument/2006/relationships/hyperlink" Target="https://www.simplilearn.com/tutorials/data-structure-tutorial/priority-queue-in-data-structure" TargetMode="External" Id="rcIdc65b0de1454946dc" /><Relationship Type="http://schemas.openxmlformats.org/officeDocument/2006/relationships/hyperlink" Target="https://www.programiz.com/dsa/queue" TargetMode="External" Id="rcId13b21e6a001a4a45" /></Relationships>
</file>

<file path=ppt/slides/_rels/slide126.xml.rels>&#65279;<?xml version="1.0" encoding="utf-8"?><Relationships xmlns="http://schemas.openxmlformats.org/package/2006/relationships"><Relationship Type="http://schemas.openxmlformats.org/officeDocument/2006/relationships/image" Target="/ppt/media/image.png" Id="R3618a785f40e4537" /><Relationship Type="http://schemas.openxmlformats.org/officeDocument/2006/relationships/image" Target="/ppt/media/image3.png" Id="Rcf23c498e78c4eb0" /><Relationship Type="http://schemas.openxmlformats.org/officeDocument/2006/relationships/slideLayout" Target="/ppt/slideLayouts/slideLayout1.xml" Id="R4da1a890f0eb4716" /></Relationships>
</file>

<file path=ppt/slides/_rels/slide127.xml.rels>&#65279;<?xml version="1.0" encoding="utf-8"?><Relationships xmlns="http://schemas.openxmlformats.org/package/2006/relationships"><Relationship Type="http://schemas.openxmlformats.org/officeDocument/2006/relationships/image" Target="/ppt/media/image.png" Id="Ra2b7fa8070794f21" /><Relationship Type="http://schemas.openxmlformats.org/officeDocument/2006/relationships/image" Target="/ppt/media/image2.png" Id="R370fd58083264097" /><Relationship Type="http://schemas.openxmlformats.org/officeDocument/2006/relationships/slideLayout" Target="/ppt/slideLayouts/slideLayout2.xml" Id="R9dee2455ca6247bf" /></Relationships>
</file>

<file path=ppt/slides/_rels/slide128.xml.rels>&#65279;<?xml version="1.0" encoding="utf-8"?><Relationships xmlns="http://schemas.openxmlformats.org/package/2006/relationships"><Relationship Type="http://schemas.openxmlformats.org/officeDocument/2006/relationships/image" Target="/ppt/media/image.png" Id="R8d8f266d07884b33" /><Relationship Type="http://schemas.openxmlformats.org/officeDocument/2006/relationships/image" Target="/ppt/media/image3.png" Id="R42155d5156dc4b00" /><Relationship Type="http://schemas.openxmlformats.org/officeDocument/2006/relationships/notesSlide" Target="/ppt/notesSlides/notesSlide118.xml" Id="Read2f965a8d9407f" /><Relationship Type="http://schemas.openxmlformats.org/officeDocument/2006/relationships/slideLayout" Target="/ppt/slideLayouts/slideLayout1.xml" Id="Rcb2c271cbf3e4b2a" /></Relationships>
</file>

<file path=ppt/slides/_rels/slide129.xml.rels>&#65279;<?xml version="1.0" encoding="utf-8"?><Relationships xmlns="http://schemas.openxmlformats.org/package/2006/relationships"><Relationship Type="http://schemas.openxmlformats.org/officeDocument/2006/relationships/image" Target="/ppt/media/image.png" Id="Rf63618c271584cbb" /><Relationship Type="http://schemas.openxmlformats.org/officeDocument/2006/relationships/image" Target="/ppt/media/image3.png" Id="R5d3cf0455de240d8" /><Relationship Type="http://schemas.openxmlformats.org/officeDocument/2006/relationships/notesSlide" Target="/ppt/notesSlides/notesSlide119.xml" Id="R5750aae2ce754ef5" /><Relationship Type="http://schemas.openxmlformats.org/officeDocument/2006/relationships/slideLayout" Target="/ppt/slideLayouts/slideLayout1.xml" Id="R1db922144db1424c" /></Relationships>
</file>

<file path=ppt/slides/_rels/slide130.xml.rels>&#65279;<?xml version="1.0" encoding="utf-8"?><Relationships xmlns="http://schemas.openxmlformats.org/package/2006/relationships"><Relationship Type="http://schemas.openxmlformats.org/officeDocument/2006/relationships/image" Target="/ppt/media/image.png" Id="Rbc299ede83c746b1" /><Relationship Type="http://schemas.openxmlformats.org/officeDocument/2006/relationships/image" Target="/ppt/media/image3.png" Id="R7385bb68269144c5" /><Relationship Type="http://schemas.openxmlformats.org/officeDocument/2006/relationships/notesSlide" Target="/ppt/notesSlides/notesSlide120.xml" Id="R9a261cb9707f492e" /><Relationship Type="http://schemas.openxmlformats.org/officeDocument/2006/relationships/slideLayout" Target="/ppt/slideLayouts/slideLayout1.xml" Id="Rfcc973bb983a4acf" /></Relationships>
</file>

<file path=ppt/slides/_rels/slide131.xml.rels>&#65279;<?xml version="1.0" encoding="utf-8"?><Relationships xmlns="http://schemas.openxmlformats.org/package/2006/relationships"><Relationship Type="http://schemas.openxmlformats.org/officeDocument/2006/relationships/image" Target="/ppt/media/image.png" Id="R0acb5c6aa8b54d13" /><Relationship Type="http://schemas.openxmlformats.org/officeDocument/2006/relationships/image" Target="/ppt/media/image3.png" Id="Rc26d5b2b0f1b495b" /><Relationship Type="http://schemas.openxmlformats.org/officeDocument/2006/relationships/image" Target="/ppt/media/image5.png" Id="R1bb32387641347f3" /><Relationship Type="http://schemas.openxmlformats.org/officeDocument/2006/relationships/notesSlide" Target="/ppt/notesSlides/notesSlide121.xml" Id="R07f28ba6207e4802" /><Relationship Type="http://schemas.openxmlformats.org/officeDocument/2006/relationships/slideLayout" Target="/ppt/slideLayouts/slideLayout1.xml" Id="R3f61ef8ec8ee42f4" /></Relationships>
</file>

<file path=ppt/slides/_rels/slide132.xml.rels>&#65279;<?xml version="1.0" encoding="utf-8"?><Relationships xmlns="http://schemas.openxmlformats.org/package/2006/relationships"><Relationship Type="http://schemas.openxmlformats.org/officeDocument/2006/relationships/image" Target="/ppt/media/image.png" Id="R57303cb22c1740b8" /><Relationship Type="http://schemas.openxmlformats.org/officeDocument/2006/relationships/image" Target="/ppt/media/image3.png" Id="R7eee4fba0f734981" /><Relationship Type="http://schemas.openxmlformats.org/officeDocument/2006/relationships/image" Target="/ppt/media/image5.png" Id="Reae1e6ac2fd64385" /><Relationship Type="http://schemas.openxmlformats.org/officeDocument/2006/relationships/notesSlide" Target="/ppt/notesSlides/notesSlide122.xml" Id="Rf56467e9148a4897" /><Relationship Type="http://schemas.openxmlformats.org/officeDocument/2006/relationships/slideLayout" Target="/ppt/slideLayouts/slideLayout1.xml" Id="Ree0f286f42b64692" /></Relationships>
</file>

<file path=ppt/slides/_rels/slide133.xml.rels>&#65279;<?xml version="1.0" encoding="utf-8"?><Relationships xmlns="http://schemas.openxmlformats.org/package/2006/relationships"><Relationship Type="http://schemas.openxmlformats.org/officeDocument/2006/relationships/image" Target="/ppt/media/image16.png" Id="R9a5be7e2887f420c" /><Relationship Type="http://schemas.openxmlformats.org/officeDocument/2006/relationships/image" Target="/ppt/media/image3.png" Id="R6cf247c605b64ad4" /><Relationship Type="http://schemas.openxmlformats.org/officeDocument/2006/relationships/image" Target="/ppt/media/image30.png" Id="Rff5b70613fbd45cc" /><Relationship Type="http://schemas.openxmlformats.org/officeDocument/2006/relationships/notesSlide" Target="/ppt/notesSlides/notesSlide123.xml" Id="Rde31f4c67e654ab7" /><Relationship Type="http://schemas.openxmlformats.org/officeDocument/2006/relationships/slideLayout" Target="/ppt/slideLayouts/slideLayout1.xml" Id="Rb92418e737e84ce2" /><Relationship Type="http://schemas.openxmlformats.org/officeDocument/2006/relationships/hyperlink" Target="https://www.scaler.com/topics/data-structures/queue-in-data-structure/" TargetMode="External" Id="rcIdbdf09478725843e4" /></Relationships>
</file>

<file path=ppt/slides/_rels/slide134.xml.rels>&#65279;<?xml version="1.0" encoding="utf-8"?><Relationships xmlns="http://schemas.openxmlformats.org/package/2006/relationships"><Relationship Type="http://schemas.openxmlformats.org/officeDocument/2006/relationships/image" Target="/ppt/media/image16.png" Id="Rc71e1430c6ea4609" /><Relationship Type="http://schemas.openxmlformats.org/officeDocument/2006/relationships/image" Target="/ppt/media/image3.png" Id="Rdc15d7ebe72a4878" /><Relationship Type="http://schemas.openxmlformats.org/officeDocument/2006/relationships/image" Target="/ppt/media/image31.png" Id="Ree758465b3c3482c" /><Relationship Type="http://schemas.openxmlformats.org/officeDocument/2006/relationships/notesSlide" Target="/ppt/notesSlides/notesSlide124.xml" Id="Ra46754d03742471b" /><Relationship Type="http://schemas.openxmlformats.org/officeDocument/2006/relationships/slideLayout" Target="/ppt/slideLayouts/slideLayout1.xml" Id="R18473950101f45fc" /><Relationship Type="http://schemas.openxmlformats.org/officeDocument/2006/relationships/hyperlink" Target="https://www.javatpoint.com/data-structure-queue" TargetMode="External" Id="rcIdd15a18d7627f4bbb" /></Relationships>
</file>

<file path=ppt/slides/_rels/slide135.xml.rels>&#65279;<?xml version="1.0" encoding="utf-8"?><Relationships xmlns="http://schemas.openxmlformats.org/package/2006/relationships"><Relationship Type="http://schemas.openxmlformats.org/officeDocument/2006/relationships/image" Target="/ppt/media/image.png" Id="R00f10f68b72f434a" /><Relationship Type="http://schemas.openxmlformats.org/officeDocument/2006/relationships/image" Target="/ppt/media/image3.png" Id="R16dfd6bc53224d4a" /><Relationship Type="http://schemas.openxmlformats.org/officeDocument/2006/relationships/image" Target="/ppt/media/image32.png" Id="Rdf7aee19cf4a4814" /><Relationship Type="http://schemas.openxmlformats.org/officeDocument/2006/relationships/notesSlide" Target="/ppt/notesSlides/notesSlide125.xml" Id="Rd0167cea15924271" /><Relationship Type="http://schemas.openxmlformats.org/officeDocument/2006/relationships/slideLayout" Target="/ppt/slideLayouts/slideLayout1.xml" Id="Rb6765ff3c1fc4bd2" /><Relationship Type="http://schemas.openxmlformats.org/officeDocument/2006/relationships/hyperlink" Target="https://www.javatpoint.com/data-structure-queue" TargetMode="External" Id="rcId92284b0ac48f4c0b" /></Relationships>
</file>

<file path=ppt/slides/_rels/slide136.xml.rels>&#65279;<?xml version="1.0" encoding="utf-8"?><Relationships xmlns="http://schemas.openxmlformats.org/package/2006/relationships"><Relationship Type="http://schemas.openxmlformats.org/officeDocument/2006/relationships/image" Target="/ppt/media/image.png" Id="R51a2ca42046347df" /><Relationship Type="http://schemas.openxmlformats.org/officeDocument/2006/relationships/image" Target="/ppt/media/image3.png" Id="Rba3412df04574ca3" /><Relationship Type="http://schemas.openxmlformats.org/officeDocument/2006/relationships/image" Target="/ppt/media/image33.png" Id="R2f297d46431140d2" /><Relationship Type="http://schemas.openxmlformats.org/officeDocument/2006/relationships/image" Target="/ppt/media/image34.png" Id="R10c011df41f846a6" /><Relationship Type="http://schemas.openxmlformats.org/officeDocument/2006/relationships/image" Target="/ppt/media/image35.png" Id="Ra3cdfe2e898b4e64" /><Relationship Type="http://schemas.openxmlformats.org/officeDocument/2006/relationships/image" Target="/ppt/media/image36.png" Id="R83b67d2000fd4083" /><Relationship Type="http://schemas.openxmlformats.org/officeDocument/2006/relationships/notesSlide" Target="/ppt/notesSlides/notesSlide126.xml" Id="R567233d4726c45c1" /><Relationship Type="http://schemas.openxmlformats.org/officeDocument/2006/relationships/slideLayout" Target="/ppt/slideLayouts/slideLayout1.xml" Id="R710d8efb96ac4de8" /><Relationship Type="http://schemas.openxmlformats.org/officeDocument/2006/relationships/hyperlink" Target="https://www.javatpoint.com/data-structure-queue" TargetMode="External" Id="rcIdf34409e20be940f6" /></Relationships>
</file>

<file path=ppt/slides/_rels/slide137.xml.rels>&#65279;<?xml version="1.0" encoding="utf-8"?><Relationships xmlns="http://schemas.openxmlformats.org/package/2006/relationships"><Relationship Type="http://schemas.openxmlformats.org/officeDocument/2006/relationships/image" Target="/ppt/media/image.png" Id="Ra454eb7ec058484c" /><Relationship Type="http://schemas.openxmlformats.org/officeDocument/2006/relationships/image" Target="/ppt/media/image3.png" Id="R12ed7f2091284d5f" /><Relationship Type="http://schemas.openxmlformats.org/officeDocument/2006/relationships/image" Target="/ppt/media/image37.png" Id="Ra7ce784f1dbd4431" /><Relationship Type="http://schemas.openxmlformats.org/officeDocument/2006/relationships/notesSlide" Target="/ppt/notesSlides/notesSlide127.xml" Id="Rf8d5671306cc439b" /><Relationship Type="http://schemas.openxmlformats.org/officeDocument/2006/relationships/slideLayout" Target="/ppt/slideLayouts/slideLayout1.xml" Id="R28cbc4e8b66340ae" /><Relationship Type="http://schemas.openxmlformats.org/officeDocument/2006/relationships/hyperlink" Target="https://learnloner.com/queues-in-data-structures-and-algorithms-dsa/" TargetMode="External" Id="rcIdc14c2218c0d94aa1" /></Relationships>
</file>

<file path=ppt/slides/_rels/slide138.xml.rels>&#65279;<?xml version="1.0" encoding="utf-8"?><Relationships xmlns="http://schemas.openxmlformats.org/package/2006/relationships"><Relationship Type="http://schemas.openxmlformats.org/officeDocument/2006/relationships/image" Target="/ppt/media/image.png" Id="R3b35cac9c7b34983" /><Relationship Type="http://schemas.openxmlformats.org/officeDocument/2006/relationships/image" Target="/ppt/media/image3.png" Id="R4ff60cdb850b4384" /><Relationship Type="http://schemas.openxmlformats.org/officeDocument/2006/relationships/notesSlide" Target="/ppt/notesSlides/notesSlide128.xml" Id="Re16eccf8528c418e" /><Relationship Type="http://schemas.openxmlformats.org/officeDocument/2006/relationships/slideLayout" Target="/ppt/slideLayouts/slideLayout1.xml" Id="R13703e69cf654c10" /></Relationships>
</file>

<file path=ppt/slides/_rels/slide139.xml.rels>&#65279;<?xml version="1.0" encoding="utf-8"?><Relationships xmlns="http://schemas.openxmlformats.org/package/2006/relationships"><Relationship Type="http://schemas.openxmlformats.org/officeDocument/2006/relationships/image" Target="/ppt/media/image.png" Id="R8f173524cd3e4d60" /><Relationship Type="http://schemas.openxmlformats.org/officeDocument/2006/relationships/image" Target="/ppt/media/image3.png" Id="R10ac0199e6de438e" /><Relationship Type="http://schemas.openxmlformats.org/officeDocument/2006/relationships/image" Target="/ppt/media/image38.png" Id="R727667be42c14bfe" /><Relationship Type="http://schemas.openxmlformats.org/officeDocument/2006/relationships/image" Target="/ppt/media/image39.png" Id="R7840881b13e64731" /><Relationship Type="http://schemas.openxmlformats.org/officeDocument/2006/relationships/image" Target="/ppt/media/image40.png" Id="R273ff520b875471a" /><Relationship Type="http://schemas.openxmlformats.org/officeDocument/2006/relationships/image" Target="/ppt/media/image41.png" Id="R1f81dba5e8af4204" /><Relationship Type="http://schemas.openxmlformats.org/officeDocument/2006/relationships/notesSlide" Target="/ppt/notesSlides/notesSlide129.xml" Id="R6169492dc21b47e3" /><Relationship Type="http://schemas.openxmlformats.org/officeDocument/2006/relationships/slideLayout" Target="/ppt/slideLayouts/slideLayout1.xml" Id="Ra55eb2640fa04fdd" /></Relationships>
</file>

<file path=ppt/slides/_rels/slide140.xml.rels>&#65279;<?xml version="1.0" encoding="utf-8"?><Relationships xmlns="http://schemas.openxmlformats.org/package/2006/relationships"><Relationship Type="http://schemas.openxmlformats.org/officeDocument/2006/relationships/image" Target="/ppt/media/image.png" Id="R5a1231931c4b4507" /><Relationship Type="http://schemas.openxmlformats.org/officeDocument/2006/relationships/image" Target="/ppt/media/image3.png" Id="R307796fc3b774a19" /><Relationship Type="http://schemas.openxmlformats.org/officeDocument/2006/relationships/image" Target="/ppt/media/image42.png" Id="Rb65e7e2705f74751" /><Relationship Type="http://schemas.openxmlformats.org/officeDocument/2006/relationships/image" Target="/ppt/media/image43.png" Id="R8ebff5800b2c4c49" /><Relationship Type="http://schemas.openxmlformats.org/officeDocument/2006/relationships/image" Target="/ppt/media/image44.png" Id="Re239dace6c374c12" /><Relationship Type="http://schemas.openxmlformats.org/officeDocument/2006/relationships/image" Target="/ppt/media/image45.png" Id="Rdf5ba3cca6ad4faa" /><Relationship Type="http://schemas.openxmlformats.org/officeDocument/2006/relationships/notesSlide" Target="/ppt/notesSlides/notesSlide130.xml" Id="R98fe2ef836d54882" /><Relationship Type="http://schemas.openxmlformats.org/officeDocument/2006/relationships/slideLayout" Target="/ppt/slideLayouts/slideLayout1.xml" Id="R7fb377b8699d448e" /></Relationships>
</file>

<file path=ppt/slides/_rels/slide141.xml.rels>&#65279;<?xml version="1.0" encoding="utf-8"?><Relationships xmlns="http://schemas.openxmlformats.org/package/2006/relationships"><Relationship Type="http://schemas.openxmlformats.org/officeDocument/2006/relationships/image" Target="/ppt/media/image.png" Id="Ra2935bca49494050" /><Relationship Type="http://schemas.openxmlformats.org/officeDocument/2006/relationships/image" Target="/ppt/media/image3.png" Id="R5b71e51b8fae4d67" /><Relationship Type="http://schemas.openxmlformats.org/officeDocument/2006/relationships/image" Target="/ppt/media/image46.png" Id="Rac9a516ca4fb4ab2" /><Relationship Type="http://schemas.openxmlformats.org/officeDocument/2006/relationships/image" Target="/ppt/media/image47.png" Id="R8a23207625094b0b" /><Relationship Type="http://schemas.openxmlformats.org/officeDocument/2006/relationships/image" Target="/ppt/media/image48.png" Id="R39343314c2724030" /><Relationship Type="http://schemas.openxmlformats.org/officeDocument/2006/relationships/image" Target="/ppt/media/image49.png" Id="Rfc93874e66ae4278" /><Relationship Type="http://schemas.openxmlformats.org/officeDocument/2006/relationships/notesSlide" Target="/ppt/notesSlides/notesSlide131.xml" Id="R0ace032b1d034ee3" /><Relationship Type="http://schemas.openxmlformats.org/officeDocument/2006/relationships/slideLayout" Target="/ppt/slideLayouts/slideLayout1.xml" Id="Re8e57529a4964750" /></Relationships>
</file>

<file path=ppt/slides/_rels/slide142.xml.rels>&#65279;<?xml version="1.0" encoding="utf-8"?><Relationships xmlns="http://schemas.openxmlformats.org/package/2006/relationships"><Relationship Type="http://schemas.openxmlformats.org/officeDocument/2006/relationships/image" Target="/ppt/media/image.png" Id="R1d14825bce4d4779" /><Relationship Type="http://schemas.openxmlformats.org/officeDocument/2006/relationships/image" Target="/ppt/media/image3.png" Id="R823c9c65d7fa422f" /><Relationship Type="http://schemas.openxmlformats.org/officeDocument/2006/relationships/image" Target="/ppt/media/image50.png" Id="R931d7b5c8b994dfb" /><Relationship Type="http://schemas.openxmlformats.org/officeDocument/2006/relationships/image" Target="/ppt/media/image51.png" Id="R71217d0c37ed426e" /><Relationship Type="http://schemas.openxmlformats.org/officeDocument/2006/relationships/image" Target="/ppt/media/image52.png" Id="Rd3c171f492d94d7e" /><Relationship Type="http://schemas.openxmlformats.org/officeDocument/2006/relationships/image" Target="/ppt/media/image53.png" Id="R26b2b50410a24728" /><Relationship Type="http://schemas.openxmlformats.org/officeDocument/2006/relationships/notesSlide" Target="/ppt/notesSlides/notesSlide132.xml" Id="R5cb0523b1b6e4508" /><Relationship Type="http://schemas.openxmlformats.org/officeDocument/2006/relationships/slideLayout" Target="/ppt/slideLayouts/slideLayout1.xml" Id="R83f50881d5cd472c" /></Relationships>
</file>

<file path=ppt/slides/_rels/slide143.xml.rels>&#65279;<?xml version="1.0" encoding="utf-8"?><Relationships xmlns="http://schemas.openxmlformats.org/package/2006/relationships"><Relationship Type="http://schemas.openxmlformats.org/officeDocument/2006/relationships/image" Target="/ppt/media/image.png" Id="R69b6818be2a54439" /><Relationship Type="http://schemas.openxmlformats.org/officeDocument/2006/relationships/image" Target="/ppt/media/image3.png" Id="R63fe7fc5530b42de" /><Relationship Type="http://schemas.openxmlformats.org/officeDocument/2006/relationships/notesSlide" Target="/ppt/notesSlides/notesSlide133.xml" Id="R14c767cdb5654877" /><Relationship Type="http://schemas.openxmlformats.org/officeDocument/2006/relationships/slideLayout" Target="/ppt/slideLayouts/slideLayout1.xml" Id="R6e48a5375a2647a4" /></Relationships>
</file>

<file path=ppt/slides/_rels/slide144.xml.rels>&#65279;<?xml version="1.0" encoding="utf-8"?><Relationships xmlns="http://schemas.openxmlformats.org/package/2006/relationships"><Relationship Type="http://schemas.openxmlformats.org/officeDocument/2006/relationships/image" Target="/ppt/media/image.png" Id="Ra7ffc63841bf4efa" /><Relationship Type="http://schemas.openxmlformats.org/officeDocument/2006/relationships/image" Target="/ppt/media/image3.png" Id="Rd3ad8c1d43024780" /><Relationship Type="http://schemas.openxmlformats.org/officeDocument/2006/relationships/notesSlide" Target="/ppt/notesSlides/notesSlide134.xml" Id="R0eb5978952174136" /><Relationship Type="http://schemas.openxmlformats.org/officeDocument/2006/relationships/slideLayout" Target="/ppt/slideLayouts/slideLayout1.xml" Id="Radab7a4be18b4184" /></Relationships>
</file>

<file path=ppt/slides/_rels/slide145.xml.rels>&#65279;<?xml version="1.0" encoding="utf-8"?><Relationships xmlns="http://schemas.openxmlformats.org/package/2006/relationships"><Relationship Type="http://schemas.openxmlformats.org/officeDocument/2006/relationships/image" Target="/ppt/media/image.png" Id="R37302372ee0645e9" /><Relationship Type="http://schemas.openxmlformats.org/officeDocument/2006/relationships/image" Target="/ppt/media/image3.png" Id="Ra71aa94e09944506" /><Relationship Type="http://schemas.openxmlformats.org/officeDocument/2006/relationships/image" Target="/ppt/media/image54.png" Id="R65e0e7c97b8447c5" /><Relationship Type="http://schemas.openxmlformats.org/officeDocument/2006/relationships/notesSlide" Target="/ppt/notesSlides/notesSlide135.xml" Id="R6effe57a0551439a" /><Relationship Type="http://schemas.openxmlformats.org/officeDocument/2006/relationships/slideLayout" Target="/ppt/slideLayouts/slideLayout1.xml" Id="R042bbfc65d9f4055" /><Relationship Type="http://schemas.openxmlformats.org/officeDocument/2006/relationships/hyperlink" Target="https://www.javatpoint.com/array-representation-of-queue" TargetMode="External" Id="rcId8e0512eaf0764cc8" /></Relationships>
</file>

<file path=ppt/slides/_rels/slide146.xml.rels>&#65279;<?xml version="1.0" encoding="utf-8"?><Relationships xmlns="http://schemas.openxmlformats.org/package/2006/relationships"><Relationship Type="http://schemas.openxmlformats.org/officeDocument/2006/relationships/image" Target="/ppt/media/image.png" Id="Rff965bc959f64d0b" /><Relationship Type="http://schemas.openxmlformats.org/officeDocument/2006/relationships/image" Target="/ppt/media/image3.png" Id="R15c35138315d40f6" /><Relationship Type="http://schemas.openxmlformats.org/officeDocument/2006/relationships/image" Target="/ppt/media/image55.png" Id="R942195de3a8b4ca4" /><Relationship Type="http://schemas.openxmlformats.org/officeDocument/2006/relationships/notesSlide" Target="/ppt/notesSlides/notesSlide136.xml" Id="R43ed43867f24492c" /><Relationship Type="http://schemas.openxmlformats.org/officeDocument/2006/relationships/slideLayout" Target="/ppt/slideLayouts/slideLayout1.xml" Id="R7d3b7d59937e48b2" /><Relationship Type="http://schemas.openxmlformats.org/officeDocument/2006/relationships/hyperlink" Target="https://www.geeksforgeeks.org/basic-operations-for-queue-in-data-structure/" TargetMode="External" Id="rcId4ab3832af27a42aa" /></Relationships>
</file>

<file path=ppt/slides/_rels/slide147.xml.rels>&#65279;<?xml version="1.0" encoding="utf-8"?><Relationships xmlns="http://schemas.openxmlformats.org/package/2006/relationships"><Relationship Type="http://schemas.openxmlformats.org/officeDocument/2006/relationships/image" Target="/ppt/media/image.png" Id="R4d3018a04bc44d92" /><Relationship Type="http://schemas.openxmlformats.org/officeDocument/2006/relationships/image" Target="/ppt/media/image3.png" Id="Re61a117daebd40eb" /><Relationship Type="http://schemas.openxmlformats.org/officeDocument/2006/relationships/image" Target="/ppt/media/image56.png" Id="R3c0a2eaa44cb4db1" /><Relationship Type="http://schemas.openxmlformats.org/officeDocument/2006/relationships/notesSlide" Target="/ppt/notesSlides/notesSlide137.xml" Id="R6b2dd16f0b1d46e7" /><Relationship Type="http://schemas.openxmlformats.org/officeDocument/2006/relationships/slideLayout" Target="/ppt/slideLayouts/slideLayout1.xml" Id="Ra36410b181994b65" /><Relationship Type="http://schemas.openxmlformats.org/officeDocument/2006/relationships/hyperlink" Target="https://www.geeksforgeeks.org/basic-operations-for-queue-in-data-structure/" TargetMode="External" Id="rcId444f3f25129c470e" /></Relationships>
</file>

<file path=ppt/slides/_rels/slide148.xml.rels>&#65279;<?xml version="1.0" encoding="utf-8"?><Relationships xmlns="http://schemas.openxmlformats.org/package/2006/relationships"><Relationship Type="http://schemas.openxmlformats.org/officeDocument/2006/relationships/image" Target="/ppt/media/image.png" Id="Rdd3309b56b3146b9" /><Relationship Type="http://schemas.openxmlformats.org/officeDocument/2006/relationships/image" Target="/ppt/media/image3.png" Id="Rd523b7eda5ba4216" /><Relationship Type="http://schemas.openxmlformats.org/officeDocument/2006/relationships/image" Target="/ppt/media/image57.png" Id="R8c56be09bedc4abd" /><Relationship Type="http://schemas.openxmlformats.org/officeDocument/2006/relationships/notesSlide" Target="/ppt/notesSlides/notesSlide138.xml" Id="Rcaca586e7ced4b26" /><Relationship Type="http://schemas.openxmlformats.org/officeDocument/2006/relationships/slideLayout" Target="/ppt/slideLayouts/slideLayout1.xml" Id="Reb6240ce80104179" /><Relationship Type="http://schemas.openxmlformats.org/officeDocument/2006/relationships/hyperlink" Target="https://hetalrachh.home.blog/2020/02/24/implementing-queue-using-array-in-java/" TargetMode="External" Id="rcId93bdf0b407fe4e70" /></Relationships>
</file>

<file path=ppt/slides/_rels/slide149.xml.rels>&#65279;<?xml version="1.0" encoding="utf-8"?><Relationships xmlns="http://schemas.openxmlformats.org/package/2006/relationships"><Relationship Type="http://schemas.openxmlformats.org/officeDocument/2006/relationships/image" Target="/ppt/media/image3.png" Id="R3603b77f9d4643e7" /><Relationship Type="http://schemas.openxmlformats.org/officeDocument/2006/relationships/image" Target="/ppt/media/image58.png" Id="R892bbf8649434c9b" /><Relationship Type="http://schemas.openxmlformats.org/officeDocument/2006/relationships/notesSlide" Target="/ppt/notesSlides/notesSlide139.xml" Id="Rb19b0bf6245a45f4" /><Relationship Type="http://schemas.openxmlformats.org/officeDocument/2006/relationships/slideLayout" Target="/ppt/slideLayouts/slideLayout1.xml" Id="Ree925ba3ff6a45d2" /></Relationships>
</file>

<file path=ppt/slides/_rels/slide150.xml.rels>&#65279;<?xml version="1.0" encoding="utf-8"?><Relationships xmlns="http://schemas.openxmlformats.org/package/2006/relationships"><Relationship Type="http://schemas.openxmlformats.org/officeDocument/2006/relationships/image" Target="/ppt/media/image.png" Id="Rf4013125521f4e46" /><Relationship Type="http://schemas.openxmlformats.org/officeDocument/2006/relationships/image" Target="/ppt/media/image3.png" Id="R4d41915c522e4dd2" /><Relationship Type="http://schemas.openxmlformats.org/officeDocument/2006/relationships/notesSlide" Target="/ppt/notesSlides/notesSlide140.xml" Id="Rded82d2545cd4cf5" /><Relationship Type="http://schemas.openxmlformats.org/officeDocument/2006/relationships/slideLayout" Target="/ppt/slideLayouts/slideLayout1.xml" Id="R0ed8dcb1feb7425f" /></Relationships>
</file>

<file path=ppt/slides/_rels/slide151.xml.rels>&#65279;<?xml version="1.0" encoding="utf-8"?><Relationships xmlns="http://schemas.openxmlformats.org/package/2006/relationships"><Relationship Type="http://schemas.openxmlformats.org/officeDocument/2006/relationships/image" Target="/ppt/media/image.png" Id="Re85ced713345478e" /><Relationship Type="http://schemas.openxmlformats.org/officeDocument/2006/relationships/image" Target="/ppt/media/image3.png" Id="R2028ee7a079c4112" /><Relationship Type="http://schemas.openxmlformats.org/officeDocument/2006/relationships/notesSlide" Target="/ppt/notesSlides/notesSlide141.xml" Id="Rda686e067c1b484f" /><Relationship Type="http://schemas.openxmlformats.org/officeDocument/2006/relationships/slideLayout" Target="/ppt/slideLayouts/slideLayout1.xml" Id="R5d7dc38dbbeb4b09" /></Relationships>
</file>

<file path=ppt/slides/_rels/slide152.xml.rels>&#65279;<?xml version="1.0" encoding="utf-8"?><Relationships xmlns="http://schemas.openxmlformats.org/package/2006/relationships"><Relationship Type="http://schemas.openxmlformats.org/officeDocument/2006/relationships/image" Target="/ppt/media/image.png" Id="R7c0f59f05b7448a5" /><Relationship Type="http://schemas.openxmlformats.org/officeDocument/2006/relationships/image" Target="/ppt/media/image3.png" Id="R02c5fee984fe4614" /><Relationship Type="http://schemas.openxmlformats.org/officeDocument/2006/relationships/notesSlide" Target="/ppt/notesSlides/notesSlide142.xml" Id="R1bee0a8b8e2842d4" /><Relationship Type="http://schemas.openxmlformats.org/officeDocument/2006/relationships/slideLayout" Target="/ppt/slideLayouts/slideLayout1.xml" Id="Rf5d11786894a462e" /></Relationships>
</file>

<file path=ppt/slides/_rels/slide153.xml.rels>&#65279;<?xml version="1.0" encoding="utf-8"?><Relationships xmlns="http://schemas.openxmlformats.org/package/2006/relationships"><Relationship Type="http://schemas.openxmlformats.org/officeDocument/2006/relationships/image" Target="/ppt/media/image.png" Id="Rbeeb49d0186e4253" /><Relationship Type="http://schemas.openxmlformats.org/officeDocument/2006/relationships/image" Target="/ppt/media/image3.png" Id="R5ae390c5e84845c4" /><Relationship Type="http://schemas.openxmlformats.org/officeDocument/2006/relationships/image" Target="/ppt/media/image59.png" Id="Rb0c304aa071842b2" /><Relationship Type="http://schemas.openxmlformats.org/officeDocument/2006/relationships/notesSlide" Target="/ppt/notesSlides/notesSlide143.xml" Id="R286988f21a2e4c95" /><Relationship Type="http://schemas.openxmlformats.org/officeDocument/2006/relationships/slideLayout" Target="/ppt/slideLayouts/slideLayout1.xml" Id="R4c2ba37645c947b6" /></Relationships>
</file>

<file path=ppt/slides/_rels/slide154.xml.rels>&#65279;<?xml version="1.0" encoding="utf-8"?><Relationships xmlns="http://schemas.openxmlformats.org/package/2006/relationships"><Relationship Type="http://schemas.openxmlformats.org/officeDocument/2006/relationships/image" Target="/ppt/media/image.png" Id="Rb95e85d1aeb44d32" /><Relationship Type="http://schemas.openxmlformats.org/officeDocument/2006/relationships/image" Target="/ppt/media/image3.png" Id="Rbc06754e8aa04994" /><Relationship Type="http://schemas.openxmlformats.org/officeDocument/2006/relationships/image" Target="/ppt/media/image60.png" Id="R269455dc63d54922" /><Relationship Type="http://schemas.openxmlformats.org/officeDocument/2006/relationships/notesSlide" Target="/ppt/notesSlides/notesSlide144.xml" Id="R5453dbb680964067" /><Relationship Type="http://schemas.openxmlformats.org/officeDocument/2006/relationships/slideLayout" Target="/ppt/slideLayouts/slideLayout1.xml" Id="Rb6e46541deeb4f56" /></Relationships>
</file>

<file path=ppt/slides/_rels/slide155.xml.rels>&#65279;<?xml version="1.0" encoding="utf-8"?><Relationships xmlns="http://schemas.openxmlformats.org/package/2006/relationships"><Relationship Type="http://schemas.openxmlformats.org/officeDocument/2006/relationships/image" Target="/ppt/media/image.png" Id="R8400ae5bb81a4a91" /><Relationship Type="http://schemas.openxmlformats.org/officeDocument/2006/relationships/image" Target="/ppt/media/image3.png" Id="R383d9bc5a23b411e" /><Relationship Type="http://schemas.openxmlformats.org/officeDocument/2006/relationships/notesSlide" Target="/ppt/notesSlides/notesSlide145.xml" Id="R16e81f1f21f44c8d" /><Relationship Type="http://schemas.openxmlformats.org/officeDocument/2006/relationships/slideLayout" Target="/ppt/slideLayouts/slideLayout1.xml" Id="Ra647db2e49374975" /></Relationships>
</file>

<file path=ppt/slides/_rels/slide156.xml.rels>&#65279;<?xml version="1.0" encoding="utf-8"?><Relationships xmlns="http://schemas.openxmlformats.org/package/2006/relationships"><Relationship Type="http://schemas.openxmlformats.org/officeDocument/2006/relationships/image" Target="/ppt/media/image.png" Id="R491eaf913deb4a67" /><Relationship Type="http://schemas.openxmlformats.org/officeDocument/2006/relationships/image" Target="/ppt/media/image3.png" Id="Re8e0025d0ad14a68" /><Relationship Type="http://schemas.openxmlformats.org/officeDocument/2006/relationships/notesSlide" Target="/ppt/notesSlides/notesSlide146.xml" Id="R0f85357a03aa47dd" /><Relationship Type="http://schemas.openxmlformats.org/officeDocument/2006/relationships/slideLayout" Target="/ppt/slideLayouts/slideLayout1.xml" Id="R8bcb319e475c4321" /></Relationships>
</file>

<file path=ppt/slides/_rels/slide157.xml.rels>&#65279;<?xml version="1.0" encoding="utf-8"?><Relationships xmlns="http://schemas.openxmlformats.org/package/2006/relationships"><Relationship Type="http://schemas.openxmlformats.org/officeDocument/2006/relationships/image" Target="/ppt/media/image.png" Id="Rcc65ec5c5747482d" /><Relationship Type="http://schemas.openxmlformats.org/officeDocument/2006/relationships/image" Target="/ppt/media/image3.png" Id="R0855e8d5acc7483d" /><Relationship Type="http://schemas.openxmlformats.org/officeDocument/2006/relationships/notesSlide" Target="/ppt/notesSlides/notesSlide147.xml" Id="R26ba35ed21c74863" /><Relationship Type="http://schemas.openxmlformats.org/officeDocument/2006/relationships/slideLayout" Target="/ppt/slideLayouts/slideLayout1.xml" Id="R64d1eb2ad1474381" /></Relationships>
</file>

<file path=ppt/slides/_rels/slide158.xml.rels>&#65279;<?xml version="1.0" encoding="utf-8"?><Relationships xmlns="http://schemas.openxmlformats.org/package/2006/relationships"><Relationship Type="http://schemas.openxmlformats.org/officeDocument/2006/relationships/image" Target="/ppt/media/image.png" Id="R264388098ce54ce7" /><Relationship Type="http://schemas.openxmlformats.org/officeDocument/2006/relationships/image" Target="/ppt/media/image3.png" Id="R79bfea27dc204f28" /><Relationship Type="http://schemas.openxmlformats.org/officeDocument/2006/relationships/notesSlide" Target="/ppt/notesSlides/notesSlide148.xml" Id="R228dc2f1ca8748c2" /><Relationship Type="http://schemas.openxmlformats.org/officeDocument/2006/relationships/slideLayout" Target="/ppt/slideLayouts/slideLayout1.xml" Id="R81f5401d4bc346b1" /></Relationships>
</file>

<file path=ppt/slides/_rels/slide159.xml.rels>&#65279;<?xml version="1.0" encoding="utf-8"?><Relationships xmlns="http://schemas.openxmlformats.org/package/2006/relationships"><Relationship Type="http://schemas.openxmlformats.org/officeDocument/2006/relationships/image" Target="/ppt/media/image.png" Id="Ra38505b595814fea" /><Relationship Type="http://schemas.openxmlformats.org/officeDocument/2006/relationships/image" Target="/ppt/media/image3.png" Id="R5d2ae08a68b0420b" /><Relationship Type="http://schemas.openxmlformats.org/officeDocument/2006/relationships/notesSlide" Target="/ppt/notesSlides/notesSlide149.xml" Id="Ra1e9e4e463544a8a" /><Relationship Type="http://schemas.openxmlformats.org/officeDocument/2006/relationships/slideLayout" Target="/ppt/slideLayouts/slideLayout1.xml" Id="R4823ca7a98bb44bb" /></Relationships>
</file>

<file path=ppt/slides/_rels/slide160.xml.rels>&#65279;<?xml version="1.0" encoding="utf-8"?><Relationships xmlns="http://schemas.openxmlformats.org/package/2006/relationships"><Relationship Type="http://schemas.openxmlformats.org/officeDocument/2006/relationships/image" Target="/ppt/media/image.png" Id="Re8346329a68b47ee" /><Relationship Type="http://schemas.openxmlformats.org/officeDocument/2006/relationships/image" Target="/ppt/media/image3.png" Id="R5091ce0b575e4c14" /><Relationship Type="http://schemas.openxmlformats.org/officeDocument/2006/relationships/notesSlide" Target="/ppt/notesSlides/notesSlide150.xml" Id="Rb9d6fc04e88a4ac9" /><Relationship Type="http://schemas.openxmlformats.org/officeDocument/2006/relationships/slideLayout" Target="/ppt/slideLayouts/slideLayout1.xml" Id="R54892a0bcfb74976" /></Relationships>
</file>

<file path=ppt/slides/_rels/slide161.xml.rels>&#65279;<?xml version="1.0" encoding="utf-8"?><Relationships xmlns="http://schemas.openxmlformats.org/package/2006/relationships"><Relationship Type="http://schemas.openxmlformats.org/officeDocument/2006/relationships/image" Target="/ppt/media/image.png" Id="R930aaa348fb540c3" /><Relationship Type="http://schemas.openxmlformats.org/officeDocument/2006/relationships/image" Target="/ppt/media/image3.png" Id="Rccdec16f4e0a4d9b" /><Relationship Type="http://schemas.openxmlformats.org/officeDocument/2006/relationships/notesSlide" Target="/ppt/notesSlides/notesSlide151.xml" Id="Rcad15138dd7b4871" /><Relationship Type="http://schemas.openxmlformats.org/officeDocument/2006/relationships/slideLayout" Target="/ppt/slideLayouts/slideLayout1.xml" Id="R49f295cedba8495f" /></Relationships>
</file>

<file path=ppt/slides/_rels/slide162.xml.rels>&#65279;<?xml version="1.0" encoding="utf-8"?><Relationships xmlns="http://schemas.openxmlformats.org/package/2006/relationships"><Relationship Type="http://schemas.openxmlformats.org/officeDocument/2006/relationships/image" Target="/ppt/media/image.png" Id="Rfa97d387b28640e2" /><Relationship Type="http://schemas.openxmlformats.org/officeDocument/2006/relationships/image" Target="/ppt/media/image3.png" Id="R83df5ab8b4984278" /><Relationship Type="http://schemas.openxmlformats.org/officeDocument/2006/relationships/notesSlide" Target="/ppt/notesSlides/notesSlide152.xml" Id="R8c29f12abda34c38" /><Relationship Type="http://schemas.openxmlformats.org/officeDocument/2006/relationships/slideLayout" Target="/ppt/slideLayouts/slideLayout1.xml" Id="Rd3e0d633347542d4" /><Relationship Type="http://schemas.openxmlformats.org/officeDocument/2006/relationships/hyperlink" Target="https://www.geeksforgeeks.org/queue-data-structure/" TargetMode="External" Id="rcId7b22adc2db444953" /><Relationship Type="http://schemas.openxmlformats.org/officeDocument/2006/relationships/hyperlink" Target="https://www.scaler.com/topics/data-structures/queue-in-data-structure/" TargetMode="External" Id="rcId9b2d4ec1bd8d4648" /><Relationship Type="http://schemas.openxmlformats.org/officeDocument/2006/relationships/hyperlink" Target="https://www.javatpoint.com/data-structure-queue" TargetMode="External" Id="rcId3386fcbb7b3142a2" /><Relationship Type="http://schemas.openxmlformats.org/officeDocument/2006/relationships/hyperlink" Target="https://www.programiz.com/dsa/queue" TargetMode="External" Id="rcIdeaa7db1d6cac46e2" /><Relationship Type="http://schemas.openxmlformats.org/officeDocument/2006/relationships/hyperlink" Target="https://www.tutorialspoint.com/data_structures_algorithms/queue_algorithm.htm" TargetMode="External" Id="rcIdcab96a057f6049df" /></Relationships>
</file>

<file path=ppt/slides/_rels/slide163.xml.rels>&#65279;<?xml version="1.0" encoding="utf-8"?><Relationships xmlns="http://schemas.openxmlformats.org/package/2006/relationships"><Relationship Type="http://schemas.openxmlformats.org/officeDocument/2006/relationships/image" Target="/ppt/media/image.png" Id="Rb32930afa6894df1" /><Relationship Type="http://schemas.openxmlformats.org/officeDocument/2006/relationships/image" Target="/ppt/media/image3.png" Id="R08aae69b3e564501" /><Relationship Type="http://schemas.openxmlformats.org/officeDocument/2006/relationships/slideLayout" Target="/ppt/slideLayouts/slideLayout1.xml" Id="Rbf63c9cc194c4f93" /></Relationships>
</file>

<file path=ppt/slides/_rels/slide164.xml.rels>&#65279;<?xml version="1.0" encoding="utf-8"?><Relationships xmlns="http://schemas.openxmlformats.org/package/2006/relationships"><Relationship Type="http://schemas.openxmlformats.org/officeDocument/2006/relationships/image" Target="/ppt/media/image.png" Id="R46eca2f8905a448e" /><Relationship Type="http://schemas.openxmlformats.org/officeDocument/2006/relationships/image" Target="/ppt/media/image2.png" Id="Ra4b6c552394e4784" /><Relationship Type="http://schemas.openxmlformats.org/officeDocument/2006/relationships/slideLayout" Target="/ppt/slideLayouts/slideLayout4.xml" Id="R795339afd19e494a" /></Relationships>
</file>

<file path=ppt/slides/_rels/slide165.xml.rels>&#65279;<?xml version="1.0" encoding="utf-8"?><Relationships xmlns="http://schemas.openxmlformats.org/package/2006/relationships"><Relationship Type="http://schemas.openxmlformats.org/officeDocument/2006/relationships/image" Target="/ppt/media/image.png" Id="Rb12c7705a6924b40" /><Relationship Type="http://schemas.openxmlformats.org/officeDocument/2006/relationships/image" Target="/ppt/media/image3.png" Id="Rf531758a6a68464d" /><Relationship Type="http://schemas.openxmlformats.org/officeDocument/2006/relationships/notesSlide" Target="/ppt/notesSlides/notesSlide153.xml" Id="Re91fede74f9d4c43" /><Relationship Type="http://schemas.openxmlformats.org/officeDocument/2006/relationships/slideLayout" Target="/ppt/slideLayouts/slideLayout3.xml" Id="R5f6d34ee74324148" /></Relationships>
</file>

<file path=ppt/slides/_rels/slide166.xml.rels>&#65279;<?xml version="1.0" encoding="utf-8"?><Relationships xmlns="http://schemas.openxmlformats.org/package/2006/relationships"><Relationship Type="http://schemas.openxmlformats.org/officeDocument/2006/relationships/image" Target="/ppt/media/image.png" Id="Ra73657ffd5894cad" /><Relationship Type="http://schemas.openxmlformats.org/officeDocument/2006/relationships/image" Target="/ppt/media/image3.png" Id="R7dc27ed2025e44c1" /><Relationship Type="http://schemas.openxmlformats.org/officeDocument/2006/relationships/notesSlide" Target="/ppt/notesSlides/notesSlide154.xml" Id="R36637ce918a64d6a" /><Relationship Type="http://schemas.openxmlformats.org/officeDocument/2006/relationships/slideLayout" Target="/ppt/slideLayouts/slideLayout3.xml" Id="R26a0f6e324554759" /></Relationships>
</file>

<file path=ppt/slides/_rels/slide167.xml.rels>&#65279;<?xml version="1.0" encoding="utf-8"?><Relationships xmlns="http://schemas.openxmlformats.org/package/2006/relationships"><Relationship Type="http://schemas.openxmlformats.org/officeDocument/2006/relationships/image" Target="/ppt/media/image.png" Id="Re344b2f570614266" /><Relationship Type="http://schemas.openxmlformats.org/officeDocument/2006/relationships/image" Target="/ppt/media/image3.png" Id="Rccd950ddf9944017" /><Relationship Type="http://schemas.openxmlformats.org/officeDocument/2006/relationships/image" Target="/ppt/media/image5.png" Id="R136c97165e924594" /><Relationship Type="http://schemas.openxmlformats.org/officeDocument/2006/relationships/notesSlide" Target="/ppt/notesSlides/notesSlide155.xml" Id="R7085c58eeccf4d75" /><Relationship Type="http://schemas.openxmlformats.org/officeDocument/2006/relationships/slideLayout" Target="/ppt/slideLayouts/slideLayout3.xml" Id="Rddecb19e501d44b2" /></Relationships>
</file>

<file path=ppt/slides/_rels/slide168.xml.rels>&#65279;<?xml version="1.0" encoding="utf-8"?><Relationships xmlns="http://schemas.openxmlformats.org/package/2006/relationships"><Relationship Type="http://schemas.openxmlformats.org/officeDocument/2006/relationships/image" Target="/ppt/media/image.png" Id="Rf2e21da6c34d40b6" /><Relationship Type="http://schemas.openxmlformats.org/officeDocument/2006/relationships/image" Target="/ppt/media/image3.png" Id="R268c4566d69b43b9" /><Relationship Type="http://schemas.openxmlformats.org/officeDocument/2006/relationships/image" Target="/ppt/media/image5.png" Id="Raf20d31d7cdf4d52" /><Relationship Type="http://schemas.openxmlformats.org/officeDocument/2006/relationships/notesSlide" Target="/ppt/notesSlides/notesSlide156.xml" Id="Ra5c84167b9fa4a99" /><Relationship Type="http://schemas.openxmlformats.org/officeDocument/2006/relationships/slideLayout" Target="/ppt/slideLayouts/slideLayout3.xml" Id="Rc91c62b90f1a4fcd" /></Relationships>
</file>

<file path=ppt/slides/_rels/slide169.xml.rels>&#65279;<?xml version="1.0" encoding="utf-8"?><Relationships xmlns="http://schemas.openxmlformats.org/package/2006/relationships"><Relationship Type="http://schemas.openxmlformats.org/officeDocument/2006/relationships/image" Target="/ppt/media/image.png" Id="R19e2c91dbe7c4409" /><Relationship Type="http://schemas.openxmlformats.org/officeDocument/2006/relationships/image" Target="/ppt/media/image3.png" Id="R15d868d79d1b4b57" /><Relationship Type="http://schemas.openxmlformats.org/officeDocument/2006/relationships/notesSlide" Target="/ppt/notesSlides/notesSlide157.xml" Id="R64d97ab6e0924743" /><Relationship Type="http://schemas.openxmlformats.org/officeDocument/2006/relationships/slideLayout" Target="/ppt/slideLayouts/slideLayout3.xml" Id="R21bec8d2e1c94b3d" /></Relationships>
</file>

<file path=ppt/slides/_rels/slide170.xml.rels>&#65279;<?xml version="1.0" encoding="utf-8"?><Relationships xmlns="http://schemas.openxmlformats.org/package/2006/relationships"><Relationship Type="http://schemas.openxmlformats.org/officeDocument/2006/relationships/image" Target="/ppt/media/image.png" Id="R96075c2965524eff" /><Relationship Type="http://schemas.openxmlformats.org/officeDocument/2006/relationships/image" Target="/ppt/media/image3.png" Id="R99ba228b559b4260" /><Relationship Type="http://schemas.openxmlformats.org/officeDocument/2006/relationships/image" Target="/ppt/media/image5.png" Id="Rd675524b52ba44f7" /><Relationship Type="http://schemas.openxmlformats.org/officeDocument/2006/relationships/notesSlide" Target="/ppt/notesSlides/notesSlide158.xml" Id="R9e7d15ae3b3d42a2" /><Relationship Type="http://schemas.openxmlformats.org/officeDocument/2006/relationships/slideLayout" Target="/ppt/slideLayouts/slideLayout3.xml" Id="R81faa4dcee394abb" /></Relationships>
</file>

<file path=ppt/slides/_rels/slide171.xml.rels>&#65279;<?xml version="1.0" encoding="utf-8"?><Relationships xmlns="http://schemas.openxmlformats.org/package/2006/relationships"><Relationship Type="http://schemas.openxmlformats.org/officeDocument/2006/relationships/image" Target="/ppt/media/image.png" Id="Rb37b459468484bd5" /><Relationship Type="http://schemas.openxmlformats.org/officeDocument/2006/relationships/image" Target="/ppt/media/image3.png" Id="R8158418d723f4ef7" /><Relationship Type="http://schemas.openxmlformats.org/officeDocument/2006/relationships/notesSlide" Target="/ppt/notesSlides/notesSlide159.xml" Id="R63d5dca41cbe454a" /><Relationship Type="http://schemas.openxmlformats.org/officeDocument/2006/relationships/slideLayout" Target="/ppt/slideLayouts/slideLayout3.xml" Id="Re4fda86cd00a4e1b" /></Relationships>
</file>

<file path=ppt/slides/_rels/slide172.xml.rels>&#65279;<?xml version="1.0" encoding="utf-8"?><Relationships xmlns="http://schemas.openxmlformats.org/package/2006/relationships"><Relationship Type="http://schemas.openxmlformats.org/officeDocument/2006/relationships/image" Target="/ppt/media/image.png" Id="Reb0ecbe600574426" /><Relationship Type="http://schemas.openxmlformats.org/officeDocument/2006/relationships/image" Target="/ppt/media/image3.png" Id="R1e6601111a014b1d" /><Relationship Type="http://schemas.openxmlformats.org/officeDocument/2006/relationships/notesSlide" Target="/ppt/notesSlides/notesSlide160.xml" Id="R55715b9c0b0a43d7" /><Relationship Type="http://schemas.openxmlformats.org/officeDocument/2006/relationships/slideLayout" Target="/ppt/slideLayouts/slideLayout3.xml" Id="R0ee7cb2b15a2407b" /></Relationships>
</file>

<file path=ppt/slides/_rels/slide173.xml.rels>&#65279;<?xml version="1.0" encoding="utf-8"?><Relationships xmlns="http://schemas.openxmlformats.org/package/2006/relationships"><Relationship Type="http://schemas.openxmlformats.org/officeDocument/2006/relationships/image" Target="/ppt/media/image.png" Id="R335b830021ba48f3" /><Relationship Type="http://schemas.openxmlformats.org/officeDocument/2006/relationships/image" Target="/ppt/media/image3.png" Id="R548abcdc09c24018" /><Relationship Type="http://schemas.openxmlformats.org/officeDocument/2006/relationships/notesSlide" Target="/ppt/notesSlides/notesSlide161.xml" Id="R21108cef6c9942ab" /><Relationship Type="http://schemas.openxmlformats.org/officeDocument/2006/relationships/slideLayout" Target="/ppt/slideLayouts/slideLayout3.xml" Id="R6fa6f08230384121" /></Relationships>
</file>

<file path=ppt/slides/_rels/slide174.xml.rels>&#65279;<?xml version="1.0" encoding="utf-8"?><Relationships xmlns="http://schemas.openxmlformats.org/package/2006/relationships"><Relationship Type="http://schemas.openxmlformats.org/officeDocument/2006/relationships/image" Target="/ppt/media/image.png" Id="Reba6d2e8236b4de8" /><Relationship Type="http://schemas.openxmlformats.org/officeDocument/2006/relationships/image" Target="/ppt/media/image3.png" Id="Raa57f9a5c5cc4551" /><Relationship Type="http://schemas.openxmlformats.org/officeDocument/2006/relationships/notesSlide" Target="/ppt/notesSlides/notesSlide162.xml" Id="R1e99d75f9de243ed" /><Relationship Type="http://schemas.openxmlformats.org/officeDocument/2006/relationships/slideLayout" Target="/ppt/slideLayouts/slideLayout3.xml" Id="Rfe70384d10ce4b00" /></Relationships>
</file>

<file path=ppt/slides/_rels/slide175.xml.rels>&#65279;<?xml version="1.0" encoding="utf-8"?><Relationships xmlns="http://schemas.openxmlformats.org/package/2006/relationships"><Relationship Type="http://schemas.openxmlformats.org/officeDocument/2006/relationships/image" Target="/ppt/media/image.png" Id="R5f9adc49579541c0" /><Relationship Type="http://schemas.openxmlformats.org/officeDocument/2006/relationships/image" Target="/ppt/media/image3.png" Id="Rf19a9f54337b4e2d" /><Relationship Type="http://schemas.openxmlformats.org/officeDocument/2006/relationships/image" Target="/ppt/media/image61.png" Id="Rd2eb3414b49a4d20" /><Relationship Type="http://schemas.openxmlformats.org/officeDocument/2006/relationships/notesSlide" Target="/ppt/notesSlides/notesSlide163.xml" Id="R7ad5e1a17ea74c20" /><Relationship Type="http://schemas.openxmlformats.org/officeDocument/2006/relationships/slideLayout" Target="/ppt/slideLayouts/slideLayout3.xml" Id="Rde0c916201ad45c9" /></Relationships>
</file>

<file path=ppt/slides/_rels/slide176.xml.rels>&#65279;<?xml version="1.0" encoding="utf-8"?><Relationships xmlns="http://schemas.openxmlformats.org/package/2006/relationships"><Relationship Type="http://schemas.openxmlformats.org/officeDocument/2006/relationships/image" Target="/ppt/media/image.png" Id="Rbabd90e09c914dfe" /><Relationship Type="http://schemas.openxmlformats.org/officeDocument/2006/relationships/image" Target="/ppt/media/image3.png" Id="R9ab298714eb34819" /><Relationship Type="http://schemas.openxmlformats.org/officeDocument/2006/relationships/notesSlide" Target="/ppt/notesSlides/notesSlide164.xml" Id="R1ded4e22da01480a" /><Relationship Type="http://schemas.openxmlformats.org/officeDocument/2006/relationships/slideLayout" Target="/ppt/slideLayouts/slideLayout3.xml" Id="R846639dd56c74d3a" /></Relationships>
</file>

<file path=ppt/slides/_rels/slide177.xml.rels>&#65279;<?xml version="1.0" encoding="utf-8"?><Relationships xmlns="http://schemas.openxmlformats.org/package/2006/relationships"><Relationship Type="http://schemas.openxmlformats.org/officeDocument/2006/relationships/image" Target="/ppt/media/image.png" Id="R4c05baed44c34d35" /><Relationship Type="http://schemas.openxmlformats.org/officeDocument/2006/relationships/image" Target="/ppt/media/image3.png" Id="Rb90080faabdf4642" /><Relationship Type="http://schemas.openxmlformats.org/officeDocument/2006/relationships/image" Target="/ppt/media/image62.png" Id="Raec8cf53a6104ab9" /><Relationship Type="http://schemas.openxmlformats.org/officeDocument/2006/relationships/image" Target="/ppt/media/image63.png" Id="Rc5828d9ac1a54776" /><Relationship Type="http://schemas.microsoft.com/office/2007/relationships/hdphoto" Target="/ppt/slides/udata/data.wdp" Id="R2dd8e22f1efd4f20" /><Relationship Type="http://schemas.microsoft.com/office/2007/relationships/hdphoto" Target="/ppt/slides/udata/data2.wdp" Id="Rad30acb396df4922" /><Relationship Type="http://schemas.microsoft.com/office/2007/relationships/hdphoto" Target="/ppt/slides/udata/data3.wdp" Id="R96bbb3c5eba847ee" /><Relationship Type="http://schemas.microsoft.com/office/2007/relationships/hdphoto" Target="/ppt/slides/udata/data4.wdp" Id="Rfeb17086356f4f64" /><Relationship Type="http://schemas.openxmlformats.org/officeDocument/2006/relationships/notesSlide" Target="/ppt/notesSlides/notesSlide165.xml" Id="R96407dbf60404a0c" /><Relationship Type="http://schemas.openxmlformats.org/officeDocument/2006/relationships/slideLayout" Target="/ppt/slideLayouts/slideLayout3.xml" Id="Re8131cb4b57945ac" /></Relationships>
</file>

<file path=ppt/slides/_rels/slide178.xml.rels>&#65279;<?xml version="1.0" encoding="utf-8"?><Relationships xmlns="http://schemas.openxmlformats.org/package/2006/relationships"><Relationship Type="http://schemas.openxmlformats.org/officeDocument/2006/relationships/image" Target="/ppt/media/image.png" Id="R4c381d19f1f94ddd" /><Relationship Type="http://schemas.openxmlformats.org/officeDocument/2006/relationships/image" Target="/ppt/media/image3.png" Id="R1df9d90fab374ae1" /><Relationship Type="http://schemas.openxmlformats.org/officeDocument/2006/relationships/image" Target="/ppt/media/image63.png" Id="Rf09304309c424584" /><Relationship Type="http://schemas.openxmlformats.org/officeDocument/2006/relationships/image" Target="/ppt/media/image64.png" Id="Rf8651e6dc2744003" /><Relationship Type="http://schemas.microsoft.com/office/2007/relationships/hdphoto" Target="/ppt/slides/udata/data5.wdp" Id="R4578bf5f607a4eb3" /><Relationship Type="http://schemas.microsoft.com/office/2007/relationships/hdphoto" Target="/ppt/slides/udata/data6.wdp" Id="R11caa37cc68d42db" /><Relationship Type="http://schemas.microsoft.com/office/2007/relationships/hdphoto" Target="/ppt/slides/udata/data7.wdp" Id="R4fbaea31e33c4691" /><Relationship Type="http://schemas.microsoft.com/office/2007/relationships/hdphoto" Target="/ppt/slides/udata/data8.wdp" Id="R3ab2ad5655fd4e61" /><Relationship Type="http://schemas.openxmlformats.org/officeDocument/2006/relationships/notesSlide" Target="/ppt/notesSlides/notesSlide166.xml" Id="R570a145e2e944fa2" /><Relationship Type="http://schemas.openxmlformats.org/officeDocument/2006/relationships/slideLayout" Target="/ppt/slideLayouts/slideLayout3.xml" Id="Ra06a1a4e6ccd4029" /></Relationships>
</file>

<file path=ppt/slides/_rels/slide179.xml.rels>&#65279;<?xml version="1.0" encoding="utf-8"?><Relationships xmlns="http://schemas.openxmlformats.org/package/2006/relationships"><Relationship Type="http://schemas.openxmlformats.org/officeDocument/2006/relationships/image" Target="/ppt/media/image.png" Id="R2d0203dcbd364dba" /><Relationship Type="http://schemas.openxmlformats.org/officeDocument/2006/relationships/image" Target="/ppt/media/image3.png" Id="Rd03352bd6b1d4a3b" /><Relationship Type="http://schemas.openxmlformats.org/officeDocument/2006/relationships/image" Target="/ppt/media/image65.png" Id="Ra5d53cb49319457e" /><Relationship Type="http://schemas.microsoft.com/office/2007/relationships/hdphoto" Target="/ppt/slides/udata/data9.wdp" Id="R02598f11358f4d1d" /><Relationship Type="http://schemas.microsoft.com/office/2007/relationships/hdphoto" Target="/ppt/slides/udata/data10.wdp" Id="Rbd1627da02ff497f" /><Relationship Type="http://schemas.openxmlformats.org/officeDocument/2006/relationships/notesSlide" Target="/ppt/notesSlides/notesSlide167.xml" Id="Rbe5fa93bece942cd" /><Relationship Type="http://schemas.openxmlformats.org/officeDocument/2006/relationships/slideLayout" Target="/ppt/slideLayouts/slideLayout3.xml" Id="Rf93adb62340e46f1" /><Relationship Type="http://schemas.openxmlformats.org/officeDocument/2006/relationships/hyperlink" Target="https://www.prepbytes.com/blog/stacks/infix-to-postfix-conversion-using-stack/" TargetMode="External" Id="rcId79263c74e7064ffa" /></Relationships>
</file>

<file path=ppt/slides/_rels/slide180.xml.rels>&#65279;<?xml version="1.0" encoding="utf-8"?><Relationships xmlns="http://schemas.openxmlformats.org/package/2006/relationships"><Relationship Type="http://schemas.openxmlformats.org/officeDocument/2006/relationships/image" Target="/ppt/media/image.png" Id="R1f984d42cb964af0" /><Relationship Type="http://schemas.openxmlformats.org/officeDocument/2006/relationships/image" Target="/ppt/media/image3.png" Id="R725599ba13db4ce4" /><Relationship Type="http://schemas.openxmlformats.org/officeDocument/2006/relationships/notesSlide" Target="/ppt/notesSlides/notesSlide168.xml" Id="R9b179f3380d44ae6" /><Relationship Type="http://schemas.openxmlformats.org/officeDocument/2006/relationships/slideLayout" Target="/ppt/slideLayouts/slideLayout3.xml" Id="R9fbcd51a626b4b72" /></Relationships>
</file>

<file path=ppt/slides/_rels/slide181.xml.rels>&#65279;<?xml version="1.0" encoding="utf-8"?><Relationships xmlns="http://schemas.openxmlformats.org/package/2006/relationships"><Relationship Type="http://schemas.openxmlformats.org/officeDocument/2006/relationships/image" Target="/ppt/media/image.png" Id="Rd94fc35a5b064100" /><Relationship Type="http://schemas.openxmlformats.org/officeDocument/2006/relationships/image" Target="/ppt/media/image3.png" Id="R278b82f2f8614b64" /><Relationship Type="http://schemas.openxmlformats.org/officeDocument/2006/relationships/image" Target="/ppt/media/image66.png" Id="Rff112f50bf474803" /><Relationship Type="http://schemas.openxmlformats.org/officeDocument/2006/relationships/notesSlide" Target="/ppt/notesSlides/notesSlide169.xml" Id="Rb3d7cb16df7c4858" /><Relationship Type="http://schemas.openxmlformats.org/officeDocument/2006/relationships/slideLayout" Target="/ppt/slideLayouts/slideLayout3.xml" Id="R5567bda10aa44da6" /></Relationships>
</file>

<file path=ppt/slides/_rels/slide182.xml.rels>&#65279;<?xml version="1.0" encoding="utf-8"?><Relationships xmlns="http://schemas.openxmlformats.org/package/2006/relationships"><Relationship Type="http://schemas.openxmlformats.org/officeDocument/2006/relationships/image" Target="/ppt/media/image.png" Id="Rd179dec1a8ef49b5" /><Relationship Type="http://schemas.openxmlformats.org/officeDocument/2006/relationships/image" Target="/ppt/media/image3.png" Id="R31bf7c9bf16b4d1a" /><Relationship Type="http://schemas.openxmlformats.org/officeDocument/2006/relationships/notesSlide" Target="/ppt/notesSlides/notesSlide170.xml" Id="R823d53a7a5a844ac" /><Relationship Type="http://schemas.openxmlformats.org/officeDocument/2006/relationships/slideLayout" Target="/ppt/slideLayouts/slideLayout3.xml" Id="Rf34a099e06f44e08" /></Relationships>
</file>

<file path=ppt/slides/_rels/slide183.xml.rels>&#65279;<?xml version="1.0" encoding="utf-8"?><Relationships xmlns="http://schemas.openxmlformats.org/package/2006/relationships"><Relationship Type="http://schemas.openxmlformats.org/officeDocument/2006/relationships/image" Target="/ppt/media/image.png" Id="R55ba2202b4c3459e" /><Relationship Type="http://schemas.openxmlformats.org/officeDocument/2006/relationships/image" Target="/ppt/media/image3.png" Id="R71735817ec6a4621" /><Relationship Type="http://schemas.openxmlformats.org/officeDocument/2006/relationships/notesSlide" Target="/ppt/notesSlides/notesSlide171.xml" Id="Rf9f51c16c0cb40fa" /><Relationship Type="http://schemas.openxmlformats.org/officeDocument/2006/relationships/slideLayout" Target="/ppt/slideLayouts/slideLayout3.xml" Id="R79bee9ed91124dea" /></Relationships>
</file>

<file path=ppt/slides/_rels/slide184.xml.rels>&#65279;<?xml version="1.0" encoding="utf-8"?><Relationships xmlns="http://schemas.openxmlformats.org/package/2006/relationships"><Relationship Type="http://schemas.openxmlformats.org/officeDocument/2006/relationships/image" Target="/ppt/media/image.png" Id="R527b756a4d2e4530" /><Relationship Type="http://schemas.openxmlformats.org/officeDocument/2006/relationships/image" Target="/ppt/media/image3.png" Id="R3611dabd9cc84aa8" /><Relationship Type="http://schemas.openxmlformats.org/officeDocument/2006/relationships/image" Target="/ppt/media/image67.png" Id="R3a0b4521ad634e0c" /><Relationship Type="http://schemas.openxmlformats.org/officeDocument/2006/relationships/image" Target="/ppt/media/image68.png" Id="R0c1413e16ae14013" /><Relationship Type="http://schemas.microsoft.com/office/2007/relationships/hdphoto" Target="/ppt/slides/udata/data11.wdp" Id="Rdb19d45eb29446d4" /><Relationship Type="http://schemas.microsoft.com/office/2007/relationships/hdphoto" Target="/ppt/slides/udata/data12.wdp" Id="R858f4396ae4d4617" /><Relationship Type="http://schemas.microsoft.com/office/2007/relationships/hdphoto" Target="/ppt/slides/udata/data13.wdp" Id="Rc31b59b2aae64d5c" /><Relationship Type="http://schemas.microsoft.com/office/2007/relationships/hdphoto" Target="/ppt/slides/udata/data14.wdp" Id="Rfa003ffca71947d7" /><Relationship Type="http://schemas.openxmlformats.org/officeDocument/2006/relationships/notesSlide" Target="/ppt/notesSlides/notesSlide172.xml" Id="R41f0bae8856445fd" /><Relationship Type="http://schemas.openxmlformats.org/officeDocument/2006/relationships/slideLayout" Target="/ppt/slideLayouts/slideLayout3.xml" Id="R4559504521d944b3" /></Relationships>
</file>

<file path=ppt/slides/_rels/slide185.xml.rels>&#65279;<?xml version="1.0" encoding="utf-8"?><Relationships xmlns="http://schemas.openxmlformats.org/package/2006/relationships"><Relationship Type="http://schemas.openxmlformats.org/officeDocument/2006/relationships/image" Target="/ppt/media/image.png" Id="R713df14c8e0f4639" /><Relationship Type="http://schemas.openxmlformats.org/officeDocument/2006/relationships/image" Target="/ppt/media/image3.png" Id="R193b5c83bea846db" /><Relationship Type="http://schemas.openxmlformats.org/officeDocument/2006/relationships/image" Target="/ppt/media/image69.png" Id="R699304d7ec5c4ec1" /><Relationship Type="http://schemas.openxmlformats.org/officeDocument/2006/relationships/image" Target="/ppt/media/image70.png" Id="R17b017f6fd8a4f55" /><Relationship Type="http://schemas.microsoft.com/office/2007/relationships/hdphoto" Target="/ppt/slides/udata/data15.wdp" Id="Rf6c4354651cf44f5" /><Relationship Type="http://schemas.microsoft.com/office/2007/relationships/hdphoto" Target="/ppt/slides/udata/data16.wdp" Id="R18a2f71ebbd94b49" /><Relationship Type="http://schemas.microsoft.com/office/2007/relationships/hdphoto" Target="/ppt/slides/udata/data17.wdp" Id="R0535e0369df44a63" /><Relationship Type="http://schemas.microsoft.com/office/2007/relationships/hdphoto" Target="/ppt/slides/udata/data18.wdp" Id="Rdaad5ece579c4a12" /><Relationship Type="http://schemas.openxmlformats.org/officeDocument/2006/relationships/notesSlide" Target="/ppt/notesSlides/notesSlide173.xml" Id="R19c7ac71a9014d82" /><Relationship Type="http://schemas.openxmlformats.org/officeDocument/2006/relationships/slideLayout" Target="/ppt/slideLayouts/slideLayout3.xml" Id="R10838c30fbcf4827" /></Relationships>
</file>

<file path=ppt/slides/_rels/slide186.xml.rels>&#65279;<?xml version="1.0" encoding="utf-8"?><Relationships xmlns="http://schemas.openxmlformats.org/package/2006/relationships"><Relationship Type="http://schemas.openxmlformats.org/officeDocument/2006/relationships/image" Target="/ppt/media/image.png" Id="R9e07d27b40fb4ef4" /><Relationship Type="http://schemas.openxmlformats.org/officeDocument/2006/relationships/image" Target="/ppt/media/image3.png" Id="Rd6912c9bcd4f402a" /><Relationship Type="http://schemas.openxmlformats.org/officeDocument/2006/relationships/image" Target="/ppt/media/image71.png" Id="Rf12d763811504cdf" /><Relationship Type="http://schemas.openxmlformats.org/officeDocument/2006/relationships/image" Target="/ppt/media/image72.png" Id="R6e66327e9b754a18" /><Relationship Type="http://schemas.microsoft.com/office/2007/relationships/hdphoto" Target="/ppt/slides/udata/data19.wdp" Id="R4455bf57f0c34759" /><Relationship Type="http://schemas.microsoft.com/office/2007/relationships/hdphoto" Target="/ppt/slides/udata/data20.wdp" Id="R7595b1942e804364" /><Relationship Type="http://schemas.microsoft.com/office/2007/relationships/hdphoto" Target="/ppt/slides/udata/data21.wdp" Id="Re43c87946fee496d" /><Relationship Type="http://schemas.openxmlformats.org/officeDocument/2006/relationships/notesSlide" Target="/ppt/notesSlides/notesSlide174.xml" Id="Re00a3a4287c04eff" /><Relationship Type="http://schemas.openxmlformats.org/officeDocument/2006/relationships/slideLayout" Target="/ppt/slideLayouts/slideLayout3.xml" Id="R24e125d7eb6c4d01" /><Relationship Type="http://schemas.openxmlformats.org/officeDocument/2006/relationships/hyperlink" Target="https://www.prepbytes.com/blog/stacks/postfix-to-prefix-conversion/" TargetMode="External" Id="rcIdf065a3cfb08b42d5" /></Relationships>
</file>

<file path=ppt/slides/_rels/slide187.xml.rels>&#65279;<?xml version="1.0" encoding="utf-8"?><Relationships xmlns="http://schemas.openxmlformats.org/package/2006/relationships"><Relationship Type="http://schemas.openxmlformats.org/officeDocument/2006/relationships/image" Target="/ppt/media/image.png" Id="Rb8ebc67118b8481d" /><Relationship Type="http://schemas.openxmlformats.org/officeDocument/2006/relationships/image" Target="/ppt/media/image3.png" Id="Rb0b388e0a3164a10" /><Relationship Type="http://schemas.openxmlformats.org/officeDocument/2006/relationships/notesSlide" Target="/ppt/notesSlides/notesSlide175.xml" Id="R1fa11b07e5e04fb8" /><Relationship Type="http://schemas.openxmlformats.org/officeDocument/2006/relationships/slideLayout" Target="/ppt/slideLayouts/slideLayout3.xml" Id="Rb041d64b3a854243" /></Relationships>
</file>

<file path=ppt/slides/_rels/slide188.xml.rels>&#65279;<?xml version="1.0" encoding="utf-8"?><Relationships xmlns="http://schemas.openxmlformats.org/package/2006/relationships"><Relationship Type="http://schemas.openxmlformats.org/officeDocument/2006/relationships/image" Target="/ppt/media/image.png" Id="R36b3a4a8b1f841db" /><Relationship Type="http://schemas.openxmlformats.org/officeDocument/2006/relationships/image" Target="/ppt/media/image3.png" Id="Rd9357f7b37974da2" /><Relationship Type="http://schemas.openxmlformats.org/officeDocument/2006/relationships/image" Target="/ppt/media/image73.png" Id="R89df838920284e4e" /><Relationship Type="http://schemas.openxmlformats.org/officeDocument/2006/relationships/notesSlide" Target="/ppt/notesSlides/notesSlide176.xml" Id="R1e707492c8ea4379" /><Relationship Type="http://schemas.openxmlformats.org/officeDocument/2006/relationships/slideLayout" Target="/ppt/slideLayouts/slideLayout3.xml" Id="R734e934351c541a4" /></Relationships>
</file>

<file path=ppt/slides/_rels/slide189.xml.rels>&#65279;<?xml version="1.0" encoding="utf-8"?><Relationships xmlns="http://schemas.openxmlformats.org/package/2006/relationships"><Relationship Type="http://schemas.openxmlformats.org/officeDocument/2006/relationships/image" Target="/ppt/media/image.png" Id="R917fcd5a9af94230" /><Relationship Type="http://schemas.openxmlformats.org/officeDocument/2006/relationships/image" Target="/ppt/media/image3.png" Id="Rade657ffd54c4f44" /><Relationship Type="http://schemas.openxmlformats.org/officeDocument/2006/relationships/notesSlide" Target="/ppt/notesSlides/notesSlide177.xml" Id="R71ca039d6cc94ce5" /><Relationship Type="http://schemas.openxmlformats.org/officeDocument/2006/relationships/slideLayout" Target="/ppt/slideLayouts/slideLayout3.xml" Id="R0bb6d17ea1e54d86" /></Relationships>
</file>

<file path=ppt/slides/_rels/slide190.xml.rels>&#65279;<?xml version="1.0" encoding="utf-8"?><Relationships xmlns="http://schemas.openxmlformats.org/package/2006/relationships"><Relationship Type="http://schemas.openxmlformats.org/officeDocument/2006/relationships/image" Target="/ppt/media/image.png" Id="R15606ec3e22449e6" /><Relationship Type="http://schemas.openxmlformats.org/officeDocument/2006/relationships/image" Target="/ppt/media/image3.png" Id="R3bfc1fbd223f4ec7" /><Relationship Type="http://schemas.openxmlformats.org/officeDocument/2006/relationships/image" Target="/ppt/media/image74.png" Id="Rcb14e873236f458e" /><Relationship Type="http://schemas.openxmlformats.org/officeDocument/2006/relationships/image" Target="/ppt/media/image75.png" Id="R7daac450a55c4d1c" /><Relationship Type="http://schemas.microsoft.com/office/2007/relationships/hdphoto" Target="/ppt/slides/udata/data22.wdp" Id="Raa5b993016714318" /><Relationship Type="http://schemas.microsoft.com/office/2007/relationships/hdphoto" Target="/ppt/slides/udata/data23.wdp" Id="R993176496b904db0" /><Relationship Type="http://schemas.microsoft.com/office/2007/relationships/hdphoto" Target="/ppt/slides/udata/data24.wdp" Id="Rebce8e6a51b14762" /><Relationship Type="http://schemas.microsoft.com/office/2007/relationships/hdphoto" Target="/ppt/slides/udata/data25.wdp" Id="R270317cc4d8c4a5f" /><Relationship Type="http://schemas.openxmlformats.org/officeDocument/2006/relationships/notesSlide" Target="/ppt/notesSlides/notesSlide178.xml" Id="R3665e89fe0b94dde" /><Relationship Type="http://schemas.openxmlformats.org/officeDocument/2006/relationships/slideLayout" Target="/ppt/slideLayouts/slideLayout3.xml" Id="R9a3ec66b7ffb4e2a" /></Relationships>
</file>

<file path=ppt/slides/_rels/slide191.xml.rels>&#65279;<?xml version="1.0" encoding="utf-8"?><Relationships xmlns="http://schemas.openxmlformats.org/package/2006/relationships"><Relationship Type="http://schemas.openxmlformats.org/officeDocument/2006/relationships/image" Target="/ppt/media/image.png" Id="Ra38b3dcf834c4fe0" /><Relationship Type="http://schemas.openxmlformats.org/officeDocument/2006/relationships/image" Target="/ppt/media/image3.png" Id="Rd4d3f900705b45bc" /><Relationship Type="http://schemas.openxmlformats.org/officeDocument/2006/relationships/image" Target="/ppt/media/image76.png" Id="Rc90c18aaf7074562" /><Relationship Type="http://schemas.openxmlformats.org/officeDocument/2006/relationships/image" Target="/ppt/media/image77.png" Id="R8af8ac713a984303" /><Relationship Type="http://schemas.microsoft.com/office/2007/relationships/hdphoto" Target="/ppt/slides/udata/data26.wdp" Id="Re0a26450647f4802" /><Relationship Type="http://schemas.microsoft.com/office/2007/relationships/hdphoto" Target="/ppt/slides/udata/data27.wdp" Id="R20dadacda1564bc6" /><Relationship Type="http://schemas.microsoft.com/office/2007/relationships/hdphoto" Target="/ppt/slides/udata/data28.wdp" Id="R3df8569fef5f4f77" /><Relationship Type="http://schemas.microsoft.com/office/2007/relationships/hdphoto" Target="/ppt/slides/udata/data29.wdp" Id="R2088f57b268a4adc" /><Relationship Type="http://schemas.openxmlformats.org/officeDocument/2006/relationships/notesSlide" Target="/ppt/notesSlides/notesSlide179.xml" Id="Rd91a516e25f74167" /><Relationship Type="http://schemas.openxmlformats.org/officeDocument/2006/relationships/slideLayout" Target="/ppt/slideLayouts/slideLayout3.xml" Id="R8f760dad39a74895" /></Relationships>
</file>

<file path=ppt/slides/_rels/slide192.xml.rels>&#65279;<?xml version="1.0" encoding="utf-8"?><Relationships xmlns="http://schemas.openxmlformats.org/package/2006/relationships"><Relationship Type="http://schemas.openxmlformats.org/officeDocument/2006/relationships/image" Target="/ppt/media/image.png" Id="R827fdcd88c63461c" /><Relationship Type="http://schemas.openxmlformats.org/officeDocument/2006/relationships/image" Target="/ppt/media/image3.png" Id="R7ddae0baaeb94666" /><Relationship Type="http://schemas.openxmlformats.org/officeDocument/2006/relationships/image" Target="/ppt/media/image78.png" Id="Rd4f711c5e12f40c2" /><Relationship Type="http://schemas.openxmlformats.org/officeDocument/2006/relationships/image" Target="/ppt/media/image79.png" Id="R21c0009732334bb3" /><Relationship Type="http://schemas.microsoft.com/office/2007/relationships/hdphoto" Target="/ppt/slides/udata/data30.wdp" Id="Rbae1613af68c405b" /><Relationship Type="http://schemas.microsoft.com/office/2007/relationships/hdphoto" Target="/ppt/slides/udata/data31.wdp" Id="Recae7d54e7e24a78" /><Relationship Type="http://schemas.microsoft.com/office/2007/relationships/hdphoto" Target="/ppt/slides/udata/data32.wdp" Id="R7fe614da251d4390" /><Relationship Type="http://schemas.openxmlformats.org/officeDocument/2006/relationships/notesSlide" Target="/ppt/notesSlides/notesSlide180.xml" Id="R31afb266dcdb4225" /><Relationship Type="http://schemas.openxmlformats.org/officeDocument/2006/relationships/slideLayout" Target="/ppt/slideLayouts/slideLayout3.xml" Id="Rb554b2792832482d" /><Relationship Type="http://schemas.openxmlformats.org/officeDocument/2006/relationships/hyperlink" Target="https://www.prepbytes.com/blog/stacks/conversion-of-prefix-expression-to-infix-expression/" TargetMode="External" Id="rcIdd4853f8f7aca47e2" /></Relationships>
</file>

<file path=ppt/slides/_rels/slide193.xml.rels>&#65279;<?xml version="1.0" encoding="utf-8"?><Relationships xmlns="http://schemas.openxmlformats.org/package/2006/relationships"><Relationship Type="http://schemas.openxmlformats.org/officeDocument/2006/relationships/image" Target="/ppt/media/image.png" Id="R89c2bd88dbed4ca3" /><Relationship Type="http://schemas.openxmlformats.org/officeDocument/2006/relationships/image" Target="/ppt/media/image3.png" Id="Rd7bcebf1c53048ae" /><Relationship Type="http://schemas.openxmlformats.org/officeDocument/2006/relationships/notesSlide" Target="/ppt/notesSlides/notesSlide181.xml" Id="R05792f2951e8499f" /><Relationship Type="http://schemas.openxmlformats.org/officeDocument/2006/relationships/slideLayout" Target="/ppt/slideLayouts/slideLayout3.xml" Id="R1f4601d7da3f49b1" /></Relationships>
</file>

<file path=ppt/slides/_rels/slide194.xml.rels>&#65279;<?xml version="1.0" encoding="utf-8"?><Relationships xmlns="http://schemas.openxmlformats.org/package/2006/relationships"><Relationship Type="http://schemas.openxmlformats.org/officeDocument/2006/relationships/image" Target="/ppt/media/image.png" Id="R47c0dc9e496943b9" /><Relationship Type="http://schemas.openxmlformats.org/officeDocument/2006/relationships/image" Target="/ppt/media/image3.png" Id="R5b2a4c6cba494af6" /><Relationship Type="http://schemas.openxmlformats.org/officeDocument/2006/relationships/image" Target="/ppt/media/image80.png" Id="R7e59e61b90d1400e" /><Relationship Type="http://schemas.microsoft.com/office/2007/relationships/hdphoto" Target="/ppt/slides/udata/data33.wdp" Id="R52f9e0c6071a4aa6" /><Relationship Type="http://schemas.openxmlformats.org/officeDocument/2006/relationships/notesSlide" Target="/ppt/notesSlides/notesSlide182.xml" Id="Rc72a32505b0b46eb" /><Relationship Type="http://schemas.openxmlformats.org/officeDocument/2006/relationships/slideLayout" Target="/ppt/slideLayouts/slideLayout3.xml" Id="R4b4bb85c3ff94ab9" /></Relationships>
</file>

<file path=ppt/slides/_rels/slide195.xml.rels>&#65279;<?xml version="1.0" encoding="utf-8"?><Relationships xmlns="http://schemas.openxmlformats.org/package/2006/relationships"><Relationship Type="http://schemas.openxmlformats.org/officeDocument/2006/relationships/image" Target="/ppt/media/image.png" Id="R1b378d4544f04cc1" /><Relationship Type="http://schemas.openxmlformats.org/officeDocument/2006/relationships/image" Target="/ppt/media/image3.png" Id="Re0b800986b5c412a" /><Relationship Type="http://schemas.openxmlformats.org/officeDocument/2006/relationships/image" Target="/ppt/media/image81.png" Id="R83c22f0d323543cc" /><Relationship Type="http://schemas.openxmlformats.org/officeDocument/2006/relationships/notesSlide" Target="/ppt/notesSlides/notesSlide183.xml" Id="Rbc9c521579014925" /><Relationship Type="http://schemas.openxmlformats.org/officeDocument/2006/relationships/slideLayout" Target="/ppt/slideLayouts/slideLayout3.xml" Id="Rfc6801c4e49a41dd" /></Relationships>
</file>

<file path=ppt/slides/_rels/slide196.xml.rels>&#65279;<?xml version="1.0" encoding="utf-8"?><Relationships xmlns="http://schemas.openxmlformats.org/package/2006/relationships"><Relationship Type="http://schemas.openxmlformats.org/officeDocument/2006/relationships/image" Target="/ppt/media/image.png" Id="R2a62006aaf45432f" /><Relationship Type="http://schemas.openxmlformats.org/officeDocument/2006/relationships/image" Target="/ppt/media/image3.png" Id="R43090fe23d9b4111" /><Relationship Type="http://schemas.openxmlformats.org/officeDocument/2006/relationships/notesSlide" Target="/ppt/notesSlides/notesSlide184.xml" Id="Rb4ac019da1ea43d9" /><Relationship Type="http://schemas.openxmlformats.org/officeDocument/2006/relationships/slideLayout" Target="/ppt/slideLayouts/slideLayout3.xml" Id="R148c863483fe4593" /></Relationships>
</file>

<file path=ppt/slides/_rels/slide197.xml.rels>&#65279;<?xml version="1.0" encoding="utf-8"?><Relationships xmlns="http://schemas.openxmlformats.org/package/2006/relationships"><Relationship Type="http://schemas.openxmlformats.org/officeDocument/2006/relationships/image" Target="/ppt/media/image.png" Id="Rec281bdca14a4e8c" /><Relationship Type="http://schemas.openxmlformats.org/officeDocument/2006/relationships/image" Target="/ppt/media/image3.png" Id="R83ef91341cde449d" /><Relationship Type="http://schemas.openxmlformats.org/officeDocument/2006/relationships/image" Target="/ppt/media/image82.png" Id="R12ef140694204dd8" /><Relationship Type="http://schemas.openxmlformats.org/officeDocument/2006/relationships/notesSlide" Target="/ppt/notesSlides/notesSlide185.xml" Id="R3300464456014498" /><Relationship Type="http://schemas.openxmlformats.org/officeDocument/2006/relationships/slideLayout" Target="/ppt/slideLayouts/slideLayout3.xml" Id="Re499bd08c3eb4f27" /></Relationships>
</file>

<file path=ppt/slides/_rels/slide198.xml.rels>&#65279;<?xml version="1.0" encoding="utf-8"?><Relationships xmlns="http://schemas.openxmlformats.org/package/2006/relationships"><Relationship Type="http://schemas.openxmlformats.org/officeDocument/2006/relationships/image" Target="/ppt/media/image.png" Id="R27670c4f22a546a5" /><Relationship Type="http://schemas.openxmlformats.org/officeDocument/2006/relationships/image" Target="/ppt/media/image3.png" Id="R3f9822849b904009" /><Relationship Type="http://schemas.openxmlformats.org/officeDocument/2006/relationships/image" Target="/ppt/media/image83.png" Id="R598877f708fe4f66" /><Relationship Type="http://schemas.openxmlformats.org/officeDocument/2006/relationships/notesSlide" Target="/ppt/notesSlides/notesSlide186.xml" Id="Rdb8737fa91d3481c" /><Relationship Type="http://schemas.openxmlformats.org/officeDocument/2006/relationships/slideLayout" Target="/ppt/slideLayouts/slideLayout3.xml" Id="Rb514bbee1bad4113" /></Relationships>
</file>

<file path=ppt/slides/_rels/slide199.xml.rels>&#65279;<?xml version="1.0" encoding="utf-8"?><Relationships xmlns="http://schemas.openxmlformats.org/package/2006/relationships"><Relationship Type="http://schemas.openxmlformats.org/officeDocument/2006/relationships/image" Target="/ppt/media/image.png" Id="R86fbcef7c9254d42" /><Relationship Type="http://schemas.openxmlformats.org/officeDocument/2006/relationships/image" Target="/ppt/media/image3.png" Id="R5ee5a25c2da54d30" /><Relationship Type="http://schemas.openxmlformats.org/officeDocument/2006/relationships/image" Target="/ppt/media/image84.png" Id="Rbdf136e203be4813" /><Relationship Type="http://schemas.openxmlformats.org/officeDocument/2006/relationships/notesSlide" Target="/ppt/notesSlides/notesSlide187.xml" Id="Rf5338015c37a4e33" /><Relationship Type="http://schemas.openxmlformats.org/officeDocument/2006/relationships/slideLayout" Target="/ppt/slideLayouts/slideLayout3.xml" Id="R9852083e3fb04099" /></Relationships>
</file>

<file path=ppt/slides/_rels/slide200.xml.rels>&#65279;<?xml version="1.0" encoding="utf-8"?><Relationships xmlns="http://schemas.openxmlformats.org/package/2006/relationships"><Relationship Type="http://schemas.openxmlformats.org/officeDocument/2006/relationships/image" Target="/ppt/media/image.png" Id="R64ccb23642ad4200" /><Relationship Type="http://schemas.openxmlformats.org/officeDocument/2006/relationships/image" Target="/ppt/media/image3.png" Id="Re9071e4a6dc446a4" /><Relationship Type="http://schemas.openxmlformats.org/officeDocument/2006/relationships/image" Target="/ppt/media/image85.png" Id="Rac4b9f55115b4097" /><Relationship Type="http://schemas.openxmlformats.org/officeDocument/2006/relationships/notesSlide" Target="/ppt/notesSlides/notesSlide188.xml" Id="R5ffb503e18f04cca" /><Relationship Type="http://schemas.openxmlformats.org/officeDocument/2006/relationships/slideLayout" Target="/ppt/slideLayouts/slideLayout3.xml" Id="R75d616b8f79d4fbc" /><Relationship Type="http://schemas.openxmlformats.org/officeDocument/2006/relationships/hyperlink" Target="https://www.geeksforgeeks.org/c-program-for-tower-of-hanoi/" TargetMode="External" Id="rcId3e8dd3437d0b4698" /></Relationships>
</file>

<file path=ppt/slides/_rels/slide201.xml.rels>&#65279;<?xml version="1.0" encoding="utf-8"?><Relationships xmlns="http://schemas.openxmlformats.org/package/2006/relationships"><Relationship Type="http://schemas.openxmlformats.org/officeDocument/2006/relationships/image" Target="/ppt/media/image.png" Id="Rd7d2146e6e464dbe" /><Relationship Type="http://schemas.openxmlformats.org/officeDocument/2006/relationships/image" Target="/ppt/media/image3.png" Id="R5d1160ba6cf54dc2" /><Relationship Type="http://schemas.openxmlformats.org/officeDocument/2006/relationships/notesSlide" Target="/ppt/notesSlides/notesSlide189.xml" Id="R3818d700ae7f403c" /><Relationship Type="http://schemas.openxmlformats.org/officeDocument/2006/relationships/slideLayout" Target="/ppt/slideLayouts/slideLayout3.xml" Id="R164c24c20a644f8e" /></Relationships>
</file>

<file path=ppt/slides/_rels/slide202.xml.rels>&#65279;<?xml version="1.0" encoding="utf-8"?><Relationships xmlns="http://schemas.openxmlformats.org/package/2006/relationships"><Relationship Type="http://schemas.openxmlformats.org/officeDocument/2006/relationships/image" Target="/ppt/media/image.png" Id="Rd4432c676ca84a67" /><Relationship Type="http://schemas.openxmlformats.org/officeDocument/2006/relationships/image" Target="/ppt/media/image3.png" Id="Rdead448fa0914a80" /><Relationship Type="http://schemas.openxmlformats.org/officeDocument/2006/relationships/notesSlide" Target="/ppt/notesSlides/notesSlide190.xml" Id="Ref664098951842ac" /><Relationship Type="http://schemas.openxmlformats.org/officeDocument/2006/relationships/slideLayout" Target="/ppt/slideLayouts/slideLayout3.xml" Id="R172eef86b870435b" /><Relationship Type="http://schemas.openxmlformats.org/officeDocument/2006/relationships/hyperlink" Target="https://onlinegdb.com/V5UvyfPlh" TargetMode="External" Id="rcId5538062d32614bfe" /></Relationships>
</file>

<file path=ppt/slides/_rels/slide203.xml.rels>&#65279;<?xml version="1.0" encoding="utf-8"?><Relationships xmlns="http://schemas.openxmlformats.org/package/2006/relationships"><Relationship Type="http://schemas.openxmlformats.org/officeDocument/2006/relationships/image" Target="/ppt/media/image.png" Id="Ra2065f02142d4b94" /><Relationship Type="http://schemas.openxmlformats.org/officeDocument/2006/relationships/image" Target="/ppt/media/image3.png" Id="Ra14518ba3a084bff" /><Relationship Type="http://schemas.openxmlformats.org/officeDocument/2006/relationships/notesSlide" Target="/ppt/notesSlides/notesSlide191.xml" Id="R2fe410dc70654cd6" /><Relationship Type="http://schemas.openxmlformats.org/officeDocument/2006/relationships/slideLayout" Target="/ppt/slideLayouts/slideLayout3.xml" Id="R615a74cfee404ad4" /></Relationships>
</file>

<file path=ppt/slides/_rels/slide204.xml.rels>&#65279;<?xml version="1.0" encoding="utf-8"?><Relationships xmlns="http://schemas.openxmlformats.org/package/2006/relationships"><Relationship Type="http://schemas.openxmlformats.org/officeDocument/2006/relationships/image" Target="/ppt/media/image16.png" Id="Racff53e4f0ac4d35" /><Relationship Type="http://schemas.openxmlformats.org/officeDocument/2006/relationships/image" Target="/ppt/media/image3.png" Id="R5a0694777bb7498d" /><Relationship Type="http://schemas.openxmlformats.org/officeDocument/2006/relationships/notesSlide" Target="/ppt/notesSlides/notesSlide192.xml" Id="Rc8599471cee846ca" /><Relationship Type="http://schemas.openxmlformats.org/officeDocument/2006/relationships/slideLayout" Target="/ppt/slideLayouts/slideLayout3.xml" Id="Rc052e3c442e54d21" /></Relationships>
</file>

<file path=ppt/slides/_rels/slide205.xml.rels>&#65279;<?xml version="1.0" encoding="utf-8"?><Relationships xmlns="http://schemas.openxmlformats.org/package/2006/relationships"><Relationship Type="http://schemas.openxmlformats.org/officeDocument/2006/relationships/image" Target="/ppt/media/image.png" Id="R4c8b9a82f50049ef" /><Relationship Type="http://schemas.openxmlformats.org/officeDocument/2006/relationships/image" Target="/ppt/media/image3.png" Id="R9e133ceea2524837" /><Relationship Type="http://schemas.openxmlformats.org/officeDocument/2006/relationships/notesSlide" Target="/ppt/notesSlides/notesSlide193.xml" Id="R247cd1d7cde840fe" /><Relationship Type="http://schemas.openxmlformats.org/officeDocument/2006/relationships/slideLayout" Target="/ppt/slideLayouts/slideLayout3.xml" Id="R8bcbff33e0f64de6" /><Relationship Type="http://schemas.openxmlformats.org/officeDocument/2006/relationships/hyperlink" Target="https://practicepaper.in/gate-cse/stack" TargetMode="External" Id="rcIda84c8c05519441ee" /><Relationship Type="http://schemas.openxmlformats.org/officeDocument/2006/relationships/hyperlink" Target="https://www.geeksforgeeks.org/introduction-to-stack-data-structure-and-algorithm-tutorials/?ref=lbp" TargetMode="External" Id="rcId733c47fef0d547c2" /><Relationship Type="http://schemas.openxmlformats.org/officeDocument/2006/relationships/hyperlink" Target="https://www.javatpoint.com/data-structure-stack" TargetMode="External" Id="rcId845a4284cd424afb" /><Relationship Type="http://schemas.openxmlformats.org/officeDocument/2006/relationships/hyperlink" Target="https://www.fullstack.cafe/interview-questions/stacks" TargetMode="External" Id="rcIdf913fbfee7e942af" /><Relationship Type="http://schemas.openxmlformats.org/officeDocument/2006/relationships/hyperlink" Target="https://www.interviewkickstart.com/learn/stack-data-structure" TargetMode="External" Id="rcIdd29067cad3ab4ac1" /><Relationship Type="http://schemas.openxmlformats.org/officeDocument/2006/relationships/hyperlink" Target="https://www.youtube.com/watch?v=HRDHgKrYHgU" TargetMode="External" Id="rcId8b0fd19389874c10" /><Relationship Type="http://schemas.openxmlformats.org/officeDocument/2006/relationships/hyperlink" Target="https://www.youtube.com/watch?v=Ci9jZSRn3os" TargetMode="External" Id="rcIdcebf7d4fa259441a" /><Relationship Type="http://schemas.openxmlformats.org/officeDocument/2006/relationships/hyperlink" Target="https://www.udemy.com/topic/data-structures/" TargetMode="External" Id="rcIde952f7ff0fb3445b" /></Relationships>
</file>

<file path=ppt/slides/_rels/slide206.xml.rels>&#65279;<?xml version="1.0" encoding="utf-8"?><Relationships xmlns="http://schemas.openxmlformats.org/package/2006/relationships"><Relationship Type="http://schemas.openxmlformats.org/officeDocument/2006/relationships/image" Target="/ppt/media/image.png" Id="Re89bf8568f634d66" /><Relationship Type="http://schemas.openxmlformats.org/officeDocument/2006/relationships/image" Target="/ppt/media/image3.png" Id="R78f90fd6645f4499" /><Relationship Type="http://schemas.openxmlformats.org/officeDocument/2006/relationships/slideLayout" Target="/ppt/slideLayouts/slideLayout3.xml" Id="R30a1186d5c6c4d91" /></Relationships>
</file>

<file path=ppt/slides/_rels/slide207.xml.rels>&#65279;<?xml version="1.0" encoding="utf-8"?><Relationships xmlns="http://schemas.openxmlformats.org/package/2006/relationships"><Relationship Type="http://schemas.openxmlformats.org/officeDocument/2006/relationships/image" Target="/ppt/media/image.png" Id="R7168747cea8c4ee1" /><Relationship Type="http://schemas.openxmlformats.org/officeDocument/2006/relationships/image" Target="/ppt/media/image2.png" Id="R10057ae47a46414c" /><Relationship Type="http://schemas.openxmlformats.org/officeDocument/2006/relationships/slideLayout" Target="/ppt/slideLayouts/slideLayout2.xml" Id="R0eb09b0ad0924d6a" /></Relationships>
</file>

<file path=ppt/slides/_rels/slide208.xml.rels>&#65279;<?xml version="1.0" encoding="utf-8"?><Relationships xmlns="http://schemas.openxmlformats.org/package/2006/relationships"><Relationship Type="http://schemas.openxmlformats.org/officeDocument/2006/relationships/image" Target="/ppt/media/image.png" Id="R8a9e2908b9834c76" /><Relationship Type="http://schemas.openxmlformats.org/officeDocument/2006/relationships/image" Target="/ppt/media/image3.png" Id="R96e9336300e445a5" /><Relationship Type="http://schemas.openxmlformats.org/officeDocument/2006/relationships/notesSlide" Target="/ppt/notesSlides/notesSlide194.xml" Id="R8673079ecab849ac" /><Relationship Type="http://schemas.openxmlformats.org/officeDocument/2006/relationships/slideLayout" Target="/ppt/slideLayouts/slideLayout1.xml" Id="R5556149ae0aa4acb" /></Relationships>
</file>

<file path=ppt/slides/_rels/slide209.xml.rels>&#65279;<?xml version="1.0" encoding="utf-8"?><Relationships xmlns="http://schemas.openxmlformats.org/package/2006/relationships"><Relationship Type="http://schemas.openxmlformats.org/officeDocument/2006/relationships/image" Target="/ppt/media/image.png" Id="R1eae0f03cb794361" /><Relationship Type="http://schemas.openxmlformats.org/officeDocument/2006/relationships/image" Target="/ppt/media/image3.png" Id="R199dd6e86fae411b" /><Relationship Type="http://schemas.openxmlformats.org/officeDocument/2006/relationships/notesSlide" Target="/ppt/notesSlides/notesSlide195.xml" Id="R6447cec8f862465c" /><Relationship Type="http://schemas.openxmlformats.org/officeDocument/2006/relationships/slideLayout" Target="/ppt/slideLayouts/slideLayout1.xml" Id="R3520da2fcf8e41b1" /></Relationships>
</file>

<file path=ppt/slides/_rels/slide210.xml.rels>&#65279;<?xml version="1.0" encoding="utf-8"?><Relationships xmlns="http://schemas.openxmlformats.org/package/2006/relationships"><Relationship Type="http://schemas.openxmlformats.org/officeDocument/2006/relationships/image" Target="/ppt/media/image.png" Id="Rc5f1815db6414aae" /><Relationship Type="http://schemas.openxmlformats.org/officeDocument/2006/relationships/image" Target="/ppt/media/image3.png" Id="Rcb35d63251de4a0f" /><Relationship Type="http://schemas.openxmlformats.org/officeDocument/2006/relationships/image" Target="/ppt/media/image5.png" Id="R938bf56284ad487f" /><Relationship Type="http://schemas.openxmlformats.org/officeDocument/2006/relationships/notesSlide" Target="/ppt/notesSlides/notesSlide196.xml" Id="R329e55bab79043c8" /><Relationship Type="http://schemas.openxmlformats.org/officeDocument/2006/relationships/slideLayout" Target="/ppt/slideLayouts/slideLayout1.xml" Id="R2cc516f52d2945e2" /></Relationships>
</file>

<file path=ppt/slides/_rels/slide211.xml.rels>&#65279;<?xml version="1.0" encoding="utf-8"?><Relationships xmlns="http://schemas.openxmlformats.org/package/2006/relationships"><Relationship Type="http://schemas.openxmlformats.org/officeDocument/2006/relationships/image" Target="/ppt/media/image.png" Id="R28ed230924f94de2" /><Relationship Type="http://schemas.openxmlformats.org/officeDocument/2006/relationships/image" Target="/ppt/media/image3.png" Id="Rca32c5fe11cd48e7" /><Relationship Type="http://schemas.openxmlformats.org/officeDocument/2006/relationships/image" Target="/ppt/media/image5.png" Id="R81107b50be004150" /><Relationship Type="http://schemas.openxmlformats.org/officeDocument/2006/relationships/notesSlide" Target="/ppt/notesSlides/notesSlide197.xml" Id="R936a36ac35e84c13" /><Relationship Type="http://schemas.openxmlformats.org/officeDocument/2006/relationships/slideLayout" Target="/ppt/slideLayouts/slideLayout1.xml" Id="Ree2a035ed60c475e" /></Relationships>
</file>

<file path=ppt/slides/_rels/slide212.xml.rels>&#65279;<?xml version="1.0" encoding="utf-8"?><Relationships xmlns="http://schemas.openxmlformats.org/package/2006/relationships"><Relationship Type="http://schemas.openxmlformats.org/officeDocument/2006/relationships/image" Target="/ppt/media/image.png" Id="Rb43d4b82e4f84f76" /><Relationship Type="http://schemas.openxmlformats.org/officeDocument/2006/relationships/image" Target="/ppt/media/image3.png" Id="Rc47353aa81244071" /><Relationship Type="http://schemas.openxmlformats.org/officeDocument/2006/relationships/image" Target="/ppt/media/image5.png" Id="Rd0479b1a9442495c" /><Relationship Type="http://schemas.openxmlformats.org/officeDocument/2006/relationships/notesSlide" Target="/ppt/notesSlides/notesSlide198.xml" Id="R1ee0f90666894a7a" /><Relationship Type="http://schemas.openxmlformats.org/officeDocument/2006/relationships/slideLayout" Target="/ppt/slideLayouts/slideLayout1.xml" Id="R3a2bcce1643e4da5" /></Relationships>
</file>

<file path=ppt/slides/_rels/slide213.xml.rels>&#65279;<?xml version="1.0" encoding="utf-8"?><Relationships xmlns="http://schemas.openxmlformats.org/package/2006/relationships"><Relationship Type="http://schemas.openxmlformats.org/officeDocument/2006/relationships/image" Target="/ppt/media/image.png" Id="R3f7e3db1978a44c9" /><Relationship Type="http://schemas.openxmlformats.org/officeDocument/2006/relationships/image" Target="/ppt/media/image3.png" Id="Rca0710d1b5ae4e82" /><Relationship Type="http://schemas.openxmlformats.org/officeDocument/2006/relationships/image" Target="/ppt/media/image86.png" Id="Rb68a5cb5793245e5" /><Relationship Type="http://schemas.openxmlformats.org/officeDocument/2006/relationships/notesSlide" Target="/ppt/notesSlides/notesSlide199.xml" Id="R94a1bd587e5742e4" /><Relationship Type="http://schemas.openxmlformats.org/officeDocument/2006/relationships/slideLayout" Target="/ppt/slideLayouts/slideLayout1.xml" Id="R68c58c1c03e64d18" /><Relationship Type="http://schemas.openxmlformats.org/officeDocument/2006/relationships/hyperlink" Target="https://www.geeksforgeeks.org/data-structure-meaning/" TargetMode="External" Id="rcId3d9d9e8319cb43f9" /></Relationships>
</file>

<file path=ppt/slides/_rels/slide214.xml.rels>&#65279;<?xml version="1.0" encoding="utf-8"?><Relationships xmlns="http://schemas.openxmlformats.org/package/2006/relationships"><Relationship Type="http://schemas.openxmlformats.org/officeDocument/2006/relationships/image" Target="/ppt/media/image16.png" Id="Rae8da5e6a268439e" /><Relationship Type="http://schemas.openxmlformats.org/officeDocument/2006/relationships/image" Target="/ppt/media/image3.png" Id="Rc15b93bb2a034bcb" /><Relationship Type="http://schemas.openxmlformats.org/officeDocument/2006/relationships/image" Target="/ppt/media/image87.png" Id="R28022416d73e4ff3" /><Relationship Type="http://schemas.openxmlformats.org/officeDocument/2006/relationships/notesSlide" Target="/ppt/notesSlides/notesSlide200.xml" Id="Re793f44e9867478d" /><Relationship Type="http://schemas.openxmlformats.org/officeDocument/2006/relationships/slideLayout" Target="/ppt/slideLayouts/slideLayout1.xml" Id="Re490ecf57b774476" /><Relationship Type="http://schemas.openxmlformats.org/officeDocument/2006/relationships/hyperlink" Target="https://www.geeksforgeeks.org/dsa/introduction-to-stack-data-structure-and-algorithm-tutorials/" TargetMode="External" Id="rcIddd20e93556334644" /></Relationships>
</file>

<file path=ppt/slides/_rels/slide215.xml.rels>&#65279;<?xml version="1.0" encoding="utf-8"?><Relationships xmlns="http://schemas.openxmlformats.org/package/2006/relationships"><Relationship Type="http://schemas.openxmlformats.org/officeDocument/2006/relationships/image" Target="/ppt/media/image.png" Id="Rd6a7397735144c96" /><Relationship Type="http://schemas.openxmlformats.org/officeDocument/2006/relationships/image" Target="/ppt/media/image3.png" Id="Rc758e2e99ccb4c72" /><Relationship Type="http://schemas.openxmlformats.org/officeDocument/2006/relationships/image" Target="/ppt/media/image88.png" Id="R33b6330f0bc044b6" /><Relationship Type="http://schemas.openxmlformats.org/officeDocument/2006/relationships/image" Target="/ppt/media/image89.png" Id="Re6780955c5014944" /><Relationship Type="http://schemas.openxmlformats.org/officeDocument/2006/relationships/notesSlide" Target="/ppt/notesSlides/notesSlide201.xml" Id="R719764f1018f4520" /><Relationship Type="http://schemas.openxmlformats.org/officeDocument/2006/relationships/slideLayout" Target="/ppt/slideLayouts/slideLayout1.xml" Id="R471ba5bc679a47fb" /><Relationship Type="http://schemas.openxmlformats.org/officeDocument/2006/relationships/hyperlink" Target="https://www.javatpoint.com/applications-of-stack-in-data-structure" TargetMode="External" Id="rcIdb14088ba1c0a4c4d" /></Relationships>
</file>

<file path=ppt/slides/_rels/slide216.xml.rels>&#65279;<?xml version="1.0" encoding="utf-8"?><Relationships xmlns="http://schemas.openxmlformats.org/package/2006/relationships"><Relationship Type="http://schemas.openxmlformats.org/officeDocument/2006/relationships/image" Target="/ppt/media/image16.png" Id="R3d4aaa4ad2f64299" /><Relationship Type="http://schemas.openxmlformats.org/officeDocument/2006/relationships/image" Target="/ppt/media/image3.png" Id="R6c7eadb7aec24aff" /><Relationship Type="http://schemas.openxmlformats.org/officeDocument/2006/relationships/notesSlide" Target="/ppt/notesSlides/notesSlide202.xml" Id="Redf127841b8540c6" /><Relationship Type="http://schemas.openxmlformats.org/officeDocument/2006/relationships/slideLayout" Target="/ppt/slideLayouts/slideLayout1.xml" Id="R974af2d43be04da5" /><Relationship Type="http://schemas.openxmlformats.org/officeDocument/2006/relationships/hyperlink" Target="https://www.geeksforgeeks.org/dsa/introduction-to-stack-data-structure-and-algorithm-tutorials/" TargetMode="External" Id="rcId3994cd782bf74d0a" /></Relationships>
</file>

<file path=ppt/slides/_rels/slide217.xml.rels>&#65279;<?xml version="1.0" encoding="utf-8"?><Relationships xmlns="http://schemas.openxmlformats.org/package/2006/relationships"><Relationship Type="http://schemas.openxmlformats.org/officeDocument/2006/relationships/image" Target="/ppt/media/image.png" Id="R2dbc72e8919844e4" /><Relationship Type="http://schemas.openxmlformats.org/officeDocument/2006/relationships/image" Target="/ppt/media/image3.png" Id="Rbc58331a5ddb4fa6" /><Relationship Type="http://schemas.openxmlformats.org/officeDocument/2006/relationships/image" Target="/ppt/media/image90.png" Id="R46e575f388d64a28" /><Relationship Type="http://schemas.openxmlformats.org/officeDocument/2006/relationships/image" Target="/ppt/media/image91.png" Id="R80e16c75664c4be4" /><Relationship Type="http://schemas.openxmlformats.org/officeDocument/2006/relationships/notesSlide" Target="/ppt/notesSlides/notesSlide203.xml" Id="Ra3e563d1fe7748f9" /><Relationship Type="http://schemas.openxmlformats.org/officeDocument/2006/relationships/slideLayout" Target="/ppt/slideLayouts/slideLayout1.xml" Id="R61b6a3ae013a4a75" /></Relationships>
</file>

<file path=ppt/slides/_rels/slide218.xml.rels>&#65279;<?xml version="1.0" encoding="utf-8"?><Relationships xmlns="http://schemas.openxmlformats.org/package/2006/relationships"><Relationship Type="http://schemas.openxmlformats.org/officeDocument/2006/relationships/image" Target="/ppt/media/image.png" Id="R978cf95b657b489f" /><Relationship Type="http://schemas.openxmlformats.org/officeDocument/2006/relationships/image" Target="/ppt/media/image3.png" Id="Rd1ccd349e3574f8d" /><Relationship Type="http://schemas.openxmlformats.org/officeDocument/2006/relationships/notesSlide" Target="/ppt/notesSlides/notesSlide204.xml" Id="R554b5f7e19ff44e7" /><Relationship Type="http://schemas.openxmlformats.org/officeDocument/2006/relationships/slideLayout" Target="/ppt/slideLayouts/slideLayout1.xml" Id="R949da027230c460c" /><Relationship Type="http://schemas.openxmlformats.org/officeDocument/2006/relationships/hyperlink" Target="https://www.youtube.com/watch?v=HRDHgKrYHgU" TargetMode="External" Id="rcId80b04ff216804bcf" /></Relationships>
</file>

<file path=ppt/slides/_rels/slide219.xml.rels>&#65279;<?xml version="1.0" encoding="utf-8"?><Relationships xmlns="http://schemas.openxmlformats.org/package/2006/relationships"><Relationship Type="http://schemas.openxmlformats.org/officeDocument/2006/relationships/image" Target="/ppt/media/image.png" Id="Rfbe9c19282b94545" /><Relationship Type="http://schemas.openxmlformats.org/officeDocument/2006/relationships/image" Target="/ppt/media/image3.png" Id="Rfdaa9e5039ed43a7" /><Relationship Type="http://schemas.openxmlformats.org/officeDocument/2006/relationships/image" Target="/ppt/media/image92.png" Id="Rf9e6b6e9d4d546c0" /><Relationship Type="http://schemas.openxmlformats.org/officeDocument/2006/relationships/notesSlide" Target="/ppt/notesSlides/notesSlide205.xml" Id="R84e2c90113074f4d" /><Relationship Type="http://schemas.openxmlformats.org/officeDocument/2006/relationships/slideLayout" Target="/ppt/slideLayouts/slideLayout1.xml" Id="R061b741fccc244d4" /><Relationship Type="http://schemas.openxmlformats.org/officeDocument/2006/relationships/hyperlink" Target="https://prepinsta.com/data-structures/introduction-to-stacks-in-data-structures/" TargetMode="External" Id="rcIda03c9cbb77614cd2" /></Relationships>
</file>

<file path=ppt/slides/_rels/slide220.xml.rels>&#65279;<?xml version="1.0" encoding="utf-8"?><Relationships xmlns="http://schemas.openxmlformats.org/package/2006/relationships"><Relationship Type="http://schemas.openxmlformats.org/officeDocument/2006/relationships/image" Target="/ppt/media/image.png" Id="R8bbf72d4d85e4900" /><Relationship Type="http://schemas.openxmlformats.org/officeDocument/2006/relationships/image" Target="/ppt/media/image3.png" Id="Rdf2e2ab4d961446a" /><Relationship Type="http://schemas.openxmlformats.org/officeDocument/2006/relationships/image" Target="/ppt/media/image93.png" Id="R535966f4bb9c410b" /><Relationship Type="http://schemas.openxmlformats.org/officeDocument/2006/relationships/notesSlide" Target="/ppt/notesSlides/notesSlide206.xml" Id="R8ba151937a404662" /><Relationship Type="http://schemas.openxmlformats.org/officeDocument/2006/relationships/slideLayout" Target="/ppt/slideLayouts/slideLayout1.xml" Id="R030915bdd50f4d72" /><Relationship Type="http://schemas.openxmlformats.org/officeDocument/2006/relationships/hyperlink" Target="https://www.geeksforgeeks.org/dsa/stack-data-structure/" TargetMode="External" Id="rcId1bed347566684b4f" /></Relationships>
</file>

<file path=ppt/slides/_rels/slide221.xml.rels>&#65279;<?xml version="1.0" encoding="utf-8"?><Relationships xmlns="http://schemas.openxmlformats.org/package/2006/relationships"><Relationship Type="http://schemas.openxmlformats.org/officeDocument/2006/relationships/image" Target="/ppt/media/image16.png" Id="Rccce37cbb00e4ee8" /><Relationship Type="http://schemas.openxmlformats.org/officeDocument/2006/relationships/image" Target="/ppt/media/image3.png" Id="Rf51aa7fc9345474a" /><Relationship Type="http://schemas.openxmlformats.org/officeDocument/2006/relationships/image" Target="/ppt/media/image94.png" Id="R723c17f0e65142af" /><Relationship Type="http://schemas.openxmlformats.org/officeDocument/2006/relationships/notesSlide" Target="/ppt/notesSlides/notesSlide207.xml" Id="R496998af27ce4c10" /><Relationship Type="http://schemas.openxmlformats.org/officeDocument/2006/relationships/slideLayout" Target="/ppt/slideLayouts/slideLayout1.xml" Id="Rb208dc9efc0e4145" /><Relationship Type="http://schemas.openxmlformats.org/officeDocument/2006/relationships/hyperlink" Target="https://www.scaler.com/topics/stack-operations-in-data-structures/" TargetMode="External" Id="rcId6d568989a1804d2e" /></Relationships>
</file>

<file path=ppt/slides/_rels/slide222.xml.rels>&#65279;<?xml version="1.0" encoding="utf-8"?><Relationships xmlns="http://schemas.openxmlformats.org/package/2006/relationships"><Relationship Type="http://schemas.openxmlformats.org/officeDocument/2006/relationships/image" Target="/ppt/media/image16.png" Id="R6df0e139b0e74ff0" /><Relationship Type="http://schemas.openxmlformats.org/officeDocument/2006/relationships/image" Target="/ppt/media/image3.png" Id="R78821f057f0447d2" /><Relationship Type="http://schemas.openxmlformats.org/officeDocument/2006/relationships/image" Target="/ppt/media/image95.png" Id="R8d5fc920d83646d7" /><Relationship Type="http://schemas.openxmlformats.org/officeDocument/2006/relationships/notesSlide" Target="/ppt/notesSlides/notesSlide208.xml" Id="R54409c42aebf47fc" /><Relationship Type="http://schemas.openxmlformats.org/officeDocument/2006/relationships/slideLayout" Target="/ppt/slideLayouts/slideLayout1.xml" Id="R8740c0b25f2b40eb" /></Relationships>
</file>

<file path=ppt/slides/_rels/slide223.xml.rels>&#65279;<?xml version="1.0" encoding="utf-8"?><Relationships xmlns="http://schemas.openxmlformats.org/package/2006/relationships"><Relationship Type="http://schemas.openxmlformats.org/officeDocument/2006/relationships/image" Target="/ppt/media/image16.png" Id="R8335d72d69c847c3" /><Relationship Type="http://schemas.openxmlformats.org/officeDocument/2006/relationships/image" Target="/ppt/media/image3.png" Id="R5b7d7c3bf7484333" /><Relationship Type="http://schemas.openxmlformats.org/officeDocument/2006/relationships/image" Target="/ppt/media/image96.png" Id="R95f54f9e73de40e3" /><Relationship Type="http://schemas.openxmlformats.org/officeDocument/2006/relationships/notesSlide" Target="/ppt/notesSlides/notesSlide209.xml" Id="R4c28dbdf182a45fa" /><Relationship Type="http://schemas.openxmlformats.org/officeDocument/2006/relationships/slideLayout" Target="/ppt/slideLayouts/slideLayout1.xml" Id="R6e2b32be43904f73" /><Relationship Type="http://schemas.openxmlformats.org/officeDocument/2006/relationships/hyperlink" Target="https://www.geeksforgeeks.org/dsa/introduction-to-stack-data-structure-and-algorithm-tutorials/" TargetMode="External" Id="rcId7a7199589cba4445" /></Relationships>
</file>

<file path=ppt/slides/_rels/slide224.xml.rels>&#65279;<?xml version="1.0" encoding="utf-8"?><Relationships xmlns="http://schemas.openxmlformats.org/package/2006/relationships"><Relationship Type="http://schemas.openxmlformats.org/officeDocument/2006/relationships/image" Target="/ppt/media/image16.png" Id="Ra2a0207937c745e6" /><Relationship Type="http://schemas.openxmlformats.org/officeDocument/2006/relationships/image" Target="/ppt/media/image3.png" Id="Rac454eadd18c4b5e" /><Relationship Type="http://schemas.openxmlformats.org/officeDocument/2006/relationships/image" Target="/ppt/media/image97.png" Id="R9f557041c90244df" /><Relationship Type="http://schemas.openxmlformats.org/officeDocument/2006/relationships/notesSlide" Target="/ppt/notesSlides/notesSlide210.xml" Id="Rf30939a71a814de5" /><Relationship Type="http://schemas.openxmlformats.org/officeDocument/2006/relationships/slideLayout" Target="/ppt/slideLayouts/slideLayout1.xml" Id="Rc37b2295e933424b" /><Relationship Type="http://schemas.openxmlformats.org/officeDocument/2006/relationships/hyperlink" Target="https://www.geeksforgeeks.org/dsa/introduction-to-stack-data-structure-and-algorithm-tutorials/" TargetMode="External" Id="rcId4493608350ab4744" /></Relationships>
</file>

<file path=ppt/slides/_rels/slide225.xml.rels>&#65279;<?xml version="1.0" encoding="utf-8"?><Relationships xmlns="http://schemas.openxmlformats.org/package/2006/relationships"><Relationship Type="http://schemas.openxmlformats.org/officeDocument/2006/relationships/image" Target="/ppt/media/image16.png" Id="Rca35da501af44050" /><Relationship Type="http://schemas.openxmlformats.org/officeDocument/2006/relationships/image" Target="/ppt/media/image3.png" Id="R730614211f804e7c" /><Relationship Type="http://schemas.openxmlformats.org/officeDocument/2006/relationships/image" Target="/ppt/media/image98.png" Id="R0eff74730d9b4a0f" /><Relationship Type="http://schemas.openxmlformats.org/officeDocument/2006/relationships/notesSlide" Target="/ppt/notesSlides/notesSlide211.xml" Id="R13eaa4a42afb4bb2" /><Relationship Type="http://schemas.openxmlformats.org/officeDocument/2006/relationships/slideLayout" Target="/ppt/slideLayouts/slideLayout1.xml" Id="Rffd6946509c843a3" /><Relationship Type="http://schemas.openxmlformats.org/officeDocument/2006/relationships/hyperlink" Target="https://www.geeksforgeeks.org/dsa/introduction-to-stack-data-structure-and-algorithm-tutorials/" TargetMode="External" Id="rcId06d054f975a14c4b" /></Relationships>
</file>

<file path=ppt/slides/_rels/slide226.xml.rels>&#65279;<?xml version="1.0" encoding="utf-8"?><Relationships xmlns="http://schemas.openxmlformats.org/package/2006/relationships"><Relationship Type="http://schemas.openxmlformats.org/officeDocument/2006/relationships/image" Target="/ppt/media/image16.png" Id="Ra355a2b241b142d1" /><Relationship Type="http://schemas.openxmlformats.org/officeDocument/2006/relationships/image" Target="/ppt/media/image3.png" Id="R235f3e37edd04fe2" /><Relationship Type="http://schemas.openxmlformats.org/officeDocument/2006/relationships/notesSlide" Target="/ppt/notesSlides/notesSlide212.xml" Id="R55c22da0d3b34f9a" /><Relationship Type="http://schemas.openxmlformats.org/officeDocument/2006/relationships/slideLayout" Target="/ppt/slideLayouts/slideLayout1.xml" Id="Rb55169438dd6499a" /></Relationships>
</file>

<file path=ppt/slides/_rels/slide227.xml.rels>&#65279;<?xml version="1.0" encoding="utf-8"?><Relationships xmlns="http://schemas.openxmlformats.org/package/2006/relationships"><Relationship Type="http://schemas.openxmlformats.org/officeDocument/2006/relationships/image" Target="/ppt/media/image.png" Id="Re315fe4d3cdb45f7" /><Relationship Type="http://schemas.openxmlformats.org/officeDocument/2006/relationships/image" Target="/ppt/media/image3.png" Id="R2f28ea69b56b4b33" /><Relationship Type="http://schemas.openxmlformats.org/officeDocument/2006/relationships/notesSlide" Target="/ppt/notesSlides/notesSlide213.xml" Id="R6f4327190f8c4932" /><Relationship Type="http://schemas.openxmlformats.org/officeDocument/2006/relationships/slideLayout" Target="/ppt/slideLayouts/slideLayout1.xml" Id="Ra46c97c5de374d48" /></Relationships>
</file>

<file path=ppt/slides/_rels/slide228.xml.rels>&#65279;<?xml version="1.0" encoding="utf-8"?><Relationships xmlns="http://schemas.openxmlformats.org/package/2006/relationships"><Relationship Type="http://schemas.openxmlformats.org/officeDocument/2006/relationships/image" Target="/ppt/media/image.png" Id="R752bbe7c5d764291" /><Relationship Type="http://schemas.openxmlformats.org/officeDocument/2006/relationships/image" Target="/ppt/media/image3.png" Id="Rce4b67b88194430a" /><Relationship Type="http://schemas.openxmlformats.org/officeDocument/2006/relationships/notesSlide" Target="/ppt/notesSlides/notesSlide214.xml" Id="R758ebf2574834925" /><Relationship Type="http://schemas.openxmlformats.org/officeDocument/2006/relationships/slideLayout" Target="/ppt/slideLayouts/slideLayout1.xml" Id="Rba151580e8b945db" /></Relationships>
</file>

<file path=ppt/slides/_rels/slide229.xml.rels>&#65279;<?xml version="1.0" encoding="utf-8"?><Relationships xmlns="http://schemas.openxmlformats.org/package/2006/relationships"><Relationship Type="http://schemas.openxmlformats.org/officeDocument/2006/relationships/image" Target="/ppt/media/image16.png" Id="Rd645131a13324ea8" /><Relationship Type="http://schemas.openxmlformats.org/officeDocument/2006/relationships/image" Target="/ppt/media/image.png" Id="R284f50ee81cf4435" /><Relationship Type="http://schemas.openxmlformats.org/officeDocument/2006/relationships/image" Target="/ppt/media/image3.png" Id="Ra9776d31254a4aa7" /><Relationship Type="http://schemas.openxmlformats.org/officeDocument/2006/relationships/image" Target="/ppt/media/image99.png" Id="R6fa28ecf16574789" /><Relationship Type="http://schemas.openxmlformats.org/officeDocument/2006/relationships/notesSlide" Target="/ppt/notesSlides/notesSlide215.xml" Id="R8c2480ef81174d66" /><Relationship Type="http://schemas.openxmlformats.org/officeDocument/2006/relationships/slideLayout" Target="/ppt/slideLayouts/slideLayout1.xml" Id="Rc4b2348381b44cc7" /></Relationships>
</file>

<file path=ppt/slides/_rels/slide230.xml.rels>&#65279;<?xml version="1.0" encoding="utf-8"?><Relationships xmlns="http://schemas.openxmlformats.org/package/2006/relationships"><Relationship Type="http://schemas.openxmlformats.org/officeDocument/2006/relationships/image" Target="/ppt/media/image16.png" Id="Rf7c70e7e137544fe" /><Relationship Type="http://schemas.openxmlformats.org/officeDocument/2006/relationships/image" Target="/ppt/media/image3.png" Id="R4c83156e6476409d" /><Relationship Type="http://schemas.openxmlformats.org/officeDocument/2006/relationships/notesSlide" Target="/ppt/notesSlides/notesSlide216.xml" Id="Rb9f4a1e0d38c4c44" /><Relationship Type="http://schemas.openxmlformats.org/officeDocument/2006/relationships/slideLayout" Target="/ppt/slideLayouts/slideLayout1.xml" Id="R99e71e905cca461d" /></Relationships>
</file>

<file path=ppt/slides/_rels/slide231.xml.rels>&#65279;<?xml version="1.0" encoding="utf-8"?><Relationships xmlns="http://schemas.openxmlformats.org/package/2006/relationships"><Relationship Type="http://schemas.openxmlformats.org/officeDocument/2006/relationships/image" Target="/ppt/media/image16.png" Id="Rd0a7fbac8a844686" /><Relationship Type="http://schemas.openxmlformats.org/officeDocument/2006/relationships/image" Target="/ppt/media/image3.png" Id="R53e20bc9b8b14b41" /><Relationship Type="http://schemas.openxmlformats.org/officeDocument/2006/relationships/notesSlide" Target="/ppt/notesSlides/notesSlide217.xml" Id="Rc9ecdc5c8ab44bcf" /><Relationship Type="http://schemas.openxmlformats.org/officeDocument/2006/relationships/slideLayout" Target="/ppt/slideLayouts/slideLayout1.xml" Id="R7e637c817678479b" /></Relationships>
</file>

<file path=ppt/slides/_rels/slide232.xml.rels>&#65279;<?xml version="1.0" encoding="utf-8"?><Relationships xmlns="http://schemas.openxmlformats.org/package/2006/relationships"><Relationship Type="http://schemas.openxmlformats.org/officeDocument/2006/relationships/image" Target="/ppt/media/image16.png" Id="R276df764f1de49e3" /><Relationship Type="http://schemas.openxmlformats.org/officeDocument/2006/relationships/image" Target="/ppt/media/image.png" Id="R9dd33b658dce4aa6" /><Relationship Type="http://schemas.openxmlformats.org/officeDocument/2006/relationships/image" Target="/ppt/media/image3.png" Id="R8992a718411a44f0" /><Relationship Type="http://schemas.openxmlformats.org/officeDocument/2006/relationships/notesSlide" Target="/ppt/notesSlides/notesSlide218.xml" Id="Rb9869bf232424d17" /><Relationship Type="http://schemas.openxmlformats.org/officeDocument/2006/relationships/slideLayout" Target="/ppt/slideLayouts/slideLayout1.xml" Id="R08e79c06dd1d4330" /></Relationships>
</file>

<file path=ppt/slides/_rels/slide233.xml.rels>&#65279;<?xml version="1.0" encoding="utf-8"?><Relationships xmlns="http://schemas.openxmlformats.org/package/2006/relationships"><Relationship Type="http://schemas.openxmlformats.org/officeDocument/2006/relationships/image" Target="/ppt/media/image16.png" Id="R5f9ca85c6f2c42bc" /><Relationship Type="http://schemas.openxmlformats.org/officeDocument/2006/relationships/image" Target="/ppt/media/image.png" Id="R4be3257527f349f7" /><Relationship Type="http://schemas.openxmlformats.org/officeDocument/2006/relationships/image" Target="/ppt/media/image3.png" Id="Rde4572813cd5478f" /><Relationship Type="http://schemas.openxmlformats.org/officeDocument/2006/relationships/image" Target="/ppt/media/image100.png" Id="Rdbb511e2d0544c17" /><Relationship Type="http://schemas.openxmlformats.org/officeDocument/2006/relationships/notesSlide" Target="/ppt/notesSlides/notesSlide219.xml" Id="R4aebe78e508446b0" /><Relationship Type="http://schemas.openxmlformats.org/officeDocument/2006/relationships/slideLayout" Target="/ppt/slideLayouts/slideLayout1.xml" Id="R7e084af762534b58" /><Relationship Type="http://schemas.openxmlformats.org/officeDocument/2006/relationships/hyperlink" Target="https://prepinsta.com/data-structures/representation-of-a-stack/" TargetMode="External" Id="rcIda136b74a9fef4149" /></Relationships>
</file>

<file path=ppt/slides/_rels/slide234.xml.rels>&#65279;<?xml version="1.0" encoding="utf-8"?><Relationships xmlns="http://schemas.openxmlformats.org/package/2006/relationships"><Relationship Type="http://schemas.openxmlformats.org/officeDocument/2006/relationships/image" Target="/ppt/media/image.png" Id="Ra678dafdeb1b4452" /><Relationship Type="http://schemas.openxmlformats.org/officeDocument/2006/relationships/image" Target="/ppt/media/image3.png" Id="R3de5fb6e225e4d18" /><Relationship Type="http://schemas.openxmlformats.org/officeDocument/2006/relationships/notesSlide" Target="/ppt/notesSlides/notesSlide220.xml" Id="Rba2f65ad909b4865" /><Relationship Type="http://schemas.openxmlformats.org/officeDocument/2006/relationships/slideLayout" Target="/ppt/slideLayouts/slideLayout1.xml" Id="Rdf0ef4b1ce6b4834" /></Relationships>
</file>

<file path=ppt/slides/_rels/slide235.xml.rels>&#65279;<?xml version="1.0" encoding="utf-8"?><Relationships xmlns="http://schemas.openxmlformats.org/package/2006/relationships"><Relationship Type="http://schemas.openxmlformats.org/officeDocument/2006/relationships/image" Target="/ppt/media/image16.png" Id="R032ee669bdb44ae5" /><Relationship Type="http://schemas.openxmlformats.org/officeDocument/2006/relationships/image" Target="/ppt/media/image3.png" Id="R5fe346e37c384571" /><Relationship Type="http://schemas.openxmlformats.org/officeDocument/2006/relationships/notesSlide" Target="/ppt/notesSlides/notesSlide221.xml" Id="Ree51d5dfced347d1" /><Relationship Type="http://schemas.openxmlformats.org/officeDocument/2006/relationships/slideLayout" Target="/ppt/slideLayouts/slideLayout1.xml" Id="Re9b48599d4d44b98" /></Relationships>
</file>

<file path=ppt/slides/_rels/slide236.xml.rels>&#65279;<?xml version="1.0" encoding="utf-8"?><Relationships xmlns="http://schemas.openxmlformats.org/package/2006/relationships"><Relationship Type="http://schemas.openxmlformats.org/officeDocument/2006/relationships/image" Target="/ppt/media/image16.png" Id="Rabab213a12ae4ff4" /><Relationship Type="http://schemas.openxmlformats.org/officeDocument/2006/relationships/image" Target="/ppt/media/image3.png" Id="R79740f10be914ed2" /><Relationship Type="http://schemas.openxmlformats.org/officeDocument/2006/relationships/notesSlide" Target="/ppt/notesSlides/notesSlide222.xml" Id="R6de32260d9a24c11" /><Relationship Type="http://schemas.openxmlformats.org/officeDocument/2006/relationships/slideLayout" Target="/ppt/slideLayouts/slideLayout1.xml" Id="R76085b2ea48b4155" /></Relationships>
</file>

<file path=ppt/slides/_rels/slide237.xml.rels>&#65279;<?xml version="1.0" encoding="utf-8"?><Relationships xmlns="http://schemas.openxmlformats.org/package/2006/relationships"><Relationship Type="http://schemas.openxmlformats.org/officeDocument/2006/relationships/image" Target="/ppt/media/image16.png" Id="R41938642003e43d7" /><Relationship Type="http://schemas.openxmlformats.org/officeDocument/2006/relationships/image" Target="/ppt/media/image.png" Id="R11ede439fdc7406a" /><Relationship Type="http://schemas.openxmlformats.org/officeDocument/2006/relationships/image" Target="/ppt/media/image3.png" Id="R4466607e1dd04e2a" /><Relationship Type="http://schemas.openxmlformats.org/officeDocument/2006/relationships/notesSlide" Target="/ppt/notesSlides/notesSlide223.xml" Id="R3cae01b8ef834bd1" /><Relationship Type="http://schemas.openxmlformats.org/officeDocument/2006/relationships/slideLayout" Target="/ppt/slideLayouts/slideLayout1.xml" Id="Ra5d820b0d26b4667" /></Relationships>
</file>

<file path=ppt/slides/_rels/slide238.xml.rels>&#65279;<?xml version="1.0" encoding="utf-8"?><Relationships xmlns="http://schemas.openxmlformats.org/package/2006/relationships"><Relationship Type="http://schemas.openxmlformats.org/officeDocument/2006/relationships/image" Target="/ppt/media/image16.png" Id="R9991942fcbf440d9" /><Relationship Type="http://schemas.openxmlformats.org/officeDocument/2006/relationships/image" Target="/ppt/media/image.png" Id="R1ed4c04349a34ef4" /><Relationship Type="http://schemas.openxmlformats.org/officeDocument/2006/relationships/image" Target="/ppt/media/image3.png" Id="Rf64bc60088ab4819" /><Relationship Type="http://schemas.openxmlformats.org/officeDocument/2006/relationships/image" Target="/ppt/media/image101.png" Id="Racb366387f874e69" /><Relationship Type="http://schemas.openxmlformats.org/officeDocument/2006/relationships/notesSlide" Target="/ppt/notesSlides/notesSlide224.xml" Id="R72b10ac0f9284634" /><Relationship Type="http://schemas.openxmlformats.org/officeDocument/2006/relationships/slideLayout" Target="/ppt/slideLayouts/slideLayout1.xml" Id="Rebb14f6bb15e4ac7" /></Relationships>
</file>

<file path=ppt/slides/_rels/slide239.xml.rels>&#65279;<?xml version="1.0" encoding="utf-8"?><Relationships xmlns="http://schemas.openxmlformats.org/package/2006/relationships"><Relationship Type="http://schemas.openxmlformats.org/officeDocument/2006/relationships/image" Target="/ppt/media/image16.png" Id="Rf247e6c4eebd473a" /><Relationship Type="http://schemas.openxmlformats.org/officeDocument/2006/relationships/image" Target="/ppt/media/image.png" Id="R2673ea1753c343ce" /><Relationship Type="http://schemas.openxmlformats.org/officeDocument/2006/relationships/image" Target="/ppt/media/image3.png" Id="R6ca0b0831c0b4131" /><Relationship Type="http://schemas.openxmlformats.org/officeDocument/2006/relationships/image" Target="/ppt/media/image102.png" Id="R0ca5e806d2e14eb4" /><Relationship Type="http://schemas.openxmlformats.org/officeDocument/2006/relationships/notesSlide" Target="/ppt/notesSlides/notesSlide225.xml" Id="Re5f5d125b94f4700" /><Relationship Type="http://schemas.openxmlformats.org/officeDocument/2006/relationships/slideLayout" Target="/ppt/slideLayouts/slideLayout1.xml" Id="R35f40179ac8841e6" /></Relationships>
</file>

<file path=ppt/slides/_rels/slide240.xml.rels>&#65279;<?xml version="1.0" encoding="utf-8"?><Relationships xmlns="http://schemas.openxmlformats.org/package/2006/relationships"><Relationship Type="http://schemas.openxmlformats.org/officeDocument/2006/relationships/image" Target="/ppt/media/image16.png" Id="R4ff2199ab8d640d1" /><Relationship Type="http://schemas.openxmlformats.org/officeDocument/2006/relationships/image" Target="/ppt/media/image3.png" Id="Rd445608eb8ef4fcc" /><Relationship Type="http://schemas.openxmlformats.org/officeDocument/2006/relationships/image" Target="/ppt/media/image103.png" Id="R9105f20a0b0e417d" /><Relationship Type="http://schemas.openxmlformats.org/officeDocument/2006/relationships/notesSlide" Target="/ppt/notesSlides/notesSlide226.xml" Id="R891f5ffaf9bf438b" /><Relationship Type="http://schemas.openxmlformats.org/officeDocument/2006/relationships/slideLayout" Target="/ppt/slideLayouts/slideLayout1.xml" Id="R8fdfd36062f64d5a" /></Relationships>
</file>

<file path=ppt/slides/_rels/slide241.xml.rels>&#65279;<?xml version="1.0" encoding="utf-8"?><Relationships xmlns="http://schemas.openxmlformats.org/package/2006/relationships"><Relationship Type="http://schemas.openxmlformats.org/officeDocument/2006/relationships/image" Target="/ppt/media/image.png" Id="R4ac1d39784994f47" /><Relationship Type="http://schemas.openxmlformats.org/officeDocument/2006/relationships/image" Target="/ppt/media/image3.png" Id="R2c5c760b1ecc488e" /><Relationship Type="http://schemas.openxmlformats.org/officeDocument/2006/relationships/image" Target="/ppt/media/image5.png" Id="Rb1acdb95b8d84396" /><Relationship Type="http://schemas.openxmlformats.org/officeDocument/2006/relationships/notesSlide" Target="/ppt/notesSlides/notesSlide227.xml" Id="Re371e83ab5be48f7" /><Relationship Type="http://schemas.openxmlformats.org/officeDocument/2006/relationships/slideLayout" Target="/ppt/slideLayouts/slideLayout1.xml" Id="R55a343e69f35476a" /></Relationships>
</file>

<file path=ppt/slides/_rels/slide242.xml.rels>&#65279;<?xml version="1.0" encoding="utf-8"?><Relationships xmlns="http://schemas.openxmlformats.org/package/2006/relationships"><Relationship Type="http://schemas.openxmlformats.org/officeDocument/2006/relationships/image" Target="/ppt/media/image.png" Id="Rf45118edfa274284" /><Relationship Type="http://schemas.openxmlformats.org/officeDocument/2006/relationships/image" Target="/ppt/media/image3.png" Id="Rac28f414e93d499e" /><Relationship Type="http://schemas.openxmlformats.org/officeDocument/2006/relationships/notesSlide" Target="/ppt/notesSlides/notesSlide228.xml" Id="R3768e9b175244768" /><Relationship Type="http://schemas.openxmlformats.org/officeDocument/2006/relationships/slideLayout" Target="/ppt/slideLayouts/slideLayout1.xml" Id="Rf07d648a5cb7420c" /><Relationship Type="http://schemas.openxmlformats.org/officeDocument/2006/relationships/hyperlink" Target="https://www.geeksforgeeks.org/stack-data-structure/" TargetMode="External" Id="rcIdc758de24ef92471d" /><Relationship Type="http://schemas.openxmlformats.org/officeDocument/2006/relationships/hyperlink" Target="https://prepinsta.com/data-structures/introduction-to-stacks-in-data-structures/" TargetMode="External" Id="rcId97554613e59945c4" /><Relationship Type="http://schemas.openxmlformats.org/officeDocument/2006/relationships/hyperlink" Target="https://www.scaler.com/topics/stack-operations-in-data-structures/" TargetMode="External" Id="rcId7aa5f8024b2e474d" /><Relationship Type="http://schemas.openxmlformats.org/officeDocument/2006/relationships/hyperlink" Target="https://www.javatpoint.com/applications-of-stack-in-data-structure" TargetMode="External" Id="rcId5bca49dc5465427c" /><Relationship Type="http://schemas.openxmlformats.org/officeDocument/2006/relationships/hyperlink" Target="https://www.programiz.com/dsa/stack" TargetMode="External" Id="rcId6e836eeaa1514e49" /></Relationships>
</file>

<file path=ppt/slides/_rels/slide243.xml.rels>&#65279;<?xml version="1.0" encoding="utf-8"?><Relationships xmlns="http://schemas.openxmlformats.org/package/2006/relationships"><Relationship Type="http://schemas.openxmlformats.org/officeDocument/2006/relationships/image" Target="/ppt/media/image.png" Id="R096be659902c49e4" /><Relationship Type="http://schemas.openxmlformats.org/officeDocument/2006/relationships/image" Target="/ppt/media/image3.png" Id="R35907a8ccffe463e" /><Relationship Type="http://schemas.openxmlformats.org/officeDocument/2006/relationships/slideLayout" Target="/ppt/slideLayouts/slideLayout1.xml" Id="Ra327acc97a174473" /></Relationships>
</file>

<file path=ppt/slides/_rels/slide244.xml.rels>&#65279;<?xml version="1.0" encoding="utf-8"?><Relationships xmlns="http://schemas.openxmlformats.org/package/2006/relationships"><Relationship Type="http://schemas.openxmlformats.org/officeDocument/2006/relationships/image" Target="/ppt/media/image.png" Id="R6fdfb672ecc04f0a" /><Relationship Type="http://schemas.openxmlformats.org/officeDocument/2006/relationships/image" Target="/ppt/media/image2.png" Id="R7e440fc4c18e40dc" /><Relationship Type="http://schemas.openxmlformats.org/officeDocument/2006/relationships/slideLayout" Target="/ppt/slideLayouts/slideLayout4.xml" Id="R1ee0fe547c174cab" /></Relationships>
</file>

<file path=ppt/slides/_rels/slide245.xml.rels>&#65279;<?xml version="1.0" encoding="utf-8"?><Relationships xmlns="http://schemas.openxmlformats.org/package/2006/relationships"><Relationship Type="http://schemas.openxmlformats.org/officeDocument/2006/relationships/image" Target="/ppt/media/image.png" Id="Ra703c1f0ca0b446b" /><Relationship Type="http://schemas.openxmlformats.org/officeDocument/2006/relationships/image" Target="/ppt/media/image3.png" Id="Rbcc3c62dc4564594" /><Relationship Type="http://schemas.openxmlformats.org/officeDocument/2006/relationships/notesSlide" Target="/ppt/notesSlides/notesSlide229.xml" Id="Rcc82f66df74d4759" /><Relationship Type="http://schemas.openxmlformats.org/officeDocument/2006/relationships/slideLayout" Target="/ppt/slideLayouts/slideLayout3.xml" Id="R928d012edd3f4204" /></Relationships>
</file>

<file path=ppt/slides/_rels/slide246.xml.rels>&#65279;<?xml version="1.0" encoding="utf-8"?><Relationships xmlns="http://schemas.openxmlformats.org/package/2006/relationships"><Relationship Type="http://schemas.openxmlformats.org/officeDocument/2006/relationships/image" Target="/ppt/media/image.png" Id="R7fd042042f454ffe" /><Relationship Type="http://schemas.openxmlformats.org/officeDocument/2006/relationships/image" Target="/ppt/media/image3.png" Id="Re5b4f5126fcd4e36" /><Relationship Type="http://schemas.openxmlformats.org/officeDocument/2006/relationships/notesSlide" Target="/ppt/notesSlides/notesSlide230.xml" Id="R6d3739171f8a40b0" /><Relationship Type="http://schemas.openxmlformats.org/officeDocument/2006/relationships/slideLayout" Target="/ppt/slideLayouts/slideLayout3.xml" Id="Rdc96dbba34d74ca0" /></Relationships>
</file>

<file path=ppt/slides/_rels/slide247.xml.rels>&#65279;<?xml version="1.0" encoding="utf-8"?><Relationships xmlns="http://schemas.openxmlformats.org/package/2006/relationships"><Relationship Type="http://schemas.openxmlformats.org/officeDocument/2006/relationships/image" Target="/ppt/media/image.png" Id="R9a9696bbed0e425f" /><Relationship Type="http://schemas.openxmlformats.org/officeDocument/2006/relationships/image" Target="/ppt/media/image3.png" Id="Rf6bfa78447b54fb0" /><Relationship Type="http://schemas.openxmlformats.org/officeDocument/2006/relationships/image" Target="/ppt/media/image5.png" Id="R00601a22722f4d04" /><Relationship Type="http://schemas.openxmlformats.org/officeDocument/2006/relationships/notesSlide" Target="/ppt/notesSlides/notesSlide231.xml" Id="Ree542ac044be4936" /><Relationship Type="http://schemas.openxmlformats.org/officeDocument/2006/relationships/slideLayout" Target="/ppt/slideLayouts/slideLayout3.xml" Id="R4c445c4c25794af1" /></Relationships>
</file>

<file path=ppt/slides/_rels/slide248.xml.rels>&#65279;<?xml version="1.0" encoding="utf-8"?><Relationships xmlns="http://schemas.openxmlformats.org/package/2006/relationships"><Relationship Type="http://schemas.openxmlformats.org/officeDocument/2006/relationships/image" Target="/ppt/media/image.png" Id="Rd74436fa4bd7453d" /><Relationship Type="http://schemas.openxmlformats.org/officeDocument/2006/relationships/image" Target="/ppt/media/image3.png" Id="Rbcce0500c9354249" /><Relationship Type="http://schemas.openxmlformats.org/officeDocument/2006/relationships/image" Target="/ppt/media/image5.png" Id="R456f5d79631f431b" /><Relationship Type="http://schemas.openxmlformats.org/officeDocument/2006/relationships/notesSlide" Target="/ppt/notesSlides/notesSlide232.xml" Id="Rfefac5cb1b884ed4" /><Relationship Type="http://schemas.openxmlformats.org/officeDocument/2006/relationships/slideLayout" Target="/ppt/slideLayouts/slideLayout3.xml" Id="R40ccdb5e76bb4df6" /></Relationships>
</file>

<file path=ppt/slides/_rels/slide249.xml.rels>&#65279;<?xml version="1.0" encoding="utf-8"?><Relationships xmlns="http://schemas.openxmlformats.org/package/2006/relationships"><Relationship Type="http://schemas.openxmlformats.org/officeDocument/2006/relationships/image" Target="/ppt/media/image.png" Id="R66171dc83557475a" /><Relationship Type="http://schemas.openxmlformats.org/officeDocument/2006/relationships/image" Target="/ppt/media/image3.png" Id="Rf99cf2ed0c50415d" /><Relationship Type="http://schemas.openxmlformats.org/officeDocument/2006/relationships/image" Target="/ppt/media/image5.png" Id="R9953c9afb2b34b77" /><Relationship Type="http://schemas.openxmlformats.org/officeDocument/2006/relationships/notesSlide" Target="/ppt/notesSlides/notesSlide233.xml" Id="Rce8a6d27f17744cf" /><Relationship Type="http://schemas.openxmlformats.org/officeDocument/2006/relationships/slideLayout" Target="/ppt/slideLayouts/slideLayout3.xml" Id="R233154eb64824cdb" /></Relationships>
</file>

<file path=ppt/slides/_rels/slide250.xml.rels>&#65279;<?xml version="1.0" encoding="utf-8"?><Relationships xmlns="http://schemas.openxmlformats.org/package/2006/relationships"><Relationship Type="http://schemas.openxmlformats.org/officeDocument/2006/relationships/image" Target="/ppt/media/image.png" Id="Re6bd5546bc854e4c" /><Relationship Type="http://schemas.openxmlformats.org/officeDocument/2006/relationships/image" Target="/ppt/media/image3.png" Id="Rb6a39a981108484b" /><Relationship Type="http://schemas.openxmlformats.org/officeDocument/2006/relationships/notesSlide" Target="/ppt/notesSlides/notesSlide234.xml" Id="Rbce15e9574684271" /><Relationship Type="http://schemas.openxmlformats.org/officeDocument/2006/relationships/slideLayout" Target="/ppt/slideLayouts/slideLayout3.xml" Id="R8fd8b54242df48ba" /></Relationships>
</file>

<file path=ppt/slides/_rels/slide251.xml.rels>&#65279;<?xml version="1.0" encoding="utf-8"?><Relationships xmlns="http://schemas.openxmlformats.org/package/2006/relationships"><Relationship Type="http://schemas.openxmlformats.org/officeDocument/2006/relationships/image" Target="/ppt/media/image.png" Id="R584c75096e594cb5" /><Relationship Type="http://schemas.openxmlformats.org/officeDocument/2006/relationships/image" Target="/ppt/media/image3.png" Id="R0eaaaf4fd1d24026" /><Relationship Type="http://schemas.openxmlformats.org/officeDocument/2006/relationships/image" Target="/ppt/media/image104.png" Id="R55aeb83f67af4658" /><Relationship Type="http://schemas.openxmlformats.org/officeDocument/2006/relationships/notesSlide" Target="/ppt/notesSlides/notesSlide235.xml" Id="Rf37284d904a944f7" /><Relationship Type="http://schemas.openxmlformats.org/officeDocument/2006/relationships/slideLayout" Target="/ppt/slideLayouts/slideLayout3.xml" Id="Rc82de9c02cc2452b" /></Relationships>
</file>

<file path=ppt/slides/_rels/slide252.xml.rels>&#65279;<?xml version="1.0" encoding="utf-8"?><Relationships xmlns="http://schemas.openxmlformats.org/package/2006/relationships"><Relationship Type="http://schemas.openxmlformats.org/officeDocument/2006/relationships/image" Target="/ppt/media/image.png" Id="Rc41a2bca4ec24773" /><Relationship Type="http://schemas.openxmlformats.org/officeDocument/2006/relationships/image" Target="/ppt/media/image3.png" Id="Rbfc3c2ced8bd48e7" /><Relationship Type="http://schemas.openxmlformats.org/officeDocument/2006/relationships/image" Target="/ppt/media/image105.png" Id="R2860c77342c64ef3" /><Relationship Type="http://schemas.openxmlformats.org/officeDocument/2006/relationships/notesSlide" Target="/ppt/notesSlides/notesSlide236.xml" Id="R2da066fa48864468" /><Relationship Type="http://schemas.openxmlformats.org/officeDocument/2006/relationships/slideLayout" Target="/ppt/slideLayouts/slideLayout3.xml" Id="Rffcaba4cfe064eea" /></Relationships>
</file>

<file path=ppt/slides/_rels/slide253.xml.rels>&#65279;<?xml version="1.0" encoding="utf-8"?><Relationships xmlns="http://schemas.openxmlformats.org/package/2006/relationships"><Relationship Type="http://schemas.openxmlformats.org/officeDocument/2006/relationships/image" Target="/ppt/media/image.png" Id="Rba7b9020ffd74faa" /><Relationship Type="http://schemas.openxmlformats.org/officeDocument/2006/relationships/image" Target="/ppt/media/image3.png" Id="R9ae88ec117064485" /><Relationship Type="http://schemas.openxmlformats.org/officeDocument/2006/relationships/notesSlide" Target="/ppt/notesSlides/notesSlide237.xml" Id="R1fca9cc955cd468f" /><Relationship Type="http://schemas.openxmlformats.org/officeDocument/2006/relationships/slideLayout" Target="/ppt/slideLayouts/slideLayout3.xml" Id="Rf6aa3cfd2f5744ce" /></Relationships>
</file>

<file path=ppt/slides/_rels/slide254.xml.rels>&#65279;<?xml version="1.0" encoding="utf-8"?><Relationships xmlns="http://schemas.openxmlformats.org/package/2006/relationships"><Relationship Type="http://schemas.openxmlformats.org/officeDocument/2006/relationships/image" Target="/ppt/media/image.png" Id="R0bd79576a1c04709" /><Relationship Type="http://schemas.openxmlformats.org/officeDocument/2006/relationships/image" Target="/ppt/media/image3.png" Id="R3a7bdff44f0c4f02" /><Relationship Type="http://schemas.openxmlformats.org/officeDocument/2006/relationships/image" Target="/ppt/media/image106.png" Id="R9a5f88d86768422d" /><Relationship Type="http://schemas.openxmlformats.org/officeDocument/2006/relationships/image" Target="/ppt/media/image107.png" Id="R6ad19cb761a649cf" /><Relationship Type="http://schemas.openxmlformats.org/officeDocument/2006/relationships/notesSlide" Target="/ppt/notesSlides/notesSlide238.xml" Id="R3c347acfe5d74539" /><Relationship Type="http://schemas.openxmlformats.org/officeDocument/2006/relationships/slideLayout" Target="/ppt/slideLayouts/slideLayout3.xml" Id="R27e8ebb6a8274a3e" /><Relationship Type="http://schemas.openxmlformats.org/officeDocument/2006/relationships/hyperlink" Target="https://onlinegdb.com/W0xVdCg1n" TargetMode="External" Id="rcIdf38c44a170204f96" /></Relationships>
</file>

<file path=ppt/slides/_rels/slide255.xml.rels>&#65279;<?xml version="1.0" encoding="utf-8"?><Relationships xmlns="http://schemas.openxmlformats.org/package/2006/relationships"><Relationship Type="http://schemas.openxmlformats.org/officeDocument/2006/relationships/image" Target="/ppt/media/image.png" Id="Rbcc90f3de17b4bbc" /><Relationship Type="http://schemas.openxmlformats.org/officeDocument/2006/relationships/image" Target="/ppt/media/image3.png" Id="R4163ccc1b4cb49c5" /><Relationship Type="http://schemas.openxmlformats.org/officeDocument/2006/relationships/notesSlide" Target="/ppt/notesSlides/notesSlide239.xml" Id="Rd49edef231c54ac7" /><Relationship Type="http://schemas.openxmlformats.org/officeDocument/2006/relationships/slideLayout" Target="/ppt/slideLayouts/slideLayout3.xml" Id="Rbca4556bf5ef428b" /></Relationships>
</file>

<file path=ppt/slides/_rels/slide256.xml.rels>&#65279;<?xml version="1.0" encoding="utf-8"?><Relationships xmlns="http://schemas.openxmlformats.org/package/2006/relationships"><Relationship Type="http://schemas.openxmlformats.org/officeDocument/2006/relationships/image" Target="/ppt/media/image.png" Id="Rc59766c67d4343e4" /><Relationship Type="http://schemas.openxmlformats.org/officeDocument/2006/relationships/image" Target="/ppt/media/image3.png" Id="Rf0113b10fc06447f" /><Relationship Type="http://schemas.openxmlformats.org/officeDocument/2006/relationships/image" Target="/ppt/media/image108.png" Id="Rfdca19aa359f41e9" /><Relationship Type="http://schemas.openxmlformats.org/officeDocument/2006/relationships/notesSlide" Target="/ppt/notesSlides/notesSlide240.xml" Id="R7c8cbada619b4ad4" /><Relationship Type="http://schemas.openxmlformats.org/officeDocument/2006/relationships/slideLayout" Target="/ppt/slideLayouts/slideLayout3.xml" Id="Rb6161e7d31ce4fac" /></Relationships>
</file>

<file path=ppt/slides/_rels/slide257.xml.rels>&#65279;<?xml version="1.0" encoding="utf-8"?><Relationships xmlns="http://schemas.openxmlformats.org/package/2006/relationships"><Relationship Type="http://schemas.openxmlformats.org/officeDocument/2006/relationships/image" Target="/ppt/media/image.png" Id="R39b8d5e17b074493" /><Relationship Type="http://schemas.openxmlformats.org/officeDocument/2006/relationships/image" Target="/ppt/media/image3.png" Id="Re08a1cebf0be4465" /><Relationship Type="http://schemas.openxmlformats.org/officeDocument/2006/relationships/notesSlide" Target="/ppt/notesSlides/notesSlide241.xml" Id="R1fd7b9086c4a4670" /><Relationship Type="http://schemas.openxmlformats.org/officeDocument/2006/relationships/slideLayout" Target="/ppt/slideLayouts/slideLayout3.xml" Id="Rdd6223d938974c42" /></Relationships>
</file>

<file path=ppt/slides/_rels/slide258.xml.rels>&#65279;<?xml version="1.0" encoding="utf-8"?><Relationships xmlns="http://schemas.openxmlformats.org/package/2006/relationships"><Relationship Type="http://schemas.openxmlformats.org/officeDocument/2006/relationships/image" Target="/ppt/media/image.png" Id="Rd649e33b08594050" /><Relationship Type="http://schemas.openxmlformats.org/officeDocument/2006/relationships/image" Target="/ppt/media/image3.png" Id="Raed4dad9e1f3499d" /><Relationship Type="http://schemas.openxmlformats.org/officeDocument/2006/relationships/notesSlide" Target="/ppt/notesSlides/notesSlide242.xml" Id="R1a179acaca94409e" /><Relationship Type="http://schemas.openxmlformats.org/officeDocument/2006/relationships/slideLayout" Target="/ppt/slideLayouts/slideLayout3.xml" Id="R78ae9bf4bf3f43e5" /></Relationships>
</file>

<file path=ppt/slides/_rels/slide259.xml.rels>&#65279;<?xml version="1.0" encoding="utf-8"?><Relationships xmlns="http://schemas.openxmlformats.org/package/2006/relationships"><Relationship Type="http://schemas.openxmlformats.org/officeDocument/2006/relationships/image" Target="/ppt/media/image.png" Id="Rf410a960fb4c4654" /><Relationship Type="http://schemas.openxmlformats.org/officeDocument/2006/relationships/image" Target="/ppt/media/image3.png" Id="Rf19b36457f12403f" /><Relationship Type="http://schemas.openxmlformats.org/officeDocument/2006/relationships/image" Target="/ppt/media/image109.png" Id="Re0d3a10470e943eb" /><Relationship Type="http://schemas.openxmlformats.org/officeDocument/2006/relationships/notesSlide" Target="/ppt/notesSlides/notesSlide243.xml" Id="R7209af1ec7494668" /><Relationship Type="http://schemas.openxmlformats.org/officeDocument/2006/relationships/slideLayout" Target="/ppt/slideLayouts/slideLayout3.xml" Id="R00b57ca7ec1c4e23" /></Relationships>
</file>

<file path=ppt/slides/_rels/slide260.xml.rels>&#65279;<?xml version="1.0" encoding="utf-8"?><Relationships xmlns="http://schemas.openxmlformats.org/package/2006/relationships"><Relationship Type="http://schemas.openxmlformats.org/officeDocument/2006/relationships/image" Target="/ppt/media/image.png" Id="Rd3f91cd4cdf34330" /><Relationship Type="http://schemas.openxmlformats.org/officeDocument/2006/relationships/image" Target="/ppt/media/image3.png" Id="R12103cbabf6e4a83" /><Relationship Type="http://schemas.openxmlformats.org/officeDocument/2006/relationships/notesSlide" Target="/ppt/notesSlides/notesSlide244.xml" Id="Re35dfd695cf04665" /><Relationship Type="http://schemas.openxmlformats.org/officeDocument/2006/relationships/slideLayout" Target="/ppt/slideLayouts/slideLayout3.xml" Id="R241f6b2261ac4d90" /></Relationships>
</file>

<file path=ppt/slides/_rels/slide261.xml.rels>&#65279;<?xml version="1.0" encoding="utf-8"?><Relationships xmlns="http://schemas.openxmlformats.org/package/2006/relationships"><Relationship Type="http://schemas.openxmlformats.org/officeDocument/2006/relationships/image" Target="/ppt/media/image.png" Id="R8925b19f77bd45aa" /><Relationship Type="http://schemas.openxmlformats.org/officeDocument/2006/relationships/image" Target="/ppt/media/image3.png" Id="R2706f9857e7d4244" /><Relationship Type="http://schemas.openxmlformats.org/officeDocument/2006/relationships/notesSlide" Target="/ppt/notesSlides/notesSlide245.xml" Id="Ra25950ff4aeb4a34" /><Relationship Type="http://schemas.openxmlformats.org/officeDocument/2006/relationships/slideLayout" Target="/ppt/slideLayouts/slideLayout3.xml" Id="R4ab0df3e0e7948c9" /></Relationships>
</file>

<file path=ppt/slides/_rels/slide262.xml.rels>&#65279;<?xml version="1.0" encoding="utf-8"?><Relationships xmlns="http://schemas.openxmlformats.org/package/2006/relationships"><Relationship Type="http://schemas.openxmlformats.org/officeDocument/2006/relationships/image" Target="/ppt/media/image.png" Id="R2f370ba5ff134adf" /><Relationship Type="http://schemas.openxmlformats.org/officeDocument/2006/relationships/image" Target="/ppt/media/image3.png" Id="Rd841cb6af0a040fc" /><Relationship Type="http://schemas.openxmlformats.org/officeDocument/2006/relationships/image" Target="/ppt/media/image110.png" Id="R7b4e4e70237f41bf" /><Relationship Type="http://schemas.openxmlformats.org/officeDocument/2006/relationships/notesSlide" Target="/ppt/notesSlides/notesSlide246.xml" Id="R524e26ffad5d4cbd" /><Relationship Type="http://schemas.openxmlformats.org/officeDocument/2006/relationships/slideLayout" Target="/ppt/slideLayouts/slideLayout3.xml" Id="R0ef00fd1410146ed" /></Relationships>
</file>

<file path=ppt/slides/_rels/slide263.xml.rels>&#65279;<?xml version="1.0" encoding="utf-8"?><Relationships xmlns="http://schemas.openxmlformats.org/package/2006/relationships"><Relationship Type="http://schemas.openxmlformats.org/officeDocument/2006/relationships/image" Target="/ppt/media/image.png" Id="R50ad63aeef254e93" /><Relationship Type="http://schemas.openxmlformats.org/officeDocument/2006/relationships/image" Target="/ppt/media/image3.png" Id="R903332eb8fa94008" /><Relationship Type="http://schemas.openxmlformats.org/officeDocument/2006/relationships/notesSlide" Target="/ppt/notesSlides/notesSlide247.xml" Id="R50f21c988ec54177" /><Relationship Type="http://schemas.openxmlformats.org/officeDocument/2006/relationships/slideLayout" Target="/ppt/slideLayouts/slideLayout3.xml" Id="R96d6c9abac924040" /></Relationships>
</file>

<file path=ppt/slides/_rels/slide264.xml.rels>&#65279;<?xml version="1.0" encoding="utf-8"?><Relationships xmlns="http://schemas.openxmlformats.org/package/2006/relationships"><Relationship Type="http://schemas.openxmlformats.org/officeDocument/2006/relationships/image" Target="/ppt/media/image.png" Id="R3599c02a0d904c30" /><Relationship Type="http://schemas.openxmlformats.org/officeDocument/2006/relationships/image" Target="/ppt/media/image3.png" Id="Rfb44ed11304f452e" /><Relationship Type="http://schemas.openxmlformats.org/officeDocument/2006/relationships/notesSlide" Target="/ppt/notesSlides/notesSlide248.xml" Id="Rd1950313e59c4a67" /><Relationship Type="http://schemas.openxmlformats.org/officeDocument/2006/relationships/slideLayout" Target="/ppt/slideLayouts/slideLayout3.xml" Id="R6ff3215e2f9741d1" /></Relationships>
</file>

<file path=ppt/slides/_rels/slide265.xml.rels>&#65279;<?xml version="1.0" encoding="utf-8"?><Relationships xmlns="http://schemas.openxmlformats.org/package/2006/relationships"><Relationship Type="http://schemas.openxmlformats.org/officeDocument/2006/relationships/image" Target="/ppt/media/image.png" Id="R8b281b345dbb49d5" /><Relationship Type="http://schemas.openxmlformats.org/officeDocument/2006/relationships/image" Target="/ppt/media/image3.png" Id="R74d773986e4444e5" /><Relationship Type="http://schemas.openxmlformats.org/officeDocument/2006/relationships/notesSlide" Target="/ppt/notesSlides/notesSlide249.xml" Id="R4dc467eff49d4540" /><Relationship Type="http://schemas.openxmlformats.org/officeDocument/2006/relationships/slideLayout" Target="/ppt/slideLayouts/slideLayout3.xml" Id="R6f8289abb16e43cd" /></Relationships>
</file>

<file path=ppt/slides/_rels/slide266.xml.rels>&#65279;<?xml version="1.0" encoding="utf-8"?><Relationships xmlns="http://schemas.openxmlformats.org/package/2006/relationships"><Relationship Type="http://schemas.openxmlformats.org/officeDocument/2006/relationships/image" Target="/ppt/media/image.png" Id="R691e14e520ca4e17" /><Relationship Type="http://schemas.openxmlformats.org/officeDocument/2006/relationships/image" Target="/ppt/media/image3.png" Id="R9a2e472b2c8b4327" /><Relationship Type="http://schemas.openxmlformats.org/officeDocument/2006/relationships/image" Target="/ppt/media/image111.png" Id="R075ab3d546b047b9" /><Relationship Type="http://schemas.openxmlformats.org/officeDocument/2006/relationships/notesSlide" Target="/ppt/notesSlides/notesSlide250.xml" Id="R1f28a342fd06424b" /><Relationship Type="http://schemas.openxmlformats.org/officeDocument/2006/relationships/slideLayout" Target="/ppt/slideLayouts/slideLayout3.xml" Id="R84c07a73ce484fec" /></Relationships>
</file>

<file path=ppt/slides/_rels/slide267.xml.rels>&#65279;<?xml version="1.0" encoding="utf-8"?><Relationships xmlns="http://schemas.openxmlformats.org/package/2006/relationships"><Relationship Type="http://schemas.openxmlformats.org/officeDocument/2006/relationships/image" Target="/ppt/media/image.png" Id="R2be2abb38eb341b2" /><Relationship Type="http://schemas.openxmlformats.org/officeDocument/2006/relationships/image" Target="/ppt/media/image3.png" Id="R801e66bdfc1e46ed" /><Relationship Type="http://schemas.openxmlformats.org/officeDocument/2006/relationships/notesSlide" Target="/ppt/notesSlides/notesSlide251.xml" Id="R7d73638490f14c13" /><Relationship Type="http://schemas.openxmlformats.org/officeDocument/2006/relationships/slideLayout" Target="/ppt/slideLayouts/slideLayout3.xml" Id="R8d62638d74b84e9f" /></Relationships>
</file>

<file path=ppt/slides/_rels/slide268.xml.rels>&#65279;<?xml version="1.0" encoding="utf-8"?><Relationships xmlns="http://schemas.openxmlformats.org/package/2006/relationships"><Relationship Type="http://schemas.openxmlformats.org/officeDocument/2006/relationships/image" Target="/ppt/media/image.png" Id="R1d6a9c4a01db47b0" /><Relationship Type="http://schemas.openxmlformats.org/officeDocument/2006/relationships/image" Target="/ppt/media/image3.png" Id="Rbd3cde4e4c0a48b7" /><Relationship Type="http://schemas.openxmlformats.org/officeDocument/2006/relationships/notesSlide" Target="/ppt/notesSlides/notesSlide252.xml" Id="Ra5bb18f182494832" /><Relationship Type="http://schemas.openxmlformats.org/officeDocument/2006/relationships/slideLayout" Target="/ppt/slideLayouts/slideLayout3.xml" Id="R9f065553d0734dc9" /></Relationships>
</file>

<file path=ppt/slides/_rels/slide269.xml.rels>&#65279;<?xml version="1.0" encoding="utf-8"?><Relationships xmlns="http://schemas.openxmlformats.org/package/2006/relationships"><Relationship Type="http://schemas.openxmlformats.org/officeDocument/2006/relationships/image" Target="/ppt/media/image.png" Id="R474361fff5b44753" /><Relationship Type="http://schemas.openxmlformats.org/officeDocument/2006/relationships/image" Target="/ppt/media/image3.png" Id="Rfa0fb8c2d4594eaa" /><Relationship Type="http://schemas.openxmlformats.org/officeDocument/2006/relationships/image" Target="/ppt/media/image112.png" Id="R0213f216bd834b02" /><Relationship Type="http://schemas.openxmlformats.org/officeDocument/2006/relationships/notesSlide" Target="/ppt/notesSlides/notesSlide253.xml" Id="R88dd03dd93404a67" /><Relationship Type="http://schemas.openxmlformats.org/officeDocument/2006/relationships/slideLayout" Target="/ppt/slideLayouts/slideLayout3.xml" Id="R605fb4db01104404" /></Relationships>
</file>

<file path=ppt/slides/_rels/slide270.xml.rels>&#65279;<?xml version="1.0" encoding="utf-8"?><Relationships xmlns="http://schemas.openxmlformats.org/package/2006/relationships"><Relationship Type="http://schemas.openxmlformats.org/officeDocument/2006/relationships/image" Target="/ppt/media/image.png" Id="R3ef9c0df282f4f99" /><Relationship Type="http://schemas.openxmlformats.org/officeDocument/2006/relationships/image" Target="/ppt/media/image3.png" Id="R39bbd633ebde48c5" /><Relationship Type="http://schemas.openxmlformats.org/officeDocument/2006/relationships/notesSlide" Target="/ppt/notesSlides/notesSlide254.xml" Id="Rcc6694c715ef4205" /><Relationship Type="http://schemas.openxmlformats.org/officeDocument/2006/relationships/slideLayout" Target="/ppt/slideLayouts/slideLayout3.xml" Id="R58f71009f95d4482" /></Relationships>
</file>

<file path=ppt/slides/_rels/slide271.xml.rels>&#65279;<?xml version="1.0" encoding="utf-8"?><Relationships xmlns="http://schemas.openxmlformats.org/package/2006/relationships"><Relationship Type="http://schemas.openxmlformats.org/officeDocument/2006/relationships/image" Target="/ppt/media/image.png" Id="R35a4d1dd9e794cee" /><Relationship Type="http://schemas.openxmlformats.org/officeDocument/2006/relationships/image" Target="/ppt/media/image3.png" Id="Rb7976cb8bc6a4ec3" /><Relationship Type="http://schemas.openxmlformats.org/officeDocument/2006/relationships/notesSlide" Target="/ppt/notesSlides/notesSlide255.xml" Id="R3f6a6c88c42b43ff" /><Relationship Type="http://schemas.openxmlformats.org/officeDocument/2006/relationships/slideLayout" Target="/ppt/slideLayouts/slideLayout3.xml" Id="R7238af2e1ee843a3" /></Relationships>
</file>

<file path=ppt/slides/_rels/slide272.xml.rels>&#65279;<?xml version="1.0" encoding="utf-8"?><Relationships xmlns="http://schemas.openxmlformats.org/package/2006/relationships"><Relationship Type="http://schemas.openxmlformats.org/officeDocument/2006/relationships/image" Target="/ppt/media/image.png" Id="R42a1ab713f4c43d3" /><Relationship Type="http://schemas.openxmlformats.org/officeDocument/2006/relationships/image" Target="/ppt/media/image3.png" Id="R75bee60af1bc4e69" /><Relationship Type="http://schemas.openxmlformats.org/officeDocument/2006/relationships/image" Target="/ppt/media/image113.png" Id="Rcd6c1b713fbf48bc" /><Relationship Type="http://schemas.openxmlformats.org/officeDocument/2006/relationships/notesSlide" Target="/ppt/notesSlides/notesSlide256.xml" Id="Rd57f8b2c8332484c" /><Relationship Type="http://schemas.openxmlformats.org/officeDocument/2006/relationships/slideLayout" Target="/ppt/slideLayouts/slideLayout3.xml" Id="Rdc2bf053473d41b8" /></Relationships>
</file>

<file path=ppt/slides/_rels/slide273.xml.rels>&#65279;<?xml version="1.0" encoding="utf-8"?><Relationships xmlns="http://schemas.openxmlformats.org/package/2006/relationships"><Relationship Type="http://schemas.openxmlformats.org/officeDocument/2006/relationships/image" Target="/ppt/media/image.png" Id="R1dab78d0aa34418c" /><Relationship Type="http://schemas.openxmlformats.org/officeDocument/2006/relationships/image" Target="/ppt/media/image3.png" Id="R8eb2f4f135534573" /><Relationship Type="http://schemas.openxmlformats.org/officeDocument/2006/relationships/notesSlide" Target="/ppt/notesSlides/notesSlide257.xml" Id="Rb536b04deec74dd8" /><Relationship Type="http://schemas.openxmlformats.org/officeDocument/2006/relationships/slideLayout" Target="/ppt/slideLayouts/slideLayout3.xml" Id="Rb85e58cd60c34149" /></Relationships>
</file>

<file path=ppt/slides/_rels/slide274.xml.rels>&#65279;<?xml version="1.0" encoding="utf-8"?><Relationships xmlns="http://schemas.openxmlformats.org/package/2006/relationships"><Relationship Type="http://schemas.openxmlformats.org/officeDocument/2006/relationships/image" Target="/ppt/media/image.png" Id="Re0bae459475f4da0" /><Relationship Type="http://schemas.openxmlformats.org/officeDocument/2006/relationships/image" Target="/ppt/media/image3.png" Id="Rb1c0dda4b739453d" /><Relationship Type="http://schemas.openxmlformats.org/officeDocument/2006/relationships/notesSlide" Target="/ppt/notesSlides/notesSlide258.xml" Id="R79b3d81d507047cc" /><Relationship Type="http://schemas.openxmlformats.org/officeDocument/2006/relationships/slideLayout" Target="/ppt/slideLayouts/slideLayout3.xml" Id="R250aaeb5d6c040c3" /><Relationship Type="http://schemas.openxmlformats.org/officeDocument/2006/relationships/hyperlink" Target="https://onlinegdb.com/CDlrmZCMK9" TargetMode="External" Id="rcIdda61fc12a2764b04" /></Relationships>
</file>

<file path=ppt/slides/_rels/slide275.xml.rels>&#65279;<?xml version="1.0" encoding="utf-8"?><Relationships xmlns="http://schemas.openxmlformats.org/package/2006/relationships"><Relationship Type="http://schemas.openxmlformats.org/officeDocument/2006/relationships/image" Target="/ppt/media/image.png" Id="R8e119797984d4eb6" /><Relationship Type="http://schemas.openxmlformats.org/officeDocument/2006/relationships/image" Target="/ppt/media/image3.png" Id="Ref389b2749474ebd" /><Relationship Type="http://schemas.openxmlformats.org/officeDocument/2006/relationships/notesSlide" Target="/ppt/notesSlides/notesSlide259.xml" Id="R4d8630f1c24f49a8" /><Relationship Type="http://schemas.openxmlformats.org/officeDocument/2006/relationships/slideLayout" Target="/ppt/slideLayouts/slideLayout3.xml" Id="R4c22c8c691604218" /></Relationships>
</file>

<file path=ppt/slides/_rels/slide276.xml.rels>&#65279;<?xml version="1.0" encoding="utf-8"?><Relationships xmlns="http://schemas.openxmlformats.org/package/2006/relationships"><Relationship Type="http://schemas.openxmlformats.org/officeDocument/2006/relationships/image" Target="/ppt/media/image.png" Id="R4b92e5013c8c4254" /><Relationship Type="http://schemas.openxmlformats.org/officeDocument/2006/relationships/image" Target="/ppt/media/image3.png" Id="R5580b29310fe4712" /><Relationship Type="http://schemas.openxmlformats.org/officeDocument/2006/relationships/image" Target="/ppt/media/image114.png" Id="R9fdf47ad20e1471b" /><Relationship Type="http://schemas.openxmlformats.org/officeDocument/2006/relationships/notesSlide" Target="/ppt/notesSlides/notesSlide260.xml" Id="R766937ff0a184fdf" /><Relationship Type="http://schemas.openxmlformats.org/officeDocument/2006/relationships/slideLayout" Target="/ppt/slideLayouts/slideLayout3.xml" Id="R0484e86646764545" /></Relationships>
</file>

<file path=ppt/slides/_rels/slide277.xml.rels>&#65279;<?xml version="1.0" encoding="utf-8"?><Relationships xmlns="http://schemas.openxmlformats.org/package/2006/relationships"><Relationship Type="http://schemas.openxmlformats.org/officeDocument/2006/relationships/image" Target="/ppt/media/image.png" Id="Rcde4b4ec71b34ea6" /><Relationship Type="http://schemas.openxmlformats.org/officeDocument/2006/relationships/image" Target="/ppt/media/image3.png" Id="R12d22fe4aa244d96" /><Relationship Type="http://schemas.openxmlformats.org/officeDocument/2006/relationships/notesSlide" Target="/ppt/notesSlides/notesSlide261.xml" Id="R0e70cbe710934ba6" /><Relationship Type="http://schemas.openxmlformats.org/officeDocument/2006/relationships/slideLayout" Target="/ppt/slideLayouts/slideLayout3.xml" Id="R486b89c266b14190" /></Relationships>
</file>

<file path=ppt/slides/_rels/slide278.xml.rels>&#65279;<?xml version="1.0" encoding="utf-8"?><Relationships xmlns="http://schemas.openxmlformats.org/package/2006/relationships"><Relationship Type="http://schemas.openxmlformats.org/officeDocument/2006/relationships/image" Target="/ppt/media/image.png" Id="Rc5155775d9674d55" /><Relationship Type="http://schemas.openxmlformats.org/officeDocument/2006/relationships/image" Target="/ppt/media/image3.png" Id="R9877e60388024a66" /><Relationship Type="http://schemas.openxmlformats.org/officeDocument/2006/relationships/notesSlide" Target="/ppt/notesSlides/notesSlide262.xml" Id="R69974db0c991436f" /><Relationship Type="http://schemas.openxmlformats.org/officeDocument/2006/relationships/slideLayout" Target="/ppt/slideLayouts/slideLayout3.xml" Id="R045593305c3e455c" /></Relationships>
</file>

<file path=ppt/slides/_rels/slide279.xml.rels>&#65279;<?xml version="1.0" encoding="utf-8"?><Relationships xmlns="http://schemas.openxmlformats.org/package/2006/relationships"><Relationship Type="http://schemas.openxmlformats.org/officeDocument/2006/relationships/image" Target="/ppt/media/image.png" Id="R5473c83c791647a2" /><Relationship Type="http://schemas.openxmlformats.org/officeDocument/2006/relationships/image" Target="/ppt/media/image3.png" Id="Rb81775872c9e45cc" /><Relationship Type="http://schemas.openxmlformats.org/officeDocument/2006/relationships/image" Target="/ppt/media/image5.png" Id="R6ccea8700ec44adb" /><Relationship Type="http://schemas.openxmlformats.org/officeDocument/2006/relationships/notesSlide" Target="/ppt/notesSlides/notesSlide263.xml" Id="Rf004b834377c4abf" /><Relationship Type="http://schemas.openxmlformats.org/officeDocument/2006/relationships/slideLayout" Target="/ppt/slideLayouts/slideLayout3.xml" Id="Rb0841656fc694717" /></Relationships>
</file>

<file path=ppt/slides/_rels/slide280.xml.rels>&#65279;<?xml version="1.0" encoding="utf-8"?><Relationships xmlns="http://schemas.openxmlformats.org/package/2006/relationships"><Relationship Type="http://schemas.openxmlformats.org/officeDocument/2006/relationships/image" Target="/ppt/media/image.png" Id="Rfbd33d1b48ad4762" /><Relationship Type="http://schemas.openxmlformats.org/officeDocument/2006/relationships/image" Target="/ppt/media/image3.png" Id="R74dbf0e03cc84e13" /><Relationship Type="http://schemas.openxmlformats.org/officeDocument/2006/relationships/notesSlide" Target="/ppt/notesSlides/notesSlide264.xml" Id="Rb999f241bf0b48ed" /><Relationship Type="http://schemas.openxmlformats.org/officeDocument/2006/relationships/slideLayout" Target="/ppt/slideLayouts/slideLayout3.xml" Id="Rb42187e0cc9743d5" /><Relationship Type="http://schemas.openxmlformats.org/officeDocument/2006/relationships/hyperlink" Target="https://www.geeksforgeeks.org/linked-list-set-1-introduction/" TargetMode="External" Id="rcIdfdb02605cfa44a4f" /><Relationship Type="http://schemas.openxmlformats.org/officeDocument/2006/relationships/hyperlink" Target="https://www.geeksforgeeks.org/linked-list-set-2-inserting-a-node/" TargetMode="External" Id="rcIde3725c15ffcd484a" /><Relationship Type="http://schemas.openxmlformats.org/officeDocument/2006/relationships/hyperlink" Target="https://www.tutorialspoint.com/data_structures_algorithms/linked_list_algorithms.htm" TargetMode="External" Id="rcIdbabc568da2e447fa" /><Relationship Type="http://schemas.openxmlformats.org/officeDocument/2006/relationships/hyperlink" Target="https://www.programiz.com/dsa/linked-list" TargetMode="External" Id="rcId677ff3c091324c55" /><Relationship Type="http://schemas.openxmlformats.org/officeDocument/2006/relationships/hyperlink" Target="https://ocw.mit.edu/" TargetMode="External" Id="rcId5bc7273d302d4fe5" /></Relationships>
</file>

<file path=ppt/slides/_rels/slide281.xml.rels>&#65279;<?xml version="1.0" encoding="utf-8"?><Relationships xmlns="http://schemas.openxmlformats.org/package/2006/relationships"><Relationship Type="http://schemas.openxmlformats.org/officeDocument/2006/relationships/image" Target="/ppt/media/image.png" Id="Reda4eb9b77414668" /><Relationship Type="http://schemas.openxmlformats.org/officeDocument/2006/relationships/image" Target="/ppt/media/image3.png" Id="R533dcae121904a6a" /><Relationship Type="http://schemas.openxmlformats.org/officeDocument/2006/relationships/slideLayout" Target="/ppt/slideLayouts/slideLayout3.xml" Id="Rb4476b5626094f57" /></Relationships>
</file>

<file path=ppt/slides/_rels/slide282.xml.rels>&#65279;<?xml version="1.0" encoding="utf-8"?><Relationships xmlns="http://schemas.openxmlformats.org/package/2006/relationships"><Relationship Type="http://schemas.openxmlformats.org/officeDocument/2006/relationships/image" Target="/ppt/media/image.png" Id="R98a8f174e3e44b4b" /><Relationship Type="http://schemas.openxmlformats.org/officeDocument/2006/relationships/image" Target="/ppt/media/image2.png" Id="R32b99a6413514834" /><Relationship Type="http://schemas.openxmlformats.org/officeDocument/2006/relationships/slideLayout" Target="/ppt/slideLayouts/slideLayout4.xml" Id="R197620705b324532" /></Relationships>
</file>

<file path=ppt/slides/_rels/slide283.xml.rels>&#65279;<?xml version="1.0" encoding="utf-8"?><Relationships xmlns="http://schemas.openxmlformats.org/package/2006/relationships"><Relationship Type="http://schemas.openxmlformats.org/officeDocument/2006/relationships/image" Target="/ppt/media/image.png" Id="R22a1d0c3ec8f4437" /><Relationship Type="http://schemas.openxmlformats.org/officeDocument/2006/relationships/image" Target="/ppt/media/image3.png" Id="R3d9f6f0c50724ee6" /><Relationship Type="http://schemas.openxmlformats.org/officeDocument/2006/relationships/notesSlide" Target="/ppt/notesSlides/notesSlide265.xml" Id="R7981049ad4df4061" /><Relationship Type="http://schemas.openxmlformats.org/officeDocument/2006/relationships/slideLayout" Target="/ppt/slideLayouts/slideLayout3.xml" Id="Ra974be2d079642fa" /></Relationships>
</file>

<file path=ppt/slides/_rels/slide284.xml.rels>&#65279;<?xml version="1.0" encoding="utf-8"?><Relationships xmlns="http://schemas.openxmlformats.org/package/2006/relationships"><Relationship Type="http://schemas.openxmlformats.org/officeDocument/2006/relationships/image" Target="/ppt/media/image.png" Id="R2bbce185e309477b" /><Relationship Type="http://schemas.openxmlformats.org/officeDocument/2006/relationships/image" Target="/ppt/media/image3.png" Id="R9f486f0db3c04e97" /><Relationship Type="http://schemas.openxmlformats.org/officeDocument/2006/relationships/notesSlide" Target="/ppt/notesSlides/notesSlide266.xml" Id="Rc330841f722741d3" /><Relationship Type="http://schemas.openxmlformats.org/officeDocument/2006/relationships/slideLayout" Target="/ppt/slideLayouts/slideLayout3.xml" Id="R469ea16a5b694abe" /></Relationships>
</file>

<file path=ppt/slides/_rels/slide285.xml.rels>&#65279;<?xml version="1.0" encoding="utf-8"?><Relationships xmlns="http://schemas.openxmlformats.org/package/2006/relationships"><Relationship Type="http://schemas.openxmlformats.org/officeDocument/2006/relationships/image" Target="/ppt/media/image.png" Id="Reb792735daab41c1" /><Relationship Type="http://schemas.openxmlformats.org/officeDocument/2006/relationships/image" Target="/ppt/media/image3.png" Id="R19c24ea58d224ae7" /><Relationship Type="http://schemas.openxmlformats.org/officeDocument/2006/relationships/image" Target="/ppt/media/image5.png" Id="R760f3de757ee4672" /><Relationship Type="http://schemas.openxmlformats.org/officeDocument/2006/relationships/notesSlide" Target="/ppt/notesSlides/notesSlide267.xml" Id="R2d43a01042ea4eac" /><Relationship Type="http://schemas.openxmlformats.org/officeDocument/2006/relationships/slideLayout" Target="/ppt/slideLayouts/slideLayout3.xml" Id="R3cc10d6928da4b01" /></Relationships>
</file>

<file path=ppt/slides/_rels/slide286.xml.rels>&#65279;<?xml version="1.0" encoding="utf-8"?><Relationships xmlns="http://schemas.openxmlformats.org/package/2006/relationships"><Relationship Type="http://schemas.openxmlformats.org/officeDocument/2006/relationships/image" Target="/ppt/media/image.png" Id="R40c991724a344913" /><Relationship Type="http://schemas.openxmlformats.org/officeDocument/2006/relationships/image" Target="/ppt/media/image3.png" Id="R4a738887b37c4769" /><Relationship Type="http://schemas.openxmlformats.org/officeDocument/2006/relationships/image" Target="/ppt/media/image5.png" Id="R95246144d23e4cfd" /><Relationship Type="http://schemas.openxmlformats.org/officeDocument/2006/relationships/notesSlide" Target="/ppt/notesSlides/notesSlide268.xml" Id="Rc26646c71b574a96" /><Relationship Type="http://schemas.openxmlformats.org/officeDocument/2006/relationships/slideLayout" Target="/ppt/slideLayouts/slideLayout3.xml" Id="R3e7398ba47fa40f3" /></Relationships>
</file>

<file path=ppt/slides/_rels/slide287.xml.rels>&#65279;<?xml version="1.0" encoding="utf-8"?><Relationships xmlns="http://schemas.openxmlformats.org/package/2006/relationships"><Relationship Type="http://schemas.openxmlformats.org/officeDocument/2006/relationships/image" Target="/ppt/media/image.png" Id="R1e4ed3f70a3b45e0" /><Relationship Type="http://schemas.openxmlformats.org/officeDocument/2006/relationships/image" Target="/ppt/media/image3.png" Id="Rd2c4022163154761" /><Relationship Type="http://schemas.openxmlformats.org/officeDocument/2006/relationships/image" Target="/ppt/media/image5.png" Id="R319b08b3e03c4722" /><Relationship Type="http://schemas.openxmlformats.org/officeDocument/2006/relationships/notesSlide" Target="/ppt/notesSlides/notesSlide269.xml" Id="Rc298e317543249ae" /><Relationship Type="http://schemas.openxmlformats.org/officeDocument/2006/relationships/slideLayout" Target="/ppt/slideLayouts/slideLayout3.xml" Id="R9856f359f1e4484e" /></Relationships>
</file>

<file path=ppt/slides/_rels/slide288.xml.rels>&#65279;<?xml version="1.0" encoding="utf-8"?><Relationships xmlns="http://schemas.openxmlformats.org/package/2006/relationships"><Relationship Type="http://schemas.openxmlformats.org/officeDocument/2006/relationships/image" Target="/ppt/media/image.png" Id="Rfa1d36db93494de3" /><Relationship Type="http://schemas.openxmlformats.org/officeDocument/2006/relationships/image" Target="/ppt/media/image3.png" Id="Rdd575d731c4748d7" /><Relationship Type="http://schemas.openxmlformats.org/officeDocument/2006/relationships/image" Target="/ppt/media/image5.png" Id="R41cfbcc46cdc42cd" /><Relationship Type="http://schemas.openxmlformats.org/officeDocument/2006/relationships/notesSlide" Target="/ppt/notesSlides/notesSlide270.xml" Id="R9a0a7dae549f46fc" /><Relationship Type="http://schemas.openxmlformats.org/officeDocument/2006/relationships/slideLayout" Target="/ppt/slideLayouts/slideLayout3.xml" Id="Rfc80987d2d28481d" /></Relationships>
</file>

<file path=ppt/slides/_rels/slide289.xml.rels>&#65279;<?xml version="1.0" encoding="utf-8"?><Relationships xmlns="http://schemas.openxmlformats.org/package/2006/relationships"><Relationship Type="http://schemas.openxmlformats.org/officeDocument/2006/relationships/image" Target="/ppt/media/image.png" Id="Rc18f06c9df584828" /><Relationship Type="http://schemas.openxmlformats.org/officeDocument/2006/relationships/image" Target="/ppt/media/image3.png" Id="R3f3bb924732845ec" /><Relationship Type="http://schemas.openxmlformats.org/officeDocument/2006/relationships/image" Target="/ppt/media/image115.png" Id="R8c36cf30e9f04781" /><Relationship Type="http://schemas.openxmlformats.org/officeDocument/2006/relationships/notesSlide" Target="/ppt/notesSlides/notesSlide271.xml" Id="Re2a5faa1b9d84075" /><Relationship Type="http://schemas.openxmlformats.org/officeDocument/2006/relationships/slideLayout" Target="/ppt/slideLayouts/slideLayout3.xml" Id="R4712d0b6aeda4fd8" /></Relationships>
</file>

<file path=ppt/slides/_rels/slide290.xml.rels>&#65279;<?xml version="1.0" encoding="utf-8"?><Relationships xmlns="http://schemas.openxmlformats.org/package/2006/relationships"><Relationship Type="http://schemas.openxmlformats.org/officeDocument/2006/relationships/image" Target="/ppt/media/image.png" Id="R927e0917abad46a8" /><Relationship Type="http://schemas.openxmlformats.org/officeDocument/2006/relationships/image" Target="/ppt/media/image3.png" Id="Rd69c27ec12ee4672" /><Relationship Type="http://schemas.openxmlformats.org/officeDocument/2006/relationships/image" Target="/ppt/media/image116.png" Id="R1eebdbf13b2446f3" /><Relationship Type="http://schemas.openxmlformats.org/officeDocument/2006/relationships/notesSlide" Target="/ppt/notesSlides/notesSlide272.xml" Id="R1d4a2409385541ce" /><Relationship Type="http://schemas.openxmlformats.org/officeDocument/2006/relationships/slideLayout" Target="/ppt/slideLayouts/slideLayout3.xml" Id="R2076695d80af484b" /><Relationship Type="http://schemas.openxmlformats.org/officeDocument/2006/relationships/hyperlink" Target="https://www.geeksforgeeks.org/what-is-linked-list/" TargetMode="External" Id="rcId1f8b075088ce49e2" /></Relationships>
</file>

<file path=ppt/slides/_rels/slide291.xml.rels>&#65279;<?xml version="1.0" encoding="utf-8"?><Relationships xmlns="http://schemas.openxmlformats.org/package/2006/relationships"><Relationship Type="http://schemas.openxmlformats.org/officeDocument/2006/relationships/image" Target="/ppt/media/image.png" Id="R99b71b3acc1c4ec1" /><Relationship Type="http://schemas.openxmlformats.org/officeDocument/2006/relationships/image" Target="/ppt/media/image3.png" Id="Rc1b30e6fd1594ac2" /><Relationship Type="http://schemas.openxmlformats.org/officeDocument/2006/relationships/notesSlide" Target="/ppt/notesSlides/notesSlide273.xml" Id="R6f8b269f35b24199" /><Relationship Type="http://schemas.openxmlformats.org/officeDocument/2006/relationships/slideLayout" Target="/ppt/slideLayouts/slideLayout3.xml" Id="R10775a143b554042" /></Relationships>
</file>

<file path=ppt/slides/_rels/slide292.xml.rels>&#65279;<?xml version="1.0" encoding="utf-8"?><Relationships xmlns="http://schemas.openxmlformats.org/package/2006/relationships"><Relationship Type="http://schemas.openxmlformats.org/officeDocument/2006/relationships/image" Target="/ppt/media/image.png" Id="R4475e926d1d9449d" /><Relationship Type="http://schemas.openxmlformats.org/officeDocument/2006/relationships/image" Target="/ppt/media/image3.png" Id="R1006e56ff020494f" /><Relationship Type="http://schemas.openxmlformats.org/officeDocument/2006/relationships/notesSlide" Target="/ppt/notesSlides/notesSlide274.xml" Id="Rd4cd7b0ab2014fb0" /><Relationship Type="http://schemas.openxmlformats.org/officeDocument/2006/relationships/slideLayout" Target="/ppt/slideLayouts/slideLayout3.xml" Id="R635a687078bf4395" /></Relationships>
</file>

<file path=ppt/slides/_rels/slide293.xml.rels>&#65279;<?xml version="1.0" encoding="utf-8"?><Relationships xmlns="http://schemas.openxmlformats.org/package/2006/relationships"><Relationship Type="http://schemas.openxmlformats.org/officeDocument/2006/relationships/image" Target="/ppt/media/image.png" Id="R9c75a87bd89d4891" /><Relationship Type="http://schemas.openxmlformats.org/officeDocument/2006/relationships/image" Target="/ppt/media/image3.png" Id="Re5ccd98311234b74" /><Relationship Type="http://schemas.openxmlformats.org/officeDocument/2006/relationships/notesSlide" Target="/ppt/notesSlides/notesSlide275.xml" Id="R37005fb69413449a" /><Relationship Type="http://schemas.openxmlformats.org/officeDocument/2006/relationships/slideLayout" Target="/ppt/slideLayouts/slideLayout3.xml" Id="Rc3e040a69ae945e0" /></Relationships>
</file>

<file path=ppt/slides/_rels/slide294.xml.rels>&#65279;<?xml version="1.0" encoding="utf-8"?><Relationships xmlns="http://schemas.openxmlformats.org/package/2006/relationships"><Relationship Type="http://schemas.openxmlformats.org/officeDocument/2006/relationships/image" Target="/ppt/media/image.png" Id="Ra2e30d754185474b" /><Relationship Type="http://schemas.openxmlformats.org/officeDocument/2006/relationships/image" Target="/ppt/media/image3.png" Id="R05f3528b760a4b26" /><Relationship Type="http://schemas.openxmlformats.org/officeDocument/2006/relationships/image" Target="/ppt/media/image117.png" Id="R686de755beaf45b1" /><Relationship Type="http://schemas.openxmlformats.org/officeDocument/2006/relationships/notesSlide" Target="/ppt/notesSlides/notesSlide276.xml" Id="R87ebe9cd5177403a" /><Relationship Type="http://schemas.openxmlformats.org/officeDocument/2006/relationships/slideLayout" Target="/ppt/slideLayouts/slideLayout3.xml" Id="R7aa3d9b9c4aa44d4" /></Relationships>
</file>

<file path=ppt/slides/_rels/slide295.xml.rels>&#65279;<?xml version="1.0" encoding="utf-8"?><Relationships xmlns="http://schemas.openxmlformats.org/package/2006/relationships"><Relationship Type="http://schemas.openxmlformats.org/officeDocument/2006/relationships/image" Target="/ppt/media/image.png" Id="R31e1920b694444d1" /><Relationship Type="http://schemas.openxmlformats.org/officeDocument/2006/relationships/image" Target="/ppt/media/image3.png" Id="Re80f5877bd8c4c9c" /><Relationship Type="http://schemas.openxmlformats.org/officeDocument/2006/relationships/image" Target="/ppt/media/image118.png" Id="R06848630fcae43ff" /><Relationship Type="http://schemas.openxmlformats.org/officeDocument/2006/relationships/notesSlide" Target="/ppt/notesSlides/notesSlide277.xml" Id="R5fc8989b154a498f" /><Relationship Type="http://schemas.openxmlformats.org/officeDocument/2006/relationships/slideLayout" Target="/ppt/slideLayouts/slideLayout3.xml" Id="Rf1116b745d5243bc" /></Relationships>
</file>

<file path=ppt/slides/_rels/slide296.xml.rels>&#65279;<?xml version="1.0" encoding="utf-8"?><Relationships xmlns="http://schemas.openxmlformats.org/package/2006/relationships"><Relationship Type="http://schemas.openxmlformats.org/officeDocument/2006/relationships/image" Target="/ppt/media/image.png" Id="R4dcc622534ef4c37" /><Relationship Type="http://schemas.openxmlformats.org/officeDocument/2006/relationships/image" Target="/ppt/media/image3.png" Id="R5c600f4103d74f4f" /><Relationship Type="http://schemas.openxmlformats.org/officeDocument/2006/relationships/notesSlide" Target="/ppt/notesSlides/notesSlide278.xml" Id="Rb388fefe73b04ff3" /><Relationship Type="http://schemas.openxmlformats.org/officeDocument/2006/relationships/slideLayout" Target="/ppt/slideLayouts/slideLayout3.xml" Id="R44ee710d8e824e0a" /></Relationships>
</file>

<file path=ppt/slides/_rels/slide297.xml.rels>&#65279;<?xml version="1.0" encoding="utf-8"?><Relationships xmlns="http://schemas.openxmlformats.org/package/2006/relationships"><Relationship Type="http://schemas.openxmlformats.org/officeDocument/2006/relationships/image" Target="/ppt/media/image.png" Id="Ra8911bd78fd24a4f" /><Relationship Type="http://schemas.openxmlformats.org/officeDocument/2006/relationships/image" Target="/ppt/media/image3.png" Id="R2f0199fac796446b" /><Relationship Type="http://schemas.openxmlformats.org/officeDocument/2006/relationships/notesSlide" Target="/ppt/notesSlides/notesSlide279.xml" Id="R2df7628c53be4d94" /><Relationship Type="http://schemas.openxmlformats.org/officeDocument/2006/relationships/slideLayout" Target="/ppt/slideLayouts/slideLayout3.xml" Id="R7b4c18373ac844bd" /></Relationships>
</file>

<file path=ppt/slides/_rels/slide298.xml.rels>&#65279;<?xml version="1.0" encoding="utf-8"?><Relationships xmlns="http://schemas.openxmlformats.org/package/2006/relationships"><Relationship Type="http://schemas.openxmlformats.org/officeDocument/2006/relationships/image" Target="/ppt/media/image.png" Id="R33d3de61194e458b" /><Relationship Type="http://schemas.openxmlformats.org/officeDocument/2006/relationships/image" Target="/ppt/media/image3.png" Id="Rf6eaa9634bc941b5" /><Relationship Type="http://schemas.openxmlformats.org/officeDocument/2006/relationships/notesSlide" Target="/ppt/notesSlides/notesSlide280.xml" Id="Rb0d3f720214b468b" /><Relationship Type="http://schemas.openxmlformats.org/officeDocument/2006/relationships/slideLayout" Target="/ppt/slideLayouts/slideLayout3.xml" Id="R691dca8a4c7b4f42" /></Relationships>
</file>

<file path=ppt/slides/_rels/slide299.xml.rels>&#65279;<?xml version="1.0" encoding="utf-8"?><Relationships xmlns="http://schemas.openxmlformats.org/package/2006/relationships"><Relationship Type="http://schemas.openxmlformats.org/officeDocument/2006/relationships/image" Target="/ppt/media/image.png" Id="R411320f1b546433b" /><Relationship Type="http://schemas.openxmlformats.org/officeDocument/2006/relationships/image" Target="/ppt/media/image3.png" Id="R8a9b3c5675954254" /><Relationship Type="http://schemas.openxmlformats.org/officeDocument/2006/relationships/notesSlide" Target="/ppt/notesSlides/notesSlide281.xml" Id="R72391c9a453743c0" /><Relationship Type="http://schemas.openxmlformats.org/officeDocument/2006/relationships/slideLayout" Target="/ppt/slideLayouts/slideLayout3.xml" Id="Rc35ffda71f254dfb" /></Relationships>
</file>

<file path=ppt/slides/_rels/slide300.xml.rels>&#65279;<?xml version="1.0" encoding="utf-8"?><Relationships xmlns="http://schemas.openxmlformats.org/package/2006/relationships"><Relationship Type="http://schemas.openxmlformats.org/officeDocument/2006/relationships/image" Target="/ppt/media/image.png" Id="Rc3b24fb344094c62" /><Relationship Type="http://schemas.openxmlformats.org/officeDocument/2006/relationships/image" Target="/ppt/media/image3.png" Id="R7ca03beb5bf647a5" /><Relationship Type="http://schemas.openxmlformats.org/officeDocument/2006/relationships/image" Target="/ppt/media/image119.png" Id="R494d16db0ef04a26" /><Relationship Type="http://schemas.openxmlformats.org/officeDocument/2006/relationships/notesSlide" Target="/ppt/notesSlides/notesSlide282.xml" Id="R35e1292cc8584bca" /><Relationship Type="http://schemas.openxmlformats.org/officeDocument/2006/relationships/slideLayout" Target="/ppt/slideLayouts/slideLayout3.xml" Id="R67bb6a89ed334b4f" /></Relationships>
</file>

<file path=ppt/slides/_rels/slide301.xml.rels>&#65279;<?xml version="1.0" encoding="utf-8"?><Relationships xmlns="http://schemas.openxmlformats.org/package/2006/relationships"><Relationship Type="http://schemas.openxmlformats.org/officeDocument/2006/relationships/image" Target="/ppt/media/image.png" Id="R73a2fcbe437540b7" /><Relationship Type="http://schemas.openxmlformats.org/officeDocument/2006/relationships/image" Target="/ppt/media/image3.png" Id="Re0f1acf4e3ee48d0" /><Relationship Type="http://schemas.openxmlformats.org/officeDocument/2006/relationships/image" Target="/ppt/media/image120.png" Id="R95bfd4fa034f479b" /><Relationship Type="http://schemas.openxmlformats.org/officeDocument/2006/relationships/notesSlide" Target="/ppt/notesSlides/notesSlide283.xml" Id="R1e37ecefadf44649" /><Relationship Type="http://schemas.openxmlformats.org/officeDocument/2006/relationships/slideLayout" Target="/ppt/slideLayouts/slideLayout3.xml" Id="R1866837da22846e4" /></Relationships>
</file>

<file path=ppt/slides/_rels/slide302.xml.rels>&#65279;<?xml version="1.0" encoding="utf-8"?><Relationships xmlns="http://schemas.openxmlformats.org/package/2006/relationships"><Relationship Type="http://schemas.openxmlformats.org/officeDocument/2006/relationships/image" Target="/ppt/media/image.png" Id="Rc26aaf5d1e7c4b3b" /><Relationship Type="http://schemas.openxmlformats.org/officeDocument/2006/relationships/image" Target="/ppt/media/image3.png" Id="R585174f27d0743a6" /><Relationship Type="http://schemas.openxmlformats.org/officeDocument/2006/relationships/image" Target="/ppt/media/image120.png" Id="Re9e73079822349d9" /><Relationship Type="http://schemas.openxmlformats.org/officeDocument/2006/relationships/notesSlide" Target="/ppt/notesSlides/notesSlide284.xml" Id="R5f1404c3f3954a83" /><Relationship Type="http://schemas.openxmlformats.org/officeDocument/2006/relationships/slideLayout" Target="/ppt/slideLayouts/slideLayout3.xml" Id="Raf521a998f0f4c07" /></Relationships>
</file>

<file path=ppt/slides/_rels/slide303.xml.rels>&#65279;<?xml version="1.0" encoding="utf-8"?><Relationships xmlns="http://schemas.openxmlformats.org/package/2006/relationships"><Relationship Type="http://schemas.openxmlformats.org/officeDocument/2006/relationships/image" Target="/ppt/media/image.png" Id="R907758764e5f4086" /><Relationship Type="http://schemas.openxmlformats.org/officeDocument/2006/relationships/image" Target="/ppt/media/image3.png" Id="R9894f9ac36c84492" /><Relationship Type="http://schemas.openxmlformats.org/officeDocument/2006/relationships/notesSlide" Target="/ppt/notesSlides/notesSlide285.xml" Id="Ra5182183aa3a43d3" /><Relationship Type="http://schemas.openxmlformats.org/officeDocument/2006/relationships/slideLayout" Target="/ppt/slideLayouts/slideLayout3.xml" Id="R02874ea2dc79476d" /></Relationships>
</file>

<file path=ppt/slides/_rels/slide304.xml.rels>&#65279;<?xml version="1.0" encoding="utf-8"?><Relationships xmlns="http://schemas.openxmlformats.org/package/2006/relationships"><Relationship Type="http://schemas.openxmlformats.org/officeDocument/2006/relationships/image" Target="/ppt/media/image.png" Id="Re49197f5c0204837" /><Relationship Type="http://schemas.openxmlformats.org/officeDocument/2006/relationships/image" Target="/ppt/media/image3.png" Id="R0c00404cd9fe4728" /><Relationship Type="http://schemas.openxmlformats.org/officeDocument/2006/relationships/notesSlide" Target="/ppt/notesSlides/notesSlide286.xml" Id="R70ae90b290864355" /><Relationship Type="http://schemas.openxmlformats.org/officeDocument/2006/relationships/slideLayout" Target="/ppt/slideLayouts/slideLayout3.xml" Id="Rf8d94c067a6546dd" /></Relationships>
</file>

<file path=ppt/slides/_rels/slide305.xml.rels>&#65279;<?xml version="1.0" encoding="utf-8"?><Relationships xmlns="http://schemas.openxmlformats.org/package/2006/relationships"><Relationship Type="http://schemas.openxmlformats.org/officeDocument/2006/relationships/image" Target="/ppt/media/image.png" Id="R32b5d24151c14162" /><Relationship Type="http://schemas.openxmlformats.org/officeDocument/2006/relationships/image" Target="/ppt/media/image3.png" Id="R3cfa9d49bc8d4f12" /><Relationship Type="http://schemas.openxmlformats.org/officeDocument/2006/relationships/image" Target="/ppt/media/image120.png" Id="Rccee448d2279468e" /><Relationship Type="http://schemas.openxmlformats.org/officeDocument/2006/relationships/notesSlide" Target="/ppt/notesSlides/notesSlide287.xml" Id="R3fab885e778146aa" /><Relationship Type="http://schemas.openxmlformats.org/officeDocument/2006/relationships/slideLayout" Target="/ppt/slideLayouts/slideLayout3.xml" Id="R32bd761ee0da4198" /></Relationships>
</file>

<file path=ppt/slides/_rels/slide306.xml.rels>&#65279;<?xml version="1.0" encoding="utf-8"?><Relationships xmlns="http://schemas.openxmlformats.org/package/2006/relationships"><Relationship Type="http://schemas.openxmlformats.org/officeDocument/2006/relationships/image" Target="/ppt/media/image.png" Id="R0e514f2a416f4976" /><Relationship Type="http://schemas.openxmlformats.org/officeDocument/2006/relationships/image" Target="/ppt/media/image3.png" Id="R78d4a6ad1984425c" /><Relationship Type="http://schemas.openxmlformats.org/officeDocument/2006/relationships/image" Target="/ppt/media/image120.png" Id="R85ef016411734ec1" /><Relationship Type="http://schemas.openxmlformats.org/officeDocument/2006/relationships/notesSlide" Target="/ppt/notesSlides/notesSlide288.xml" Id="R4648bb0b44364df5" /><Relationship Type="http://schemas.openxmlformats.org/officeDocument/2006/relationships/slideLayout" Target="/ppt/slideLayouts/slideLayout3.xml" Id="R36a259979dbf48f6" /></Relationships>
</file>

<file path=ppt/slides/_rels/slide307.xml.rels>&#65279;<?xml version="1.0" encoding="utf-8"?><Relationships xmlns="http://schemas.openxmlformats.org/package/2006/relationships"><Relationship Type="http://schemas.openxmlformats.org/officeDocument/2006/relationships/image" Target="/ppt/media/image.png" Id="R8780aa9fa9974101" /><Relationship Type="http://schemas.openxmlformats.org/officeDocument/2006/relationships/image" Target="/ppt/media/image3.png" Id="Rb3a6ec4535c748bf" /><Relationship Type="http://schemas.openxmlformats.org/officeDocument/2006/relationships/notesSlide" Target="/ppt/notesSlides/notesSlide289.xml" Id="R2b4f9547f6b444c1" /><Relationship Type="http://schemas.openxmlformats.org/officeDocument/2006/relationships/slideLayout" Target="/ppt/slideLayouts/slideLayout3.xml" Id="R0f3addc79c394be2" /></Relationships>
</file>

<file path=ppt/slides/_rels/slide308.xml.rels>&#65279;<?xml version="1.0" encoding="utf-8"?><Relationships xmlns="http://schemas.openxmlformats.org/package/2006/relationships"><Relationship Type="http://schemas.openxmlformats.org/officeDocument/2006/relationships/image" Target="/ppt/media/image.png" Id="R402095581eb54315" /><Relationship Type="http://schemas.openxmlformats.org/officeDocument/2006/relationships/image" Target="/ppt/media/image3.png" Id="R408c9f8a59ba4201" /><Relationship Type="http://schemas.openxmlformats.org/officeDocument/2006/relationships/image" Target="/ppt/media/image120.png" Id="Rc2d379b098594db4" /><Relationship Type="http://schemas.openxmlformats.org/officeDocument/2006/relationships/notesSlide" Target="/ppt/notesSlides/notesSlide290.xml" Id="R2dece77fa99f45ec" /><Relationship Type="http://schemas.openxmlformats.org/officeDocument/2006/relationships/slideLayout" Target="/ppt/slideLayouts/slideLayout3.xml" Id="R5109b75cd21d4f9c" /></Relationships>
</file>

<file path=ppt/slides/_rels/slide309.xml.rels>&#65279;<?xml version="1.0" encoding="utf-8"?><Relationships xmlns="http://schemas.openxmlformats.org/package/2006/relationships"><Relationship Type="http://schemas.openxmlformats.org/officeDocument/2006/relationships/image" Target="/ppt/media/image.png" Id="R8fdd51654fa7499d" /><Relationship Type="http://schemas.openxmlformats.org/officeDocument/2006/relationships/image" Target="/ppt/media/image3.png" Id="Rb0d33523b24345f9" /><Relationship Type="http://schemas.openxmlformats.org/officeDocument/2006/relationships/image" Target="/ppt/media/image121.png" Id="R08706489b40d491f" /><Relationship Type="http://schemas.openxmlformats.org/officeDocument/2006/relationships/notesSlide" Target="/ppt/notesSlides/notesSlide291.xml" Id="Rafcf6dfa32ad4fcc" /><Relationship Type="http://schemas.openxmlformats.org/officeDocument/2006/relationships/slideLayout" Target="/ppt/slideLayouts/slideLayout3.xml" Id="Rec06a0d790a441f9" /></Relationships>
</file>

<file path=ppt/slides/_rels/slide310.xml.rels>&#65279;<?xml version="1.0" encoding="utf-8"?><Relationships xmlns="http://schemas.openxmlformats.org/package/2006/relationships"><Relationship Type="http://schemas.openxmlformats.org/officeDocument/2006/relationships/image" Target="/ppt/media/image.png" Id="Reab0bf3e86414982" /><Relationship Type="http://schemas.openxmlformats.org/officeDocument/2006/relationships/image" Target="/ppt/media/image3.png" Id="R7e1379a0473f4110" /><Relationship Type="http://schemas.openxmlformats.org/officeDocument/2006/relationships/notesSlide" Target="/ppt/notesSlides/notesSlide292.xml" Id="Rd7ec6cf4e3494437" /><Relationship Type="http://schemas.openxmlformats.org/officeDocument/2006/relationships/slideLayout" Target="/ppt/slideLayouts/slideLayout3.xml" Id="R40a0c7d620494325" /></Relationships>
</file>

<file path=ppt/slides/_rels/slide311.xml.rels>&#65279;<?xml version="1.0" encoding="utf-8"?><Relationships xmlns="http://schemas.openxmlformats.org/package/2006/relationships"><Relationship Type="http://schemas.openxmlformats.org/officeDocument/2006/relationships/image" Target="/ppt/media/image.png" Id="R44be342eefa34c43" /><Relationship Type="http://schemas.openxmlformats.org/officeDocument/2006/relationships/image" Target="/ppt/media/image3.png" Id="R6ce90d7c08d64e4b" /><Relationship Type="http://schemas.openxmlformats.org/officeDocument/2006/relationships/image" Target="/ppt/media/image122.png" Id="R5612ae9860d64ea8" /><Relationship Type="http://schemas.openxmlformats.org/officeDocument/2006/relationships/notesSlide" Target="/ppt/notesSlides/notesSlide293.xml" Id="R4014d7266226499c" /><Relationship Type="http://schemas.openxmlformats.org/officeDocument/2006/relationships/slideLayout" Target="/ppt/slideLayouts/slideLayout3.xml" Id="R3a641d46756e4277" /></Relationships>
</file>

<file path=ppt/slides/_rels/slide312.xml.rels>&#65279;<?xml version="1.0" encoding="utf-8"?><Relationships xmlns="http://schemas.openxmlformats.org/package/2006/relationships"><Relationship Type="http://schemas.openxmlformats.org/officeDocument/2006/relationships/image" Target="/ppt/media/image.png" Id="R49352b7ac22f49ae" /><Relationship Type="http://schemas.openxmlformats.org/officeDocument/2006/relationships/image" Target="/ppt/media/image3.png" Id="R1876ce420cbf4a73" /><Relationship Type="http://schemas.openxmlformats.org/officeDocument/2006/relationships/image" Target="/ppt/media/image123.png" Id="R3243c50b690d4c23" /><Relationship Type="http://schemas.openxmlformats.org/officeDocument/2006/relationships/notesSlide" Target="/ppt/notesSlides/notesSlide294.xml" Id="R9f2a7a781e0941cd" /><Relationship Type="http://schemas.openxmlformats.org/officeDocument/2006/relationships/slideLayout" Target="/ppt/slideLayouts/slideLayout3.xml" Id="R3da05eab76a64d84" /></Relationships>
</file>

<file path=ppt/slides/_rels/slide313.xml.rels>&#65279;<?xml version="1.0" encoding="utf-8"?><Relationships xmlns="http://schemas.openxmlformats.org/package/2006/relationships"><Relationship Type="http://schemas.openxmlformats.org/officeDocument/2006/relationships/image" Target="/ppt/media/image.png" Id="Re35c798c3d9849e2" /><Relationship Type="http://schemas.openxmlformats.org/officeDocument/2006/relationships/image" Target="/ppt/media/image3.png" Id="R94fbe12f487247b5" /><Relationship Type="http://schemas.openxmlformats.org/officeDocument/2006/relationships/notesSlide" Target="/ppt/notesSlides/notesSlide295.xml" Id="R5d5c683110b9496f" /><Relationship Type="http://schemas.openxmlformats.org/officeDocument/2006/relationships/slideLayout" Target="/ppt/slideLayouts/slideLayout3.xml" Id="R142a781e45b244a5" /></Relationships>
</file>

<file path=ppt/slides/_rels/slide314.xml.rels>&#65279;<?xml version="1.0" encoding="utf-8"?><Relationships xmlns="http://schemas.openxmlformats.org/package/2006/relationships"><Relationship Type="http://schemas.openxmlformats.org/officeDocument/2006/relationships/image" Target="/ppt/media/image.png" Id="R8b134b8b24e64a9a" /><Relationship Type="http://schemas.openxmlformats.org/officeDocument/2006/relationships/image" Target="/ppt/media/image3.png" Id="R4e9231cb5a2a4430" /><Relationship Type="http://schemas.openxmlformats.org/officeDocument/2006/relationships/notesSlide" Target="/ppt/notesSlides/notesSlide296.xml" Id="Rdc4322fbb7f74308" /><Relationship Type="http://schemas.openxmlformats.org/officeDocument/2006/relationships/slideLayout" Target="/ppt/slideLayouts/slideLayout3.xml" Id="R27f303f7c91b4d49" /></Relationships>
</file>

<file path=ppt/slides/_rels/slide315.xml.rels>&#65279;<?xml version="1.0" encoding="utf-8"?><Relationships xmlns="http://schemas.openxmlformats.org/package/2006/relationships"><Relationship Type="http://schemas.openxmlformats.org/officeDocument/2006/relationships/image" Target="/ppt/media/image.png" Id="Rfd5e4e1aa7944052" /><Relationship Type="http://schemas.openxmlformats.org/officeDocument/2006/relationships/image" Target="/ppt/media/image3.png" Id="Rfa1a94759a3941a0" /><Relationship Type="http://schemas.openxmlformats.org/officeDocument/2006/relationships/notesSlide" Target="/ppt/notesSlides/notesSlide297.xml" Id="R8be02b745a9d41cf" /><Relationship Type="http://schemas.openxmlformats.org/officeDocument/2006/relationships/slideLayout" Target="/ppt/slideLayouts/slideLayout3.xml" Id="R3ce9d13d37bd4273" /></Relationships>
</file>

<file path=ppt/slides/_rels/slide316.xml.rels>&#65279;<?xml version="1.0" encoding="utf-8"?><Relationships xmlns="http://schemas.openxmlformats.org/package/2006/relationships"><Relationship Type="http://schemas.openxmlformats.org/officeDocument/2006/relationships/image" Target="/ppt/media/image.png" Id="R1a4b71e8bdba4122" /><Relationship Type="http://schemas.openxmlformats.org/officeDocument/2006/relationships/image" Target="/ppt/media/image3.png" Id="R373efbcdd7034f46" /><Relationship Type="http://schemas.openxmlformats.org/officeDocument/2006/relationships/notesSlide" Target="/ppt/notesSlides/notesSlide298.xml" Id="R48217412f8e048fb" /><Relationship Type="http://schemas.openxmlformats.org/officeDocument/2006/relationships/slideLayout" Target="/ppt/slideLayouts/slideLayout3.xml" Id="Ra228063b3f374f6e" /></Relationships>
</file>

<file path=ppt/slides/_rels/slide317.xml.rels>&#65279;<?xml version="1.0" encoding="utf-8"?><Relationships xmlns="http://schemas.openxmlformats.org/package/2006/relationships"><Relationship Type="http://schemas.openxmlformats.org/officeDocument/2006/relationships/image" Target="/ppt/media/image.png" Id="R02f89619afc74b9e" /><Relationship Type="http://schemas.openxmlformats.org/officeDocument/2006/relationships/image" Target="/ppt/media/image3.png" Id="R15d91247109c418b" /><Relationship Type="http://schemas.openxmlformats.org/officeDocument/2006/relationships/notesSlide" Target="/ppt/notesSlides/notesSlide299.xml" Id="Rb8504eab240641b2" /><Relationship Type="http://schemas.openxmlformats.org/officeDocument/2006/relationships/slideLayout" Target="/ppt/slideLayouts/slideLayout3.xml" Id="Rb5c178abcf334752" /><Relationship Type="http://schemas.openxmlformats.org/officeDocument/2006/relationships/hyperlink" Target="https://questions.examside.com/past-years/gate/question/pconsider-the-problem-of-reversing-a-singly-linked-list-t-gate-cse-theory-of-computation-finite-automata-and-regular-language-zpfpkf4re1g8xuff" TargetMode="External" Id="rcIdf628b30027894d64" /></Relationships>
</file>

<file path=ppt/slides/_rels/slide318.xml.rels>&#65279;<?xml version="1.0" encoding="utf-8"?><Relationships xmlns="http://schemas.openxmlformats.org/package/2006/relationships"><Relationship Type="http://schemas.openxmlformats.org/officeDocument/2006/relationships/image" Target="/ppt/media/image.png" Id="Re8216a38518a4ab5" /><Relationship Type="http://schemas.openxmlformats.org/officeDocument/2006/relationships/image" Target="/ppt/media/image3.png" Id="Rdce9b9107ea24907" /><Relationship Type="http://schemas.openxmlformats.org/officeDocument/2006/relationships/notesSlide" Target="/ppt/notesSlides/notesSlide300.xml" Id="R0d1c844f6dc94820" /><Relationship Type="http://schemas.openxmlformats.org/officeDocument/2006/relationships/slideLayout" Target="/ppt/slideLayouts/slideLayout3.xml" Id="R76d52f05c6e14762" /><Relationship Type="http://schemas.openxmlformats.org/officeDocument/2006/relationships/hyperlink" Target="https://www.geeksforgeeks.org/what-is-linked-list/" TargetMode="External" Id="rcIdbaa10db3a26f473b" /><Relationship Type="http://schemas.openxmlformats.org/officeDocument/2006/relationships/hyperlink" Target="https://www.geeksforgeeks.org/types-of-linked-list/" TargetMode="External" Id="rcId7a1367309a674236" /><Relationship Type="http://schemas.openxmlformats.org/officeDocument/2006/relationships/hyperlink" Target="https://www.tutorialspoint.com/data_structures_algorithms/linked_list_algorithms.htm" TargetMode="External" Id="rcIdb70ae15d8f9b4a0d" /><Relationship Type="http://schemas.openxmlformats.org/officeDocument/2006/relationships/hyperlink" Target="https://ocw.mit.edu/" TargetMode="External" Id="rcId732da258aaee4ccf" /><Relationship Type="http://schemas.openxmlformats.org/officeDocument/2006/relationships/hyperlink" Target="https://www.programiz.com/dsa/linked-list" TargetMode="External" Id="rcIde61ba1f59ed7419c" /></Relationships>
</file>

<file path=ppt/slides/_rels/slide319.xml.rels>&#65279;<?xml version="1.0" encoding="utf-8"?><Relationships xmlns="http://schemas.openxmlformats.org/package/2006/relationships"><Relationship Type="http://schemas.openxmlformats.org/officeDocument/2006/relationships/image" Target="/ppt/media/image.png" Id="R4ba1992138b8425c" /><Relationship Type="http://schemas.openxmlformats.org/officeDocument/2006/relationships/image" Target="/ppt/media/image3.png" Id="R0564ba95c09740ed" /><Relationship Type="http://schemas.openxmlformats.org/officeDocument/2006/relationships/slideLayout" Target="/ppt/slideLayouts/slideLayout3.xml" Id="Re18700c5a6e140cb" /></Relationships>
</file>

<file path=ppt/slides/_rels/slide320.xml.rels>&#65279;<?xml version="1.0" encoding="utf-8"?><Relationships xmlns="http://schemas.openxmlformats.org/package/2006/relationships"><Relationship Type="http://schemas.openxmlformats.org/officeDocument/2006/relationships/image" Target="/ppt/media/image.png" Id="Rfcfc3ab4efcc475e" /><Relationship Type="http://schemas.openxmlformats.org/officeDocument/2006/relationships/image" Target="/ppt/media/image2.png" Id="R6e162db66ced45a5" /><Relationship Type="http://schemas.openxmlformats.org/officeDocument/2006/relationships/slideLayout" Target="/ppt/slideLayouts/slideLayout4.xml" Id="R94eb14aacc08429a" /></Relationships>
</file>

<file path=ppt/slides/_rels/slide321.xml.rels>&#65279;<?xml version="1.0" encoding="utf-8"?><Relationships xmlns="http://schemas.openxmlformats.org/package/2006/relationships"><Relationship Type="http://schemas.openxmlformats.org/officeDocument/2006/relationships/image" Target="/ppt/media/image.png" Id="R659cb4c5ac514d09" /><Relationship Type="http://schemas.openxmlformats.org/officeDocument/2006/relationships/image" Target="/ppt/media/image3.png" Id="R51af51919ffa4b41" /><Relationship Type="http://schemas.openxmlformats.org/officeDocument/2006/relationships/notesSlide" Target="/ppt/notesSlides/notesSlide301.xml" Id="R239f74971ab9436c" /><Relationship Type="http://schemas.openxmlformats.org/officeDocument/2006/relationships/slideLayout" Target="/ppt/slideLayouts/slideLayout3.xml" Id="Ra72ba7d688ec4c48" /></Relationships>
</file>

<file path=ppt/slides/_rels/slide322.xml.rels>&#65279;<?xml version="1.0" encoding="utf-8"?><Relationships xmlns="http://schemas.openxmlformats.org/package/2006/relationships"><Relationship Type="http://schemas.openxmlformats.org/officeDocument/2006/relationships/image" Target="/ppt/media/image.png" Id="R85c2054d65b0494a" /><Relationship Type="http://schemas.openxmlformats.org/officeDocument/2006/relationships/image" Target="/ppt/media/image3.png" Id="Rb5facea8bbbd4d93" /><Relationship Type="http://schemas.openxmlformats.org/officeDocument/2006/relationships/notesSlide" Target="/ppt/notesSlides/notesSlide302.xml" Id="Rdcad0918e2be45d7" /><Relationship Type="http://schemas.openxmlformats.org/officeDocument/2006/relationships/slideLayout" Target="/ppt/slideLayouts/slideLayout3.xml" Id="R03652d7578944583" /></Relationships>
</file>

<file path=ppt/slides/_rels/slide323.xml.rels>&#65279;<?xml version="1.0" encoding="utf-8"?><Relationships xmlns="http://schemas.openxmlformats.org/package/2006/relationships"><Relationship Type="http://schemas.openxmlformats.org/officeDocument/2006/relationships/image" Target="/ppt/media/image.png" Id="R69104c564ec34c7b" /><Relationship Type="http://schemas.openxmlformats.org/officeDocument/2006/relationships/image" Target="/ppt/media/image3.png" Id="Rba7c6e130bf04359" /><Relationship Type="http://schemas.openxmlformats.org/officeDocument/2006/relationships/image" Target="/ppt/media/image5.png" Id="R3f587c43d13e49f2" /><Relationship Type="http://schemas.openxmlformats.org/officeDocument/2006/relationships/notesSlide" Target="/ppt/notesSlides/notesSlide303.xml" Id="R0c9ab5383b2a4678" /><Relationship Type="http://schemas.openxmlformats.org/officeDocument/2006/relationships/slideLayout" Target="/ppt/slideLayouts/slideLayout3.xml" Id="Ref34b442f8974e80" /></Relationships>
</file>

<file path=ppt/slides/_rels/slide324.xml.rels>&#65279;<?xml version="1.0" encoding="utf-8"?><Relationships xmlns="http://schemas.openxmlformats.org/package/2006/relationships"><Relationship Type="http://schemas.openxmlformats.org/officeDocument/2006/relationships/image" Target="/ppt/media/image.png" Id="Re743d97269b0452a" /><Relationship Type="http://schemas.openxmlformats.org/officeDocument/2006/relationships/image" Target="/ppt/media/image3.png" Id="R9375389ff2bd4b36" /><Relationship Type="http://schemas.openxmlformats.org/officeDocument/2006/relationships/image" Target="/ppt/media/image5.png" Id="Rd73b3fc980a84f85" /><Relationship Type="http://schemas.openxmlformats.org/officeDocument/2006/relationships/notesSlide" Target="/ppt/notesSlides/notesSlide304.xml" Id="Rd7037bc9bc974652" /><Relationship Type="http://schemas.openxmlformats.org/officeDocument/2006/relationships/slideLayout" Target="/ppt/slideLayouts/slideLayout3.xml" Id="Rfb6925d10e7246cb" /></Relationships>
</file>

<file path=ppt/slides/_rels/slide325.xml.rels>&#65279;<?xml version="1.0" encoding="utf-8"?><Relationships xmlns="http://schemas.openxmlformats.org/package/2006/relationships"><Relationship Type="http://schemas.openxmlformats.org/officeDocument/2006/relationships/image" Target="/ppt/media/image.png" Id="Rebbe50c3ca664209" /><Relationship Type="http://schemas.openxmlformats.org/officeDocument/2006/relationships/image" Target="/ppt/media/image3.png" Id="R33659d6e9f324b2f" /><Relationship Type="http://schemas.openxmlformats.org/officeDocument/2006/relationships/image" Target="/ppt/media/image5.png" Id="Reee419e7fd1a412d" /><Relationship Type="http://schemas.openxmlformats.org/officeDocument/2006/relationships/notesSlide" Target="/ppt/notesSlides/notesSlide305.xml" Id="Ra7d54c5499914248" /><Relationship Type="http://schemas.openxmlformats.org/officeDocument/2006/relationships/slideLayout" Target="/ppt/slideLayouts/slideLayout3.xml" Id="R1ba1d347e76e4d90" /></Relationships>
</file>

<file path=ppt/slides/_rels/slide326.xml.rels>&#65279;<?xml version="1.0" encoding="utf-8"?><Relationships xmlns="http://schemas.openxmlformats.org/package/2006/relationships"><Relationship Type="http://schemas.openxmlformats.org/officeDocument/2006/relationships/image" Target="/ppt/media/image.png" Id="R693fc537b1924756" /><Relationship Type="http://schemas.openxmlformats.org/officeDocument/2006/relationships/image" Target="/ppt/media/image3.png" Id="R9e56d3093e29460b" /><Relationship Type="http://schemas.openxmlformats.org/officeDocument/2006/relationships/image" Target="/ppt/media/image5.png" Id="R339f7c6b321d4b34" /><Relationship Type="http://schemas.openxmlformats.org/officeDocument/2006/relationships/notesSlide" Target="/ppt/notesSlides/notesSlide306.xml" Id="R9ed1d963232b4f95" /><Relationship Type="http://schemas.openxmlformats.org/officeDocument/2006/relationships/slideLayout" Target="/ppt/slideLayouts/slideLayout3.xml" Id="R73f8b84e7db64678" /></Relationships>
</file>

<file path=ppt/slides/_rels/slide327.xml.rels>&#65279;<?xml version="1.0" encoding="utf-8"?><Relationships xmlns="http://schemas.openxmlformats.org/package/2006/relationships"><Relationship Type="http://schemas.openxmlformats.org/officeDocument/2006/relationships/image" Target="/ppt/media/image.png" Id="Rfe99e8173a294e49" /><Relationship Type="http://schemas.openxmlformats.org/officeDocument/2006/relationships/image" Target="/ppt/media/image3.png" Id="Rabab9374852f4346" /><Relationship Type="http://schemas.openxmlformats.org/officeDocument/2006/relationships/image" Target="/ppt/media/image5.png" Id="R118c0f05df374859" /><Relationship Type="http://schemas.openxmlformats.org/officeDocument/2006/relationships/notesSlide" Target="/ppt/notesSlides/notesSlide307.xml" Id="Rab856bd5538f4efe" /><Relationship Type="http://schemas.openxmlformats.org/officeDocument/2006/relationships/slideLayout" Target="/ppt/slideLayouts/slideLayout3.xml" Id="R0afe58f66e6c4ce2" /></Relationships>
</file>

<file path=ppt/slides/_rels/slide328.xml.rels>&#65279;<?xml version="1.0" encoding="utf-8"?><Relationships xmlns="http://schemas.openxmlformats.org/package/2006/relationships"><Relationship Type="http://schemas.openxmlformats.org/officeDocument/2006/relationships/image" Target="/ppt/media/image.png" Id="R39d13c278c004635" /><Relationship Type="http://schemas.openxmlformats.org/officeDocument/2006/relationships/image" Target="/ppt/media/image3.png" Id="R0a513328d5774fad" /><Relationship Type="http://schemas.openxmlformats.org/officeDocument/2006/relationships/image" Target="/ppt/media/image5.png" Id="Raeaf3e2b5b8e4a92" /><Relationship Type="http://schemas.openxmlformats.org/officeDocument/2006/relationships/notesSlide" Target="/ppt/notesSlides/notesSlide308.xml" Id="Ra65ed6e2d8204208" /><Relationship Type="http://schemas.openxmlformats.org/officeDocument/2006/relationships/slideLayout" Target="/ppt/slideLayouts/slideLayout3.xml" Id="Rccbb61cf12874ed9" /></Relationships>
</file>

<file path=ppt/slides/_rels/slide329.xml.rels>&#65279;<?xml version="1.0" encoding="utf-8"?><Relationships xmlns="http://schemas.openxmlformats.org/package/2006/relationships"><Relationship Type="http://schemas.openxmlformats.org/officeDocument/2006/relationships/image" Target="/ppt/media/image.png" Id="Rca697acc305d46ff" /><Relationship Type="http://schemas.openxmlformats.org/officeDocument/2006/relationships/image" Target="/ppt/media/image3.png" Id="Ree4585c7d8de4458" /><Relationship Type="http://schemas.openxmlformats.org/officeDocument/2006/relationships/image" Target="/ppt/media/image5.png" Id="Rc1ba5fc2649849c2" /><Relationship Type="http://schemas.openxmlformats.org/officeDocument/2006/relationships/notesSlide" Target="/ppt/notesSlides/notesSlide309.xml" Id="R5e39242348594ad1" /><Relationship Type="http://schemas.openxmlformats.org/officeDocument/2006/relationships/slideLayout" Target="/ppt/slideLayouts/slideLayout3.xml" Id="R890be2ec0bb14b89" /></Relationships>
</file>

<file path=ppt/slides/_rels/slide330.xml.rels>&#65279;<?xml version="1.0" encoding="utf-8"?><Relationships xmlns="http://schemas.openxmlformats.org/package/2006/relationships"><Relationship Type="http://schemas.openxmlformats.org/officeDocument/2006/relationships/image" Target="/ppt/media/image.png" Id="R53488f97fbc94f51" /><Relationship Type="http://schemas.openxmlformats.org/officeDocument/2006/relationships/image" Target="/ppt/media/image3.png" Id="Rcc62071e3e7c4911" /><Relationship Type="http://schemas.openxmlformats.org/officeDocument/2006/relationships/image" Target="/ppt/media/image5.png" Id="R937d8cc6fae8494a" /><Relationship Type="http://schemas.openxmlformats.org/officeDocument/2006/relationships/image" Target="/ppt/media/image124.png" Id="R985ca988dabf48ae" /><Relationship Type="http://schemas.openxmlformats.org/officeDocument/2006/relationships/notesSlide" Target="/ppt/notesSlides/notesSlide310.xml" Id="Rabb5de45f9794365" /><Relationship Type="http://schemas.openxmlformats.org/officeDocument/2006/relationships/slideLayout" Target="/ppt/slideLayouts/slideLayout3.xml" Id="R55b328978be14779" /></Relationships>
</file>

<file path=ppt/slides/_rels/slide331.xml.rels>&#65279;<?xml version="1.0" encoding="utf-8"?><Relationships xmlns="http://schemas.openxmlformats.org/package/2006/relationships"><Relationship Type="http://schemas.openxmlformats.org/officeDocument/2006/relationships/image" Target="/ppt/media/image.png" Id="R3e5aed90f85144d2" /><Relationship Type="http://schemas.openxmlformats.org/officeDocument/2006/relationships/image" Target="/ppt/media/image3.png" Id="R2b3bdf03586d4faa" /><Relationship Type="http://schemas.openxmlformats.org/officeDocument/2006/relationships/image" Target="/ppt/media/image5.png" Id="R343bba4bbae74b77" /><Relationship Type="http://schemas.openxmlformats.org/officeDocument/2006/relationships/notesSlide" Target="/ppt/notesSlides/notesSlide311.xml" Id="Rff93c2a17b75443e" /><Relationship Type="http://schemas.openxmlformats.org/officeDocument/2006/relationships/slideLayout" Target="/ppt/slideLayouts/slideLayout3.xml" Id="R09903469da754397" /></Relationships>
</file>

<file path=ppt/slides/_rels/slide332.xml.rels>&#65279;<?xml version="1.0" encoding="utf-8"?><Relationships xmlns="http://schemas.openxmlformats.org/package/2006/relationships"><Relationship Type="http://schemas.openxmlformats.org/officeDocument/2006/relationships/image" Target="/ppt/media/image.png" Id="Rd245abc6c48a4ef9" /><Relationship Type="http://schemas.openxmlformats.org/officeDocument/2006/relationships/image" Target="/ppt/media/image3.png" Id="R2286e7a2dd5b4c0f" /><Relationship Type="http://schemas.openxmlformats.org/officeDocument/2006/relationships/image" Target="/ppt/media/image5.png" Id="Raf39c1b67d18443d" /><Relationship Type="http://schemas.openxmlformats.org/officeDocument/2006/relationships/notesSlide" Target="/ppt/notesSlides/notesSlide312.xml" Id="Rc283542f133c4be4" /><Relationship Type="http://schemas.openxmlformats.org/officeDocument/2006/relationships/slideLayout" Target="/ppt/slideLayouts/slideLayout3.xml" Id="Rf0ab698eb8b84aee" /></Relationships>
</file>

<file path=ppt/slides/_rels/slide333.xml.rels>&#65279;<?xml version="1.0" encoding="utf-8"?><Relationships xmlns="http://schemas.openxmlformats.org/package/2006/relationships"><Relationship Type="http://schemas.openxmlformats.org/officeDocument/2006/relationships/image" Target="/ppt/media/image.png" Id="R0471c2ddabfb4f4e" /><Relationship Type="http://schemas.openxmlformats.org/officeDocument/2006/relationships/image" Target="/ppt/media/image3.png" Id="R237928877aca40ab" /><Relationship Type="http://schemas.openxmlformats.org/officeDocument/2006/relationships/image" Target="/ppt/media/image5.png" Id="R404a4831aa74418b" /><Relationship Type="http://schemas.openxmlformats.org/officeDocument/2006/relationships/notesSlide" Target="/ppt/notesSlides/notesSlide313.xml" Id="R355bffab7eed434d" /><Relationship Type="http://schemas.openxmlformats.org/officeDocument/2006/relationships/slideLayout" Target="/ppt/slideLayouts/slideLayout3.xml" Id="R71078e5a14f74206" /></Relationships>
</file>

<file path=ppt/slides/_rels/slide334.xml.rels>&#65279;<?xml version="1.0" encoding="utf-8"?><Relationships xmlns="http://schemas.openxmlformats.org/package/2006/relationships"><Relationship Type="http://schemas.openxmlformats.org/officeDocument/2006/relationships/image" Target="/ppt/media/image.png" Id="R527955ee136b4e76" /><Relationship Type="http://schemas.openxmlformats.org/officeDocument/2006/relationships/image" Target="/ppt/media/image3.png" Id="R723076e4b5ca47fa" /><Relationship Type="http://schemas.openxmlformats.org/officeDocument/2006/relationships/image" Target="/ppt/media/image5.png" Id="R04071a6110d74c51" /><Relationship Type="http://schemas.openxmlformats.org/officeDocument/2006/relationships/notesSlide" Target="/ppt/notesSlides/notesSlide314.xml" Id="R32cdb06670f14597" /><Relationship Type="http://schemas.openxmlformats.org/officeDocument/2006/relationships/slideLayout" Target="/ppt/slideLayouts/slideLayout3.xml" Id="R0f6ef4da7f72480c" /></Relationships>
</file>

<file path=ppt/slides/_rels/slide335.xml.rels>&#65279;<?xml version="1.0" encoding="utf-8"?><Relationships xmlns="http://schemas.openxmlformats.org/package/2006/relationships"><Relationship Type="http://schemas.openxmlformats.org/officeDocument/2006/relationships/image" Target="/ppt/media/image.png" Id="R4c0fc1ad2fec4bab" /><Relationship Type="http://schemas.openxmlformats.org/officeDocument/2006/relationships/image" Target="/ppt/media/image3.png" Id="R58efc35679ea4263" /><Relationship Type="http://schemas.openxmlformats.org/officeDocument/2006/relationships/image" Target="/ppt/media/image5.png" Id="Re6404997c34f4f82" /><Relationship Type="http://schemas.openxmlformats.org/officeDocument/2006/relationships/notesSlide" Target="/ppt/notesSlides/notesSlide315.xml" Id="R51df22be68404406" /><Relationship Type="http://schemas.openxmlformats.org/officeDocument/2006/relationships/slideLayout" Target="/ppt/slideLayouts/slideLayout3.xml" Id="Re98707d1dce64b70" /></Relationships>
</file>

<file path=ppt/slides/_rels/slide336.xml.rels>&#65279;<?xml version="1.0" encoding="utf-8"?><Relationships xmlns="http://schemas.openxmlformats.org/package/2006/relationships"><Relationship Type="http://schemas.openxmlformats.org/officeDocument/2006/relationships/image" Target="/ppt/media/image.png" Id="R2801c85064d44ff1" /><Relationship Type="http://schemas.openxmlformats.org/officeDocument/2006/relationships/image" Target="/ppt/media/image3.png" Id="Rd894f24150aa4cbe" /><Relationship Type="http://schemas.openxmlformats.org/officeDocument/2006/relationships/image" Target="/ppt/media/image5.png" Id="R5ee61fd6a9a24eec" /><Relationship Type="http://schemas.openxmlformats.org/officeDocument/2006/relationships/notesSlide" Target="/ppt/notesSlides/notesSlide316.xml" Id="R8b691bbe9bcc444b" /><Relationship Type="http://schemas.openxmlformats.org/officeDocument/2006/relationships/slideLayout" Target="/ppt/slideLayouts/slideLayout3.xml" Id="R629626fdfc2345e7" /></Relationships>
</file>

<file path=ppt/slides/_rels/slide337.xml.rels>&#65279;<?xml version="1.0" encoding="utf-8"?><Relationships xmlns="http://schemas.openxmlformats.org/package/2006/relationships"><Relationship Type="http://schemas.openxmlformats.org/officeDocument/2006/relationships/image" Target="/ppt/media/image.png" Id="R0fdc7469a9e442ff" /><Relationship Type="http://schemas.openxmlformats.org/officeDocument/2006/relationships/image" Target="/ppt/media/image3.png" Id="R38397ffc06f245d4" /><Relationship Type="http://schemas.openxmlformats.org/officeDocument/2006/relationships/image" Target="/ppt/media/image5.png" Id="R359851cd24e14421" /><Relationship Type="http://schemas.openxmlformats.org/officeDocument/2006/relationships/notesSlide" Target="/ppt/notesSlides/notesSlide317.xml" Id="Ra62fa36bcb474edb" /><Relationship Type="http://schemas.openxmlformats.org/officeDocument/2006/relationships/slideLayout" Target="/ppt/slideLayouts/slideLayout3.xml" Id="Ra5d8cb3205a74732" /></Relationships>
</file>

<file path=ppt/slides/_rels/slide338.xml.rels>&#65279;<?xml version="1.0" encoding="utf-8"?><Relationships xmlns="http://schemas.openxmlformats.org/package/2006/relationships"><Relationship Type="http://schemas.openxmlformats.org/officeDocument/2006/relationships/image" Target="/ppt/media/image.png" Id="R4712cd21f461417c" /><Relationship Type="http://schemas.openxmlformats.org/officeDocument/2006/relationships/image" Target="/ppt/media/image3.png" Id="R6085be30980e49c2" /><Relationship Type="http://schemas.openxmlformats.org/officeDocument/2006/relationships/image" Target="/ppt/media/image5.png" Id="R8e7e381ff6bd4c87" /><Relationship Type="http://schemas.openxmlformats.org/officeDocument/2006/relationships/image" Target="/ppt/media/image124.png" Id="Rc6babcfafbd348fc" /><Relationship Type="http://schemas.openxmlformats.org/officeDocument/2006/relationships/notesSlide" Target="/ppt/notesSlides/notesSlide318.xml" Id="R2e5491a3451d45ef" /><Relationship Type="http://schemas.openxmlformats.org/officeDocument/2006/relationships/slideLayout" Target="/ppt/slideLayouts/slideLayout3.xml" Id="R36010fb48d964c71" /></Relationships>
</file>

<file path=ppt/slides/_rels/slide339.xml.rels>&#65279;<?xml version="1.0" encoding="utf-8"?><Relationships xmlns="http://schemas.openxmlformats.org/package/2006/relationships"><Relationship Type="http://schemas.openxmlformats.org/officeDocument/2006/relationships/image" Target="/ppt/media/image.png" Id="R9269cbb881f14a91" /><Relationship Type="http://schemas.openxmlformats.org/officeDocument/2006/relationships/image" Target="/ppt/media/image3.png" Id="Re5e44a544861453a" /><Relationship Type="http://schemas.openxmlformats.org/officeDocument/2006/relationships/image" Target="/ppt/media/image5.png" Id="Re80c5bb764ee4201" /><Relationship Type="http://schemas.openxmlformats.org/officeDocument/2006/relationships/notesSlide" Target="/ppt/notesSlides/notesSlide319.xml" Id="R40608be7679449ad" /><Relationship Type="http://schemas.openxmlformats.org/officeDocument/2006/relationships/slideLayout" Target="/ppt/slideLayouts/slideLayout3.xml" Id="R6bc95219eb9b4943" /></Relationships>
</file>

<file path=ppt/slides/_rels/slide340.xml.rels>&#65279;<?xml version="1.0" encoding="utf-8"?><Relationships xmlns="http://schemas.openxmlformats.org/package/2006/relationships"><Relationship Type="http://schemas.openxmlformats.org/officeDocument/2006/relationships/image" Target="/ppt/media/image.png" Id="Rb8dd042b42704c6f" /><Relationship Type="http://schemas.openxmlformats.org/officeDocument/2006/relationships/image" Target="/ppt/media/image3.png" Id="R56e7617acf6a40f0" /><Relationship Type="http://schemas.openxmlformats.org/officeDocument/2006/relationships/image" Target="/ppt/media/image5.png" Id="Ra230b7e78b5147c5" /><Relationship Type="http://schemas.openxmlformats.org/officeDocument/2006/relationships/image" Target="/ppt/media/image125.png" Id="Rd3771e86be92425c" /><Relationship Type="http://schemas.openxmlformats.org/officeDocument/2006/relationships/notesSlide" Target="/ppt/notesSlides/notesSlide320.xml" Id="R835a090613144bf2" /><Relationship Type="http://schemas.openxmlformats.org/officeDocument/2006/relationships/slideLayout" Target="/ppt/slideLayouts/slideLayout3.xml" Id="Rd9b501608ec543ae" /></Relationships>
</file>

<file path=ppt/slides/_rels/slide341.xml.rels>&#65279;<?xml version="1.0" encoding="utf-8"?><Relationships xmlns="http://schemas.openxmlformats.org/package/2006/relationships"><Relationship Type="http://schemas.openxmlformats.org/officeDocument/2006/relationships/image" Target="/ppt/media/image.png" Id="Rc22a01edd2064e27" /><Relationship Type="http://schemas.openxmlformats.org/officeDocument/2006/relationships/image" Target="/ppt/media/image3.png" Id="Rfa57c38ccb924eac" /><Relationship Type="http://schemas.openxmlformats.org/officeDocument/2006/relationships/image" Target="/ppt/media/image5.png" Id="Ra895ab4c321747e8" /><Relationship Type="http://schemas.openxmlformats.org/officeDocument/2006/relationships/notesSlide" Target="/ppt/notesSlides/notesSlide321.xml" Id="R952d2d1c25ed4056" /><Relationship Type="http://schemas.openxmlformats.org/officeDocument/2006/relationships/slideLayout" Target="/ppt/slideLayouts/slideLayout3.xml" Id="Re987949bb49a4152" /></Relationships>
</file>

<file path=ppt/slides/_rels/slide342.xml.rels>&#65279;<?xml version="1.0" encoding="utf-8"?><Relationships xmlns="http://schemas.openxmlformats.org/package/2006/relationships"><Relationship Type="http://schemas.openxmlformats.org/officeDocument/2006/relationships/image" Target="/ppt/media/image.png" Id="Re071ca860f0a4bed" /><Relationship Type="http://schemas.openxmlformats.org/officeDocument/2006/relationships/image" Target="/ppt/media/image3.png" Id="Ree04498cec0644dd" /><Relationship Type="http://schemas.openxmlformats.org/officeDocument/2006/relationships/image" Target="/ppt/media/image5.png" Id="R7f1ad7ac9e16471b" /><Relationship Type="http://schemas.openxmlformats.org/officeDocument/2006/relationships/notesSlide" Target="/ppt/notesSlides/notesSlide322.xml" Id="Rf95ec330182846c1" /><Relationship Type="http://schemas.openxmlformats.org/officeDocument/2006/relationships/slideLayout" Target="/ppt/slideLayouts/slideLayout3.xml" Id="R8034f3d6a5244da9" /></Relationships>
</file>

<file path=ppt/slides/_rels/slide343.xml.rels>&#65279;<?xml version="1.0" encoding="utf-8"?><Relationships xmlns="http://schemas.openxmlformats.org/package/2006/relationships"><Relationship Type="http://schemas.openxmlformats.org/officeDocument/2006/relationships/image" Target="/ppt/media/image.png" Id="Rcb828109bf3f4fb0" /><Relationship Type="http://schemas.openxmlformats.org/officeDocument/2006/relationships/image" Target="/ppt/media/image3.png" Id="R85a20c6799404453" /><Relationship Type="http://schemas.openxmlformats.org/officeDocument/2006/relationships/image" Target="/ppt/media/image5.png" Id="Rd2782f1a42194267" /><Relationship Type="http://schemas.openxmlformats.org/officeDocument/2006/relationships/notesSlide" Target="/ppt/notesSlides/notesSlide323.xml" Id="R66930485ef924515" /><Relationship Type="http://schemas.openxmlformats.org/officeDocument/2006/relationships/slideLayout" Target="/ppt/slideLayouts/slideLayout3.xml" Id="R5b0eecfc30234380" /></Relationships>
</file>

<file path=ppt/slides/_rels/slide344.xml.rels>&#65279;<?xml version="1.0" encoding="utf-8"?><Relationships xmlns="http://schemas.openxmlformats.org/package/2006/relationships"><Relationship Type="http://schemas.openxmlformats.org/officeDocument/2006/relationships/image" Target="/ppt/media/image.png" Id="R6b5f6f08e137424b" /><Relationship Type="http://schemas.openxmlformats.org/officeDocument/2006/relationships/image" Target="/ppt/media/image3.png" Id="Rcf74368e64424299" /><Relationship Type="http://schemas.openxmlformats.org/officeDocument/2006/relationships/image" Target="/ppt/media/image5.png" Id="R07316b3161d4486c" /><Relationship Type="http://schemas.openxmlformats.org/officeDocument/2006/relationships/notesSlide" Target="/ppt/notesSlides/notesSlide324.xml" Id="R9b8a970265194864" /><Relationship Type="http://schemas.openxmlformats.org/officeDocument/2006/relationships/slideLayout" Target="/ppt/slideLayouts/slideLayout3.xml" Id="R7d09a069398e4a53" /></Relationships>
</file>

<file path=ppt/slides/_rels/slide345.xml.rels>&#65279;<?xml version="1.0" encoding="utf-8"?><Relationships xmlns="http://schemas.openxmlformats.org/package/2006/relationships"><Relationship Type="http://schemas.openxmlformats.org/officeDocument/2006/relationships/image" Target="/ppt/media/image.png" Id="R7f3246ab931d40fc" /><Relationship Type="http://schemas.openxmlformats.org/officeDocument/2006/relationships/image" Target="/ppt/media/image3.png" Id="R12ccd04959c744e7" /><Relationship Type="http://schemas.openxmlformats.org/officeDocument/2006/relationships/image" Target="/ppt/media/image5.png" Id="Rcc61908dcdd24884" /><Relationship Type="http://schemas.openxmlformats.org/officeDocument/2006/relationships/notesSlide" Target="/ppt/notesSlides/notesSlide325.xml" Id="R12f9caa316384434" /><Relationship Type="http://schemas.openxmlformats.org/officeDocument/2006/relationships/slideLayout" Target="/ppt/slideLayouts/slideLayout3.xml" Id="Rad6a8e473ee64f60" /></Relationships>
</file>

<file path=ppt/slides/_rels/slide346.xml.rels>&#65279;<?xml version="1.0" encoding="utf-8"?><Relationships xmlns="http://schemas.openxmlformats.org/package/2006/relationships"><Relationship Type="http://schemas.openxmlformats.org/officeDocument/2006/relationships/image" Target="/ppt/media/image.png" Id="R26edba0013174956" /><Relationship Type="http://schemas.openxmlformats.org/officeDocument/2006/relationships/image" Target="/ppt/media/image3.png" Id="Rcf647f87ab84484a" /><Relationship Type="http://schemas.openxmlformats.org/officeDocument/2006/relationships/image" Target="/ppt/media/image5.png" Id="R2beefbd0a08f4770" /><Relationship Type="http://schemas.openxmlformats.org/officeDocument/2006/relationships/notesSlide" Target="/ppt/notesSlides/notesSlide326.xml" Id="R2a127f09aecf4e9c" /><Relationship Type="http://schemas.openxmlformats.org/officeDocument/2006/relationships/slideLayout" Target="/ppt/slideLayouts/slideLayout3.xml" Id="Refffaab292924afe" /></Relationships>
</file>

<file path=ppt/slides/_rels/slide347.xml.rels>&#65279;<?xml version="1.0" encoding="utf-8"?><Relationships xmlns="http://schemas.openxmlformats.org/package/2006/relationships"><Relationship Type="http://schemas.openxmlformats.org/officeDocument/2006/relationships/image" Target="/ppt/media/image.png" Id="R0a426f1bed124619" /><Relationship Type="http://schemas.openxmlformats.org/officeDocument/2006/relationships/image" Target="/ppt/media/image3.png" Id="Rce679b6a40414197" /><Relationship Type="http://schemas.openxmlformats.org/officeDocument/2006/relationships/image" Target="/ppt/media/image5.png" Id="Raf7b4da7a8aa44b2" /><Relationship Type="http://schemas.openxmlformats.org/officeDocument/2006/relationships/image" Target="/ppt/media/image126.png" Id="R6d4845e6e1e248dc" /><Relationship Type="http://schemas.openxmlformats.org/officeDocument/2006/relationships/image" Target="/ppt/media/image127.png" Id="R8340346582cf45a8" /><Relationship Type="http://schemas.openxmlformats.org/officeDocument/2006/relationships/notesSlide" Target="/ppt/notesSlides/notesSlide327.xml" Id="Rbe9f76e5bcd44174" /><Relationship Type="http://schemas.openxmlformats.org/officeDocument/2006/relationships/slideLayout" Target="/ppt/slideLayouts/slideLayout3.xml" Id="R51ee12c77f1f4765" /></Relationships>
</file>

<file path=ppt/slides/_rels/slide348.xml.rels>&#65279;<?xml version="1.0" encoding="utf-8"?><Relationships xmlns="http://schemas.openxmlformats.org/package/2006/relationships"><Relationship Type="http://schemas.openxmlformats.org/officeDocument/2006/relationships/image" Target="/ppt/media/image.png" Id="R3e0b09df969e4bbe" /><Relationship Type="http://schemas.openxmlformats.org/officeDocument/2006/relationships/image" Target="/ppt/media/image3.png" Id="R7ddc56de6f0a4e82" /><Relationship Type="http://schemas.openxmlformats.org/officeDocument/2006/relationships/image" Target="/ppt/media/image5.png" Id="R44bf8b0b74e24451" /><Relationship Type="http://schemas.openxmlformats.org/officeDocument/2006/relationships/notesSlide" Target="/ppt/notesSlides/notesSlide328.xml" Id="Ra2665dd4be7443c1" /><Relationship Type="http://schemas.openxmlformats.org/officeDocument/2006/relationships/slideLayout" Target="/ppt/slideLayouts/slideLayout3.xml" Id="R43a78bbe431742de" /></Relationships>
</file>

<file path=ppt/slides/_rels/slide349.xml.rels>&#65279;<?xml version="1.0" encoding="utf-8"?><Relationships xmlns="http://schemas.openxmlformats.org/package/2006/relationships"><Relationship Type="http://schemas.openxmlformats.org/officeDocument/2006/relationships/image" Target="/ppt/media/image.png" Id="R3320e91ea6494cfa" /><Relationship Type="http://schemas.openxmlformats.org/officeDocument/2006/relationships/image" Target="/ppt/media/image3.png" Id="R61e3805f638341f6" /><Relationship Type="http://schemas.openxmlformats.org/officeDocument/2006/relationships/image" Target="/ppt/media/image5.png" Id="R91b96c5932cd4909" /><Relationship Type="http://schemas.openxmlformats.org/officeDocument/2006/relationships/notesSlide" Target="/ppt/notesSlides/notesSlide329.xml" Id="Rba2923f6d46e412c" /><Relationship Type="http://schemas.openxmlformats.org/officeDocument/2006/relationships/slideLayout" Target="/ppt/slideLayouts/slideLayout3.xml" Id="Ra22ac572a4444d11" /></Relationships>
</file>

<file path=ppt/slides/_rels/slide350.xml.rels>&#65279;<?xml version="1.0" encoding="utf-8"?><Relationships xmlns="http://schemas.openxmlformats.org/package/2006/relationships"><Relationship Type="http://schemas.openxmlformats.org/officeDocument/2006/relationships/image" Target="/ppt/media/image.png" Id="R82edf128db8e489f" /><Relationship Type="http://schemas.openxmlformats.org/officeDocument/2006/relationships/image" Target="/ppt/media/image3.png" Id="Rec6435c7fc554168" /><Relationship Type="http://schemas.openxmlformats.org/officeDocument/2006/relationships/image" Target="/ppt/media/image5.png" Id="R1425068e69f941b4" /><Relationship Type="http://schemas.openxmlformats.org/officeDocument/2006/relationships/notesSlide" Target="/ppt/notesSlides/notesSlide330.xml" Id="Rabb1343afe2d4c50" /><Relationship Type="http://schemas.openxmlformats.org/officeDocument/2006/relationships/slideLayout" Target="/ppt/slideLayouts/slideLayout3.xml" Id="R3b61a3eb432547d1" /></Relationships>
</file>

<file path=ppt/slides/_rels/slide351.xml.rels>&#65279;<?xml version="1.0" encoding="utf-8"?><Relationships xmlns="http://schemas.openxmlformats.org/package/2006/relationships"><Relationship Type="http://schemas.openxmlformats.org/officeDocument/2006/relationships/image" Target="/ppt/media/image.png" Id="R6c261a30e689487f" /><Relationship Type="http://schemas.openxmlformats.org/officeDocument/2006/relationships/image" Target="/ppt/media/image3.png" Id="Rdf9d04dfccd3464f" /><Relationship Type="http://schemas.openxmlformats.org/officeDocument/2006/relationships/image" Target="/ppt/media/image5.png" Id="R75660db306c84397" /><Relationship Type="http://schemas.openxmlformats.org/officeDocument/2006/relationships/notesSlide" Target="/ppt/notesSlides/notesSlide331.xml" Id="Rf06a7cf1e05e4e52" /><Relationship Type="http://schemas.openxmlformats.org/officeDocument/2006/relationships/slideLayout" Target="/ppt/slideLayouts/slideLayout3.xml" Id="Re1bbf3b8c66843e9" /></Relationships>
</file>

<file path=ppt/slides/_rels/slide352.xml.rels>&#65279;<?xml version="1.0" encoding="utf-8"?><Relationships xmlns="http://schemas.openxmlformats.org/package/2006/relationships"><Relationship Type="http://schemas.openxmlformats.org/officeDocument/2006/relationships/image" Target="/ppt/media/image.png" Id="R40cb95cc41254ded" /><Relationship Type="http://schemas.openxmlformats.org/officeDocument/2006/relationships/image" Target="/ppt/media/image3.png" Id="R754ef9cb57234b99" /><Relationship Type="http://schemas.openxmlformats.org/officeDocument/2006/relationships/image" Target="/ppt/media/image5.png" Id="R6d52c182eb6e46ce" /><Relationship Type="http://schemas.openxmlformats.org/officeDocument/2006/relationships/notesSlide" Target="/ppt/notesSlides/notesSlide332.xml" Id="R51d307d64e6d4a96" /><Relationship Type="http://schemas.openxmlformats.org/officeDocument/2006/relationships/slideLayout" Target="/ppt/slideLayouts/slideLayout3.xml" Id="R43999dd2bc1a4458" /></Relationships>
</file>

<file path=ppt/slides/_rels/slide353.xml.rels>&#65279;<?xml version="1.0" encoding="utf-8"?><Relationships xmlns="http://schemas.openxmlformats.org/package/2006/relationships"><Relationship Type="http://schemas.openxmlformats.org/officeDocument/2006/relationships/image" Target="/ppt/media/image.png" Id="R2bbee8e5cd2146de" /><Relationship Type="http://schemas.openxmlformats.org/officeDocument/2006/relationships/image" Target="/ppt/media/image3.png" Id="Re4537fb437e8423c" /><Relationship Type="http://schemas.openxmlformats.org/officeDocument/2006/relationships/image" Target="/ppt/media/image5.png" Id="Rdf0dbf1ff03f4e4d" /><Relationship Type="http://schemas.openxmlformats.org/officeDocument/2006/relationships/notesSlide" Target="/ppt/notesSlides/notesSlide333.xml" Id="R75b9a31c4f5a4d56" /><Relationship Type="http://schemas.openxmlformats.org/officeDocument/2006/relationships/slideLayout" Target="/ppt/slideLayouts/slideLayout3.xml" Id="R07d14af027e2497d" /></Relationships>
</file>

<file path=ppt/slides/_rels/slide354.xml.rels>&#65279;<?xml version="1.0" encoding="utf-8"?><Relationships xmlns="http://schemas.openxmlformats.org/package/2006/relationships"><Relationship Type="http://schemas.openxmlformats.org/officeDocument/2006/relationships/image" Target="/ppt/media/image.png" Id="R2b4b783aef874d36" /><Relationship Type="http://schemas.openxmlformats.org/officeDocument/2006/relationships/image" Target="/ppt/media/image3.png" Id="R0c036249495c4ed0" /><Relationship Type="http://schemas.openxmlformats.org/officeDocument/2006/relationships/image" Target="/ppt/media/image5.png" Id="Rea279ecaa7704160" /><Relationship Type="http://schemas.openxmlformats.org/officeDocument/2006/relationships/notesSlide" Target="/ppt/notesSlides/notesSlide334.xml" Id="R86cf3c9990ba451f" /><Relationship Type="http://schemas.openxmlformats.org/officeDocument/2006/relationships/slideLayout" Target="/ppt/slideLayouts/slideLayout3.xml" Id="R83cdcb2582354f50" /></Relationships>
</file>

<file path=ppt/slides/_rels/slide355.xml.rels>&#65279;<?xml version="1.0" encoding="utf-8"?><Relationships xmlns="http://schemas.openxmlformats.org/package/2006/relationships"><Relationship Type="http://schemas.openxmlformats.org/officeDocument/2006/relationships/image" Target="/ppt/media/image.png" Id="R3400cd128e824a56" /><Relationship Type="http://schemas.openxmlformats.org/officeDocument/2006/relationships/image" Target="/ppt/media/image3.png" Id="Rd7e7aa29cd364668" /><Relationship Type="http://schemas.openxmlformats.org/officeDocument/2006/relationships/image" Target="/ppt/media/image5.png" Id="Rf59282ebd0bd408c" /><Relationship Type="http://schemas.openxmlformats.org/officeDocument/2006/relationships/notesSlide" Target="/ppt/notesSlides/notesSlide335.xml" Id="R271c9c5302b245d7" /><Relationship Type="http://schemas.openxmlformats.org/officeDocument/2006/relationships/slideLayout" Target="/ppt/slideLayouts/slideLayout3.xml" Id="R5e046ab9c72c4fbe" /></Relationships>
</file>

<file path=ppt/slides/_rels/slide356.xml.rels>&#65279;<?xml version="1.0" encoding="utf-8"?><Relationships xmlns="http://schemas.openxmlformats.org/package/2006/relationships"><Relationship Type="http://schemas.openxmlformats.org/officeDocument/2006/relationships/image" Target="/ppt/media/image.png" Id="Rc959d4fdbc0c4d71" /><Relationship Type="http://schemas.openxmlformats.org/officeDocument/2006/relationships/image" Target="/ppt/media/image3.png" Id="Rfdd6bfd4ae3d4341" /><Relationship Type="http://schemas.openxmlformats.org/officeDocument/2006/relationships/image" Target="/ppt/media/image5.png" Id="R6c0f1943ac9342d9" /><Relationship Type="http://schemas.openxmlformats.org/officeDocument/2006/relationships/notesSlide" Target="/ppt/notesSlides/notesSlide336.xml" Id="R60eab81ae3ea4f98" /><Relationship Type="http://schemas.openxmlformats.org/officeDocument/2006/relationships/slideLayout" Target="/ppt/slideLayouts/slideLayout3.xml" Id="R936bd218a7d94a2b" /></Relationships>
</file>

<file path=ppt/slides/_rels/slide357.xml.rels>&#65279;<?xml version="1.0" encoding="utf-8"?><Relationships xmlns="http://schemas.openxmlformats.org/package/2006/relationships"><Relationship Type="http://schemas.openxmlformats.org/officeDocument/2006/relationships/image" Target="/ppt/media/image.png" Id="R607a9b09584b4ecb" /><Relationship Type="http://schemas.openxmlformats.org/officeDocument/2006/relationships/image" Target="/ppt/media/image3.png" Id="R3e5cd052a7f34a2d" /><Relationship Type="http://schemas.openxmlformats.org/officeDocument/2006/relationships/image" Target="/ppt/media/image5.png" Id="R12862fc7457a453c" /><Relationship Type="http://schemas.openxmlformats.org/officeDocument/2006/relationships/notesSlide" Target="/ppt/notesSlides/notesSlide337.xml" Id="Rb1b2791a388b4d66" /><Relationship Type="http://schemas.openxmlformats.org/officeDocument/2006/relationships/slideLayout" Target="/ppt/slideLayouts/slideLayout3.xml" Id="R43d3fe3ae65a4a41" /></Relationships>
</file>

<file path=ppt/slides/_rels/slide358.xml.rels>&#65279;<?xml version="1.0" encoding="utf-8"?><Relationships xmlns="http://schemas.openxmlformats.org/package/2006/relationships"><Relationship Type="http://schemas.openxmlformats.org/officeDocument/2006/relationships/image" Target="/ppt/media/image.png" Id="Rda7a729c15aa4fcf" /><Relationship Type="http://schemas.openxmlformats.org/officeDocument/2006/relationships/image" Target="/ppt/media/image3.png" Id="Rced20a9e19114598" /><Relationship Type="http://schemas.openxmlformats.org/officeDocument/2006/relationships/image" Target="/ppt/media/image5.png" Id="Rc2af7a580a704fb5" /><Relationship Type="http://schemas.openxmlformats.org/officeDocument/2006/relationships/notesSlide" Target="/ppt/notesSlides/notesSlide338.xml" Id="Rd4fdd64ce3184b20" /><Relationship Type="http://schemas.openxmlformats.org/officeDocument/2006/relationships/slideLayout" Target="/ppt/slideLayouts/slideLayout3.xml" Id="R785363c89c344555" /></Relationships>
</file>

<file path=ppt/slides/_rels/slide359.xml.rels>&#65279;<?xml version="1.0" encoding="utf-8"?><Relationships xmlns="http://schemas.openxmlformats.org/package/2006/relationships"><Relationship Type="http://schemas.openxmlformats.org/officeDocument/2006/relationships/image" Target="/ppt/media/image.png" Id="Rd9e6ea59da6e42c1" /><Relationship Type="http://schemas.openxmlformats.org/officeDocument/2006/relationships/image" Target="/ppt/media/image3.png" Id="R3309c0fcdd2240e3" /><Relationship Type="http://schemas.openxmlformats.org/officeDocument/2006/relationships/notesSlide" Target="/ppt/notesSlides/notesSlide339.xml" Id="Ra846709d3220467d" /><Relationship Type="http://schemas.openxmlformats.org/officeDocument/2006/relationships/slideLayout" Target="/ppt/slideLayouts/slideLayout3.xml" Id="R693299d016f64fae" /><Relationship Type="http://schemas.openxmlformats.org/officeDocument/2006/relationships/hyperlink" Target="https://www.geeksforgeeks.org/array-data-structure/" TargetMode="External" Id="rcIdd35e46d92c0e4945" /><Relationship Type="http://schemas.openxmlformats.org/officeDocument/2006/relationships/hyperlink" Target="https://www.tutorialspoint.com/data_structures_algorithms/array_data_structure.htm" TargetMode="External" Id="rcId2da5a206a7a046f0" /><Relationship Type="http://schemas.openxmlformats.org/officeDocument/2006/relationships/hyperlink" Target="https://ocw.mit.edu/" TargetMode="External" Id="rcIdb98122c404474a7d" /><Relationship Type="http://schemas.openxmlformats.org/officeDocument/2006/relationships/hyperlink" Target="https://www.programiz.com/python-programming/list" TargetMode="External" Id="rcId6be7e43994f74ca3" /></Relationships>
</file>

<file path=ppt/slides/_rels/slide360.xml.rels>&#65279;<?xml version="1.0" encoding="utf-8"?><Relationships xmlns="http://schemas.openxmlformats.org/package/2006/relationships"><Relationship Type="http://schemas.openxmlformats.org/officeDocument/2006/relationships/image" Target="/ppt/media/image.png" Id="Re1066ac33a5d4fbe" /><Relationship Type="http://schemas.openxmlformats.org/officeDocument/2006/relationships/image" Target="/ppt/media/image3.png" Id="R0548d41e7e064614" /><Relationship Type="http://schemas.openxmlformats.org/officeDocument/2006/relationships/slideLayout" Target="/ppt/slideLayouts/slideLayout3.xml" Id="R5a8e9c94eae74a69" /></Relationships>
</file>

<file path=ppt/slides/_rels/slide361.xml.rels>&#65279;<?xml version="1.0" encoding="utf-8"?><Relationships xmlns="http://schemas.openxmlformats.org/package/2006/relationships"><Relationship Type="http://schemas.openxmlformats.org/officeDocument/2006/relationships/image" Target="/ppt/media/image.png" Id="Rd9d008d90b2343aa" /><Relationship Type="http://schemas.openxmlformats.org/officeDocument/2006/relationships/image" Target="/ppt/media/image2.png" Id="Rada2d98bc4f44bee" /><Relationship Type="http://schemas.openxmlformats.org/officeDocument/2006/relationships/slideLayout" Target="/ppt/slideLayouts/slideLayout4.xml" Id="R848f10d9934c4e48" /></Relationships>
</file>

<file path=ppt/slides/_rels/slide362.xml.rels>&#65279;<?xml version="1.0" encoding="utf-8"?><Relationships xmlns="http://schemas.openxmlformats.org/package/2006/relationships"><Relationship Type="http://schemas.openxmlformats.org/officeDocument/2006/relationships/image" Target="/ppt/media/image.png" Id="Rcf49264b09974df4" /><Relationship Type="http://schemas.openxmlformats.org/officeDocument/2006/relationships/image" Target="/ppt/media/image3.png" Id="R15f835d39a744d86" /><Relationship Type="http://schemas.openxmlformats.org/officeDocument/2006/relationships/notesSlide" Target="/ppt/notesSlides/notesSlide340.xml" Id="R762557648c424064" /><Relationship Type="http://schemas.openxmlformats.org/officeDocument/2006/relationships/slideLayout" Target="/ppt/slideLayouts/slideLayout3.xml" Id="R40ae4983abae418a" /></Relationships>
</file>

<file path=ppt/slides/_rels/slide363.xml.rels>&#65279;<?xml version="1.0" encoding="utf-8"?><Relationships xmlns="http://schemas.openxmlformats.org/package/2006/relationships"><Relationship Type="http://schemas.openxmlformats.org/officeDocument/2006/relationships/image" Target="/ppt/media/image.png" Id="R6e687d0ead2e43b0" /><Relationship Type="http://schemas.openxmlformats.org/officeDocument/2006/relationships/image" Target="/ppt/media/image3.png" Id="R64291e779937413a" /><Relationship Type="http://schemas.openxmlformats.org/officeDocument/2006/relationships/notesSlide" Target="/ppt/notesSlides/notesSlide341.xml" Id="Rccb522ab71a048bc" /><Relationship Type="http://schemas.openxmlformats.org/officeDocument/2006/relationships/slideLayout" Target="/ppt/slideLayouts/slideLayout3.xml" Id="Re046828d78414aeb" /></Relationships>
</file>

<file path=ppt/slides/_rels/slide364.xml.rels>&#65279;<?xml version="1.0" encoding="utf-8"?><Relationships xmlns="http://schemas.openxmlformats.org/package/2006/relationships"><Relationship Type="http://schemas.openxmlformats.org/officeDocument/2006/relationships/image" Target="/ppt/media/image.png" Id="R68e8f16e893a48cf" /><Relationship Type="http://schemas.openxmlformats.org/officeDocument/2006/relationships/image" Target="/ppt/media/image3.png" Id="Ra186df9784ce44fd" /><Relationship Type="http://schemas.openxmlformats.org/officeDocument/2006/relationships/image" Target="/ppt/media/image5.png" Id="R82715cb184e0451b" /><Relationship Type="http://schemas.openxmlformats.org/officeDocument/2006/relationships/notesSlide" Target="/ppt/notesSlides/notesSlide342.xml" Id="R1130dfbe58034835" /><Relationship Type="http://schemas.openxmlformats.org/officeDocument/2006/relationships/slideLayout" Target="/ppt/slideLayouts/slideLayout3.xml" Id="R513c4c8597be4397" /></Relationships>
</file>

<file path=ppt/slides/_rels/slide365.xml.rels>&#65279;<?xml version="1.0" encoding="utf-8"?><Relationships xmlns="http://schemas.openxmlformats.org/package/2006/relationships"><Relationship Type="http://schemas.openxmlformats.org/officeDocument/2006/relationships/image" Target="/ppt/media/image.png" Id="R5bbba5137cfc40f4" /><Relationship Type="http://schemas.openxmlformats.org/officeDocument/2006/relationships/image" Target="/ppt/media/image3.png" Id="R6d9bc76ac1314ba6" /><Relationship Type="http://schemas.openxmlformats.org/officeDocument/2006/relationships/image" Target="/ppt/media/image5.png" Id="R7b3780169aa9464d" /><Relationship Type="http://schemas.openxmlformats.org/officeDocument/2006/relationships/notesSlide" Target="/ppt/notesSlides/notesSlide343.xml" Id="Re8f4b5f6f4b94cc8" /><Relationship Type="http://schemas.openxmlformats.org/officeDocument/2006/relationships/slideLayout" Target="/ppt/slideLayouts/slideLayout3.xml" Id="R9deef485fe1942a0" /></Relationships>
</file>

<file path=ppt/slides/_rels/slide366.xml.rels>&#65279;<?xml version="1.0" encoding="utf-8"?><Relationships xmlns="http://schemas.openxmlformats.org/package/2006/relationships"><Relationship Type="http://schemas.openxmlformats.org/officeDocument/2006/relationships/image" Target="/ppt/media/image.png" Id="R1a43687c3c5c4a7a" /><Relationship Type="http://schemas.openxmlformats.org/officeDocument/2006/relationships/image" Target="/ppt/media/image3.png" Id="R980c0206c3b64612" /><Relationship Type="http://schemas.openxmlformats.org/officeDocument/2006/relationships/image" Target="/ppt/media/image5.png" Id="R20f071c8fb574ac3" /><Relationship Type="http://schemas.openxmlformats.org/officeDocument/2006/relationships/notesSlide" Target="/ppt/notesSlides/notesSlide344.xml" Id="R9f580b6273634d21" /><Relationship Type="http://schemas.openxmlformats.org/officeDocument/2006/relationships/slideLayout" Target="/ppt/slideLayouts/slideLayout3.xml" Id="Rd7abee0929364551" /></Relationships>
</file>

<file path=ppt/slides/_rels/slide367.xml.rels>&#65279;<?xml version="1.0" encoding="utf-8"?><Relationships xmlns="http://schemas.openxmlformats.org/package/2006/relationships"><Relationship Type="http://schemas.openxmlformats.org/officeDocument/2006/relationships/image" Target="/ppt/media/image.png" Id="R909c0a271b034839" /><Relationship Type="http://schemas.openxmlformats.org/officeDocument/2006/relationships/image" Target="/ppt/media/image3.png" Id="Re7a3b0d851d84617" /><Relationship Type="http://schemas.openxmlformats.org/officeDocument/2006/relationships/image" Target="/ppt/media/image5.png" Id="Rbbc0bc21f83346f2" /><Relationship Type="http://schemas.openxmlformats.org/officeDocument/2006/relationships/notesSlide" Target="/ppt/notesSlides/notesSlide345.xml" Id="R050f75bdde4f4ec3" /><Relationship Type="http://schemas.openxmlformats.org/officeDocument/2006/relationships/slideLayout" Target="/ppt/slideLayouts/slideLayout3.xml" Id="R7e9f3dbfeadd42d0" /></Relationships>
</file>

<file path=ppt/slides/_rels/slide368.xml.rels>&#65279;<?xml version="1.0" encoding="utf-8"?><Relationships xmlns="http://schemas.openxmlformats.org/package/2006/relationships"><Relationship Type="http://schemas.openxmlformats.org/officeDocument/2006/relationships/image" Target="/ppt/media/image.png" Id="R965a711a5ea243a5" /><Relationship Type="http://schemas.openxmlformats.org/officeDocument/2006/relationships/image" Target="/ppt/media/image3.png" Id="R069c36975ec04e7e" /><Relationship Type="http://schemas.openxmlformats.org/officeDocument/2006/relationships/image" Target="/ppt/media/image5.png" Id="R011e894fce904c34" /><Relationship Type="http://schemas.openxmlformats.org/officeDocument/2006/relationships/notesSlide" Target="/ppt/notesSlides/notesSlide346.xml" Id="R8008561fb806474b" /><Relationship Type="http://schemas.openxmlformats.org/officeDocument/2006/relationships/slideLayout" Target="/ppt/slideLayouts/slideLayout3.xml" Id="R8b1c0c5764794f8c" /></Relationships>
</file>

<file path=ppt/slides/_rels/slide369.xml.rels>&#65279;<?xml version="1.0" encoding="utf-8"?><Relationships xmlns="http://schemas.openxmlformats.org/package/2006/relationships"><Relationship Type="http://schemas.openxmlformats.org/officeDocument/2006/relationships/image" Target="/ppt/media/image.png" Id="Rb14ddddb075d42b4" /><Relationship Type="http://schemas.openxmlformats.org/officeDocument/2006/relationships/image" Target="/ppt/media/image3.png" Id="R1c22345a1f094012" /><Relationship Type="http://schemas.openxmlformats.org/officeDocument/2006/relationships/image" Target="/ppt/media/image5.png" Id="Rc485fc8c6daf4b4c" /><Relationship Type="http://schemas.openxmlformats.org/officeDocument/2006/relationships/notesSlide" Target="/ppt/notesSlides/notesSlide347.xml" Id="R254c79095e514fb8" /><Relationship Type="http://schemas.openxmlformats.org/officeDocument/2006/relationships/slideLayout" Target="/ppt/slideLayouts/slideLayout3.xml" Id="R4a86ac0c3aff4da9" /></Relationships>
</file>

<file path=ppt/slides/_rels/slide370.xml.rels>&#65279;<?xml version="1.0" encoding="utf-8"?><Relationships xmlns="http://schemas.openxmlformats.org/package/2006/relationships"><Relationship Type="http://schemas.openxmlformats.org/officeDocument/2006/relationships/image" Target="/ppt/media/image.png" Id="R87d9a2f6d71a4e40" /><Relationship Type="http://schemas.openxmlformats.org/officeDocument/2006/relationships/image" Target="/ppt/media/image3.png" Id="R9e8717c7f61a4662" /><Relationship Type="http://schemas.openxmlformats.org/officeDocument/2006/relationships/image" Target="/ppt/media/image5.png" Id="Rb68e2c3ef2944201" /><Relationship Type="http://schemas.openxmlformats.org/officeDocument/2006/relationships/notesSlide" Target="/ppt/notesSlides/notesSlide348.xml" Id="R0df7c7dd10e5439f" /><Relationship Type="http://schemas.openxmlformats.org/officeDocument/2006/relationships/slideLayout" Target="/ppt/slideLayouts/slideLayout3.xml" Id="R2934d7e8441e4c7f" /></Relationships>
</file>

<file path=ppt/slides/_rels/slide371.xml.rels>&#65279;<?xml version="1.0" encoding="utf-8"?><Relationships xmlns="http://schemas.openxmlformats.org/package/2006/relationships"><Relationship Type="http://schemas.openxmlformats.org/officeDocument/2006/relationships/image" Target="/ppt/media/image.png" Id="R51aea0d1ced44016" /><Relationship Type="http://schemas.openxmlformats.org/officeDocument/2006/relationships/image" Target="/ppt/media/image3.png" Id="R6ff67a920b9a460b" /><Relationship Type="http://schemas.openxmlformats.org/officeDocument/2006/relationships/image" Target="/ppt/media/image5.png" Id="Rd910fac06f594979" /><Relationship Type="http://schemas.openxmlformats.org/officeDocument/2006/relationships/image" Target="/ppt/media/image128.png" Id="R583875f44ce5424c" /><Relationship Type="http://schemas.openxmlformats.org/officeDocument/2006/relationships/notesSlide" Target="/ppt/notesSlides/notesSlide349.xml" Id="R03b6450881d54f49" /><Relationship Type="http://schemas.openxmlformats.org/officeDocument/2006/relationships/slideLayout" Target="/ppt/slideLayouts/slideLayout3.xml" Id="R620a98558fb44438" /></Relationships>
</file>

<file path=ppt/slides/_rels/slide372.xml.rels>&#65279;<?xml version="1.0" encoding="utf-8"?><Relationships xmlns="http://schemas.openxmlformats.org/package/2006/relationships"><Relationship Type="http://schemas.openxmlformats.org/officeDocument/2006/relationships/image" Target="/ppt/media/image.png" Id="R76bfe0db39d149b0" /><Relationship Type="http://schemas.openxmlformats.org/officeDocument/2006/relationships/image" Target="/ppt/media/image3.png" Id="R9bca7dd359c440a3" /><Relationship Type="http://schemas.openxmlformats.org/officeDocument/2006/relationships/image" Target="/ppt/media/image5.png" Id="Raf92597ce5774e8a" /><Relationship Type="http://schemas.openxmlformats.org/officeDocument/2006/relationships/image" Target="/ppt/media/image.jpg" Id="R2b21c5d5e53f4ec8" /><Relationship Type="http://schemas.openxmlformats.org/officeDocument/2006/relationships/image" Target="/ppt/media/image129.png" Id="R0620a3baf1f1440b" /><Relationship Type="http://schemas.openxmlformats.org/officeDocument/2006/relationships/notesSlide" Target="/ppt/notesSlides/notesSlide350.xml" Id="Rad8f591de96b4878" /><Relationship Type="http://schemas.openxmlformats.org/officeDocument/2006/relationships/slideLayout" Target="/ppt/slideLayouts/slideLayout3.xml" Id="R3b83371528ae4928" /></Relationships>
</file>

<file path=ppt/slides/_rels/slide373.xml.rels>&#65279;<?xml version="1.0" encoding="utf-8"?><Relationships xmlns="http://schemas.openxmlformats.org/package/2006/relationships"><Relationship Type="http://schemas.openxmlformats.org/officeDocument/2006/relationships/image" Target="/ppt/media/image.png" Id="Rc17e5c006784431f" /><Relationship Type="http://schemas.openxmlformats.org/officeDocument/2006/relationships/image" Target="/ppt/media/image3.png" Id="R3fde72f57b7744a1" /><Relationship Type="http://schemas.openxmlformats.org/officeDocument/2006/relationships/image" Target="/ppt/media/image5.png" Id="R38c14ca51f274df3" /><Relationship Type="http://schemas.openxmlformats.org/officeDocument/2006/relationships/notesSlide" Target="/ppt/notesSlides/notesSlide351.xml" Id="Rfd497f62040b4fbe" /><Relationship Type="http://schemas.openxmlformats.org/officeDocument/2006/relationships/slideLayout" Target="/ppt/slideLayouts/slideLayout3.xml" Id="R6224eed05ee14d1e" /></Relationships>
</file>

<file path=ppt/slides/_rels/slide374.xml.rels>&#65279;<?xml version="1.0" encoding="utf-8"?><Relationships xmlns="http://schemas.openxmlformats.org/package/2006/relationships"><Relationship Type="http://schemas.openxmlformats.org/officeDocument/2006/relationships/image" Target="/ppt/media/image.png" Id="R7976c81709e84d19" /><Relationship Type="http://schemas.openxmlformats.org/officeDocument/2006/relationships/image" Target="/ppt/media/image3.png" Id="Re57e7807d8d547ab" /><Relationship Type="http://schemas.openxmlformats.org/officeDocument/2006/relationships/image" Target="/ppt/media/image5.png" Id="R1cd408e1eab9424c" /><Relationship Type="http://schemas.openxmlformats.org/officeDocument/2006/relationships/image" Target="/ppt/media/image2.jpg" Id="Rf5a7e23c3caa487e" /><Relationship Type="http://schemas.openxmlformats.org/officeDocument/2006/relationships/notesSlide" Target="/ppt/notesSlides/notesSlide352.xml" Id="R5476d612c9b7401a" /><Relationship Type="http://schemas.openxmlformats.org/officeDocument/2006/relationships/slideLayout" Target="/ppt/slideLayouts/slideLayout3.xml" Id="R299239f6ea5a4be5" /></Relationships>
</file>

<file path=ppt/slides/_rels/slide375.xml.rels>&#65279;<?xml version="1.0" encoding="utf-8"?><Relationships xmlns="http://schemas.openxmlformats.org/package/2006/relationships"><Relationship Type="http://schemas.openxmlformats.org/officeDocument/2006/relationships/image" Target="/ppt/media/image.png" Id="Rca6d629e0e4d4d45" /><Relationship Type="http://schemas.openxmlformats.org/officeDocument/2006/relationships/image" Target="/ppt/media/image3.png" Id="R7e3043f4e7954e23" /><Relationship Type="http://schemas.openxmlformats.org/officeDocument/2006/relationships/image" Target="/ppt/media/image5.png" Id="R8fd82a35a8924a6a" /><Relationship Type="http://schemas.openxmlformats.org/officeDocument/2006/relationships/image" Target="/ppt/media/image130.png" Id="R7de0e0f739e24300" /><Relationship Type="http://schemas.openxmlformats.org/officeDocument/2006/relationships/notesSlide" Target="/ppt/notesSlides/notesSlide353.xml" Id="Rcc1552c3f4ef4ae7" /><Relationship Type="http://schemas.openxmlformats.org/officeDocument/2006/relationships/slideLayout" Target="/ppt/slideLayouts/slideLayout3.xml" Id="R16525e2518ca4e3b" /></Relationships>
</file>

<file path=ppt/slides/_rels/slide376.xml.rels>&#65279;<?xml version="1.0" encoding="utf-8"?><Relationships xmlns="http://schemas.openxmlformats.org/package/2006/relationships"><Relationship Type="http://schemas.openxmlformats.org/officeDocument/2006/relationships/image" Target="/ppt/media/image.png" Id="Rfa6f69eaa3aa4b2e" /><Relationship Type="http://schemas.openxmlformats.org/officeDocument/2006/relationships/image" Target="/ppt/media/image3.png" Id="R27ef4846518547e3" /><Relationship Type="http://schemas.openxmlformats.org/officeDocument/2006/relationships/image" Target="/ppt/media/image5.png" Id="R8590997bed57477b" /><Relationship Type="http://schemas.openxmlformats.org/officeDocument/2006/relationships/notesSlide" Target="/ppt/notesSlides/notesSlide354.xml" Id="R505de72fd39441ec" /><Relationship Type="http://schemas.openxmlformats.org/officeDocument/2006/relationships/slideLayout" Target="/ppt/slideLayouts/slideLayout3.xml" Id="R93b0294f761c4176" /></Relationships>
</file>

<file path=ppt/slides/_rels/slide377.xml.rels>&#65279;<?xml version="1.0" encoding="utf-8"?><Relationships xmlns="http://schemas.openxmlformats.org/package/2006/relationships"><Relationship Type="http://schemas.openxmlformats.org/officeDocument/2006/relationships/image" Target="/ppt/media/image.png" Id="Rbc1fecbe0b5a4124" /><Relationship Type="http://schemas.openxmlformats.org/officeDocument/2006/relationships/image" Target="/ppt/media/image3.png" Id="R1811114998fa4b93" /><Relationship Type="http://schemas.openxmlformats.org/officeDocument/2006/relationships/image" Target="/ppt/media/image5.png" Id="R664a5ecf97544461" /><Relationship Type="http://schemas.openxmlformats.org/officeDocument/2006/relationships/image" Target="/ppt/media/image131.png" Id="Rdd70788efeeb43d5" /><Relationship Type="http://schemas.openxmlformats.org/officeDocument/2006/relationships/notesSlide" Target="/ppt/notesSlides/notesSlide355.xml" Id="Ra0bd43ae954746a1" /><Relationship Type="http://schemas.openxmlformats.org/officeDocument/2006/relationships/slideLayout" Target="/ppt/slideLayouts/slideLayout3.xml" Id="R00dcb3abccb94280" /></Relationships>
</file>

<file path=ppt/slides/_rels/slide378.xml.rels>&#65279;<?xml version="1.0" encoding="utf-8"?><Relationships xmlns="http://schemas.openxmlformats.org/package/2006/relationships"><Relationship Type="http://schemas.openxmlformats.org/officeDocument/2006/relationships/image" Target="/ppt/media/image.png" Id="R5fdf78f45f98440f" /><Relationship Type="http://schemas.openxmlformats.org/officeDocument/2006/relationships/image" Target="/ppt/media/image3.png" Id="Rd8f934b15af14c76" /><Relationship Type="http://schemas.openxmlformats.org/officeDocument/2006/relationships/image" Target="/ppt/media/image5.png" Id="Rf8d98f611e364c4f" /><Relationship Type="http://schemas.openxmlformats.org/officeDocument/2006/relationships/image" Target="/ppt/media/image124.png" Id="R0d2c6010b46b48b0" /><Relationship Type="http://schemas.openxmlformats.org/officeDocument/2006/relationships/notesSlide" Target="/ppt/notesSlides/notesSlide356.xml" Id="Rfdba33d48f594035" /><Relationship Type="http://schemas.openxmlformats.org/officeDocument/2006/relationships/slideLayout" Target="/ppt/slideLayouts/slideLayout3.xml" Id="R99f99ff62791446e" /></Relationships>
</file>

<file path=ppt/slides/_rels/slide379.xml.rels>&#65279;<?xml version="1.0" encoding="utf-8"?><Relationships xmlns="http://schemas.openxmlformats.org/package/2006/relationships"><Relationship Type="http://schemas.openxmlformats.org/officeDocument/2006/relationships/image" Target="/ppt/media/image.png" Id="R28959f0d3ba84d77" /><Relationship Type="http://schemas.openxmlformats.org/officeDocument/2006/relationships/image" Target="/ppt/media/image3.png" Id="R6b137f27dbd64218" /><Relationship Type="http://schemas.openxmlformats.org/officeDocument/2006/relationships/image" Target="/ppt/media/image5.png" Id="R173c05e809e24b19" /><Relationship Type="http://schemas.openxmlformats.org/officeDocument/2006/relationships/image" Target="/ppt/media/image132.png" Id="Rd9d7d464440c481a" /><Relationship Type="http://schemas.openxmlformats.org/officeDocument/2006/relationships/image" Target="/ppt/media/image124.png" Id="R9359d410da074804" /><Relationship Type="http://schemas.openxmlformats.org/officeDocument/2006/relationships/notesSlide" Target="/ppt/notesSlides/notesSlide357.xml" Id="R5c39db16bf374140" /><Relationship Type="http://schemas.openxmlformats.org/officeDocument/2006/relationships/slideLayout" Target="/ppt/slideLayouts/slideLayout3.xml" Id="R0a49285cd4a84cc7" /></Relationships>
</file>

<file path=ppt/slides/_rels/slide380.xml.rels>&#65279;<?xml version="1.0" encoding="utf-8"?><Relationships xmlns="http://schemas.openxmlformats.org/package/2006/relationships"><Relationship Type="http://schemas.openxmlformats.org/officeDocument/2006/relationships/image" Target="/ppt/media/image.png" Id="Rf6cd709b441646d4" /><Relationship Type="http://schemas.openxmlformats.org/officeDocument/2006/relationships/image" Target="/ppt/media/image3.png" Id="R2ac445a37b0f49e7" /><Relationship Type="http://schemas.openxmlformats.org/officeDocument/2006/relationships/image" Target="/ppt/media/image5.png" Id="R1b06526f70714c3c" /><Relationship Type="http://schemas.openxmlformats.org/officeDocument/2006/relationships/notesSlide" Target="/ppt/notesSlides/notesSlide358.xml" Id="Rb2545bf7e97c4cad" /><Relationship Type="http://schemas.openxmlformats.org/officeDocument/2006/relationships/slideLayout" Target="/ppt/slideLayouts/slideLayout3.xml" Id="R21a99c416bc9474e" /></Relationships>
</file>

<file path=ppt/slides/_rels/slide381.xml.rels>&#65279;<?xml version="1.0" encoding="utf-8"?><Relationships xmlns="http://schemas.openxmlformats.org/package/2006/relationships"><Relationship Type="http://schemas.openxmlformats.org/officeDocument/2006/relationships/image" Target="/ppt/media/image.png" Id="R47fb6764b39e4480" /><Relationship Type="http://schemas.openxmlformats.org/officeDocument/2006/relationships/image" Target="/ppt/media/image3.png" Id="Rb0eea6823985456b" /><Relationship Type="http://schemas.openxmlformats.org/officeDocument/2006/relationships/image" Target="/ppt/media/image5.png" Id="R6f6525e9b10648d7" /><Relationship Type="http://schemas.openxmlformats.org/officeDocument/2006/relationships/notesSlide" Target="/ppt/notesSlides/notesSlide359.xml" Id="Rf1f29e68dd2f46fd" /><Relationship Type="http://schemas.openxmlformats.org/officeDocument/2006/relationships/slideLayout" Target="/ppt/slideLayouts/slideLayout3.xml" Id="R55b275b460a7485c" /></Relationships>
</file>

<file path=ppt/slides/_rels/slide382.xml.rels>&#65279;<?xml version="1.0" encoding="utf-8"?><Relationships xmlns="http://schemas.openxmlformats.org/package/2006/relationships"><Relationship Type="http://schemas.openxmlformats.org/officeDocument/2006/relationships/image" Target="/ppt/media/image.png" Id="R479f6021d35a4483" /><Relationship Type="http://schemas.openxmlformats.org/officeDocument/2006/relationships/image" Target="/ppt/media/image3.png" Id="R8c299f922aa84821" /><Relationship Type="http://schemas.openxmlformats.org/officeDocument/2006/relationships/image" Target="/ppt/media/image5.png" Id="Rd65a6a88d60e438a" /><Relationship Type="http://schemas.openxmlformats.org/officeDocument/2006/relationships/notesSlide" Target="/ppt/notesSlides/notesSlide360.xml" Id="R7824cac757bc47aa" /><Relationship Type="http://schemas.openxmlformats.org/officeDocument/2006/relationships/slideLayout" Target="/ppt/slideLayouts/slideLayout3.xml" Id="R9a3668dd6f534f7a" /></Relationships>
</file>

<file path=ppt/slides/_rels/slide383.xml.rels>&#65279;<?xml version="1.0" encoding="utf-8"?><Relationships xmlns="http://schemas.openxmlformats.org/package/2006/relationships"><Relationship Type="http://schemas.openxmlformats.org/officeDocument/2006/relationships/image" Target="/ppt/media/image.png" Id="R777df5ad14f94eaf" /><Relationship Type="http://schemas.openxmlformats.org/officeDocument/2006/relationships/image" Target="/ppt/media/image3.png" Id="Rdfdc5d3ddc284715" /><Relationship Type="http://schemas.openxmlformats.org/officeDocument/2006/relationships/image" Target="/ppt/media/image5.png" Id="R9b772c654c0240f4" /><Relationship Type="http://schemas.openxmlformats.org/officeDocument/2006/relationships/image" Target="/ppt/media/image133.png" Id="R8ea7ec77500642ec" /><Relationship Type="http://schemas.openxmlformats.org/officeDocument/2006/relationships/image" Target="/ppt/media/image134.png" Id="R842a42f3f47248cc" /><Relationship Type="http://schemas.openxmlformats.org/officeDocument/2006/relationships/notesSlide" Target="/ppt/notesSlides/notesSlide361.xml" Id="R22462577412a42f2" /><Relationship Type="http://schemas.openxmlformats.org/officeDocument/2006/relationships/slideLayout" Target="/ppt/slideLayouts/slideLayout3.xml" Id="R0ff53958a8f5416b" /></Relationships>
</file>

<file path=ppt/slides/_rels/slide384.xml.rels>&#65279;<?xml version="1.0" encoding="utf-8"?><Relationships xmlns="http://schemas.openxmlformats.org/package/2006/relationships"><Relationship Type="http://schemas.openxmlformats.org/officeDocument/2006/relationships/image" Target="/ppt/media/image.png" Id="R322c75e76e64411c" /><Relationship Type="http://schemas.openxmlformats.org/officeDocument/2006/relationships/image" Target="/ppt/media/image3.png" Id="Ra7e039322f174dac" /><Relationship Type="http://schemas.openxmlformats.org/officeDocument/2006/relationships/image" Target="/ppt/media/image5.png" Id="R6bc83e6db8ab4091" /><Relationship Type="http://schemas.openxmlformats.org/officeDocument/2006/relationships/image" Target="/ppt/media/image133.png" Id="R4d03fa7e542a42d4" /><Relationship Type="http://schemas.openxmlformats.org/officeDocument/2006/relationships/notesSlide" Target="/ppt/notesSlides/notesSlide362.xml" Id="R6154be9fccd74695" /><Relationship Type="http://schemas.openxmlformats.org/officeDocument/2006/relationships/slideLayout" Target="/ppt/slideLayouts/slideLayout3.xml" Id="R90e1fa635db640ed" /></Relationships>
</file>

<file path=ppt/slides/_rels/slide385.xml.rels>&#65279;<?xml version="1.0" encoding="utf-8"?><Relationships xmlns="http://schemas.openxmlformats.org/package/2006/relationships"><Relationship Type="http://schemas.openxmlformats.org/officeDocument/2006/relationships/image" Target="/ppt/media/image135.png" Id="R80af6b39c43340fc" /><Relationship Type="http://schemas.openxmlformats.org/officeDocument/2006/relationships/image" Target="/ppt/media/image3.png" Id="R2bf8e02ad73b4ec8" /><Relationship Type="http://schemas.openxmlformats.org/officeDocument/2006/relationships/image" Target="/ppt/media/image5.png" Id="Rbc0b9d118fa1401d" /><Relationship Type="http://schemas.openxmlformats.org/officeDocument/2006/relationships/notesSlide" Target="/ppt/notesSlides/notesSlide363.xml" Id="Ra2df0389ae7b44d6" /><Relationship Type="http://schemas.openxmlformats.org/officeDocument/2006/relationships/slideLayout" Target="/ppt/slideLayouts/slideLayout3.xml" Id="Rdd2cba0a558a4606" /></Relationships>
</file>

<file path=ppt/slides/_rels/slide386.xml.rels>&#65279;<?xml version="1.0" encoding="utf-8"?><Relationships xmlns="http://schemas.openxmlformats.org/package/2006/relationships"><Relationship Type="http://schemas.openxmlformats.org/officeDocument/2006/relationships/image" Target="/ppt/media/image135.png" Id="R9588f0cce8a14922" /><Relationship Type="http://schemas.openxmlformats.org/officeDocument/2006/relationships/image" Target="/ppt/media/image3.png" Id="R61d273c68f3a405e" /><Relationship Type="http://schemas.openxmlformats.org/officeDocument/2006/relationships/image" Target="/ppt/media/image5.png" Id="R9d09598ef52245ce" /><Relationship Type="http://schemas.openxmlformats.org/officeDocument/2006/relationships/notesSlide" Target="/ppt/notesSlides/notesSlide364.xml" Id="Racd72d35a1754172" /><Relationship Type="http://schemas.openxmlformats.org/officeDocument/2006/relationships/slideLayout" Target="/ppt/slideLayouts/slideLayout3.xml" Id="Rbd09f6c007e44072" /></Relationships>
</file>

<file path=ppt/slides/_rels/slide387.xml.rels>&#65279;<?xml version="1.0" encoding="utf-8"?><Relationships xmlns="http://schemas.openxmlformats.org/package/2006/relationships"><Relationship Type="http://schemas.openxmlformats.org/officeDocument/2006/relationships/image" Target="/ppt/media/image135.png" Id="R7fa2560358544f4f" /><Relationship Type="http://schemas.openxmlformats.org/officeDocument/2006/relationships/image" Target="/ppt/media/image3.png" Id="Ra673432452cf4001" /><Relationship Type="http://schemas.openxmlformats.org/officeDocument/2006/relationships/image" Target="/ppt/media/image5.png" Id="R595a9cb06f7a41ea" /><Relationship Type="http://schemas.openxmlformats.org/officeDocument/2006/relationships/notesSlide" Target="/ppt/notesSlides/notesSlide365.xml" Id="Ref9f0a8bf7f442b5" /><Relationship Type="http://schemas.openxmlformats.org/officeDocument/2006/relationships/slideLayout" Target="/ppt/slideLayouts/slideLayout3.xml" Id="R9e8453cc19cd4969" /></Relationships>
</file>

<file path=ppt/slides/_rels/slide388.xml.rels>&#65279;<?xml version="1.0" encoding="utf-8"?><Relationships xmlns="http://schemas.openxmlformats.org/package/2006/relationships"><Relationship Type="http://schemas.openxmlformats.org/officeDocument/2006/relationships/image" Target="/ppt/media/image135.png" Id="R49133c29aeab49df" /><Relationship Type="http://schemas.openxmlformats.org/officeDocument/2006/relationships/image" Target="/ppt/media/image3.png" Id="Rc6e27c1ded844287" /><Relationship Type="http://schemas.openxmlformats.org/officeDocument/2006/relationships/image" Target="/ppt/media/image5.png" Id="Raa6df5145e8c4094" /><Relationship Type="http://schemas.openxmlformats.org/officeDocument/2006/relationships/notesSlide" Target="/ppt/notesSlides/notesSlide366.xml" Id="R471a5bddc06b4130" /><Relationship Type="http://schemas.openxmlformats.org/officeDocument/2006/relationships/slideLayout" Target="/ppt/slideLayouts/slideLayout3.xml" Id="R0b16c21660ca4083" /></Relationships>
</file>

<file path=ppt/slides/_rels/slide389.xml.rels>&#65279;<?xml version="1.0" encoding="utf-8"?><Relationships xmlns="http://schemas.openxmlformats.org/package/2006/relationships"><Relationship Type="http://schemas.openxmlformats.org/officeDocument/2006/relationships/image" Target="/ppt/media/image135.png" Id="R38cd1719bfb24b35" /><Relationship Type="http://schemas.openxmlformats.org/officeDocument/2006/relationships/image" Target="/ppt/media/image3.png" Id="Rae1dd09594094592" /><Relationship Type="http://schemas.openxmlformats.org/officeDocument/2006/relationships/image" Target="/ppt/media/image5.png" Id="R314c4a6ee99d4b02" /><Relationship Type="http://schemas.openxmlformats.org/officeDocument/2006/relationships/notesSlide" Target="/ppt/notesSlides/notesSlide367.xml" Id="Rde76de13ca404a37" /><Relationship Type="http://schemas.openxmlformats.org/officeDocument/2006/relationships/slideLayout" Target="/ppt/slideLayouts/slideLayout3.xml" Id="Rfb0d3876fb714c20" /></Relationships>
</file>

<file path=ppt/slides/_rels/slide390.xml.rels>&#65279;<?xml version="1.0" encoding="utf-8"?><Relationships xmlns="http://schemas.openxmlformats.org/package/2006/relationships"><Relationship Type="http://schemas.openxmlformats.org/officeDocument/2006/relationships/image" Target="/ppt/media/image.png" Id="Rd2aff97e0cfb4024" /><Relationship Type="http://schemas.openxmlformats.org/officeDocument/2006/relationships/image" Target="/ppt/media/image3.png" Id="Rc7974070c93b4f25" /><Relationship Type="http://schemas.openxmlformats.org/officeDocument/2006/relationships/image" Target="/ppt/media/image5.png" Id="R13d92d47816145fb" /><Relationship Type="http://schemas.openxmlformats.org/officeDocument/2006/relationships/notesSlide" Target="/ppt/notesSlides/notesSlide368.xml" Id="R9829b13a24574af0" /><Relationship Type="http://schemas.openxmlformats.org/officeDocument/2006/relationships/slideLayout" Target="/ppt/slideLayouts/slideLayout3.xml" Id="R972f45f3e7bb4421" /></Relationships>
</file>

<file path=ppt/slides/_rels/slide391.xml.rels>&#65279;<?xml version="1.0" encoding="utf-8"?><Relationships xmlns="http://schemas.openxmlformats.org/package/2006/relationships"><Relationship Type="http://schemas.openxmlformats.org/officeDocument/2006/relationships/image" Target="/ppt/media/image.png" Id="Re01ee9406485428d" /><Relationship Type="http://schemas.openxmlformats.org/officeDocument/2006/relationships/image" Target="/ppt/media/image3.png" Id="R2d3389bc787147df" /><Relationship Type="http://schemas.openxmlformats.org/officeDocument/2006/relationships/notesSlide" Target="/ppt/notesSlides/notesSlide369.xml" Id="Rd2ae83adef804432" /><Relationship Type="http://schemas.openxmlformats.org/officeDocument/2006/relationships/slideLayout" Target="/ppt/slideLayouts/slideLayout3.xml" Id="Re625a64fcea6404f" /></Relationships>
</file>

<file path=ppt/slides/_rels/slide392.xml.rels>&#65279;<?xml version="1.0" encoding="utf-8"?><Relationships xmlns="http://schemas.openxmlformats.org/package/2006/relationships"><Relationship Type="http://schemas.openxmlformats.org/officeDocument/2006/relationships/image" Target="/ppt/media/image.png" Id="Ra5b56b24121d410f" /><Relationship Type="http://schemas.openxmlformats.org/officeDocument/2006/relationships/image" Target="/ppt/media/image3.png" Id="Ra5eeed8add57477e" /><Relationship Type="http://schemas.openxmlformats.org/officeDocument/2006/relationships/notesSlide" Target="/ppt/notesSlides/notesSlide370.xml" Id="Rb5cbfa41a6404dca" /><Relationship Type="http://schemas.openxmlformats.org/officeDocument/2006/relationships/slideLayout" Target="/ppt/slideLayouts/slideLayout3.xml" Id="R4ea627ed86b244dd" /></Relationships>
</file>

<file path=ppt/slides/_rels/slide393.xml.rels>&#65279;<?xml version="1.0" encoding="utf-8"?><Relationships xmlns="http://schemas.openxmlformats.org/package/2006/relationships"><Relationship Type="http://schemas.openxmlformats.org/officeDocument/2006/relationships/image" Target="/ppt/media/image.png" Id="Rc7a98ae271c04b60" /><Relationship Type="http://schemas.openxmlformats.org/officeDocument/2006/relationships/image" Target="/ppt/media/image3.png" Id="R6698c8b22741448e" /><Relationship Type="http://schemas.openxmlformats.org/officeDocument/2006/relationships/notesSlide" Target="/ppt/notesSlides/notesSlide371.xml" Id="Rc99d184bcb1c4ee5" /><Relationship Type="http://schemas.openxmlformats.org/officeDocument/2006/relationships/slideLayout" Target="/ppt/slideLayouts/slideLayout3.xml" Id="Rba3ea4e67f8848ca" /><Relationship Type="http://schemas.openxmlformats.org/officeDocument/2006/relationships/hyperlink" Target="https://www.geeksforgeeks.org/array-data-structure/" TargetMode="External" Id="rcId1aa2808ca2764f4b" /><Relationship Type="http://schemas.openxmlformats.org/officeDocument/2006/relationships/hyperlink" Target="https://www.tutorialspoint.com/data_structures_algorithms/array_data_structure.htm" TargetMode="External" Id="rcId77b4a1d038f64511" /><Relationship Type="http://schemas.openxmlformats.org/officeDocument/2006/relationships/hyperlink" Target="https://ocw.mit.edu/" TargetMode="External" Id="rcIddbefc89d175141be" /></Relationships>
</file>

<file path=ppt/slides/_rels/slide394.xml.rels>&#65279;<?xml version="1.0" encoding="utf-8"?><Relationships xmlns="http://schemas.openxmlformats.org/package/2006/relationships"><Relationship Type="http://schemas.openxmlformats.org/officeDocument/2006/relationships/image" Target="/ppt/media/image.png" Id="R22e3b05363eb4f4d" /><Relationship Type="http://schemas.openxmlformats.org/officeDocument/2006/relationships/image" Target="/ppt/media/image3.png" Id="Rf41edc35c28040f5" /><Relationship Type="http://schemas.openxmlformats.org/officeDocument/2006/relationships/slideLayout" Target="/ppt/slideLayouts/slideLayout3.xml" Id="R41fe4cd1e58f487b"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8783855b89d742ac"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384f157be34c4538"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c91d58e94164c2b"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c7d06965726477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0e8e65192cf84090"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3f0916c3208744aa"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20</a:t>
            </a:r>
          </a:p>
        </p:txBody>
      </p:sp>
      <p:sp>
        <p:nvSpPr>
          <p:cNvPr id="2" name="TextBox 1"/>
          <p:cNvSpPr txBox="1"/>
          <p:nvPr/>
        </p:nvSpPr>
        <p:spPr>
          <a:xfrm>
            <a:off x="892280" y="1347520"/>
            <a:ext cx="7315198" cy="4939814"/>
          </a:xfrm>
          <a:prstGeom prst="rect">
            <a:avLst/>
          </a:prstGeom>
          <a:noFill/>
        </p:spPr>
        <p:txBody>
          <a:bodyPr wrap="square" rtlCol="0">
            <a:spAutoFit/>
          </a:bodyPr>
          <a:lstStyle/>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Arrays: 1-D &amp; 2-D (Core Concepts)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Static vs Dynamic Arrays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Linked List: Types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Applications (Expression Evaluation, Conversion, Recursion)</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Linear Queue &amp; Circular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Applications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BFS using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Numerical Problems &amp; Tracing Techniques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Key Takeaways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Revision (Unit-2)</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47d37bfca7f4fed"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36914bd12ac41d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919616"/>
          </a:xfrm>
          <a:prstGeom prst="rect">
            <a:avLst/>
          </a:prstGeom>
          <a:noFill/>
        </p:spPr>
        <p:txBody>
          <a:bodyPr wrap="square" rtlCol="0">
            <a:spAutoFit/>
          </a:bodyPr>
          <a:lstStyle/>
          <a:p>
            <a:pPr>
              <a:lnSpc>
                <a:spcPct val="150000"/>
              </a:lnSpc>
              <a:spcAft>
                <a:spcPts val="600"/>
              </a:spcAft>
            </a:pPr>
            <a:r>
              <a:rPr lang="en-US" sz="2400" dirty="0">
                <a:latin typeface="Times New Roman" panose="02020603050405020304" pitchFamily="18" charset="0"/>
                <a:cs typeface="Times New Roman" panose="02020603050405020304" pitchFamily="18" charset="0"/>
              </a:rPr>
              <a:t>After this revision session, students will be able to:</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concepts of </a:t>
            </a:r>
            <a:r>
              <a:rPr lang="en-US" sz="2400" b="1" dirty="0">
                <a:latin typeface="Times New Roman" panose="02020603050405020304" pitchFamily="18" charset="0"/>
                <a:cs typeface="Times New Roman" panose="02020603050405020304" pitchFamily="18" charset="0"/>
              </a:rPr>
              <a:t>arrays, linked lists, stacks, and queues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difference between </a:t>
            </a:r>
            <a:r>
              <a:rPr lang="en-US" sz="2400" b="1" dirty="0">
                <a:latin typeface="Times New Roman" panose="02020603050405020304" pitchFamily="18" charset="0"/>
                <a:cs typeface="Times New Roman" panose="02020603050405020304" pitchFamily="18" charset="0"/>
              </a:rPr>
              <a:t>static and dynamic arrays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a:t>
            </a:r>
            <a:r>
              <a:rPr lang="en-US" sz="2400" b="1" dirty="0">
                <a:latin typeface="Times New Roman" panose="02020603050405020304" pitchFamily="18" charset="0"/>
                <a:cs typeface="Times New Roman" panose="02020603050405020304" pitchFamily="18" charset="0"/>
              </a:rPr>
              <a:t>types of linked lists</a:t>
            </a:r>
            <a:r>
              <a:rPr lang="en-US" sz="2400" dirty="0">
                <a:latin typeface="Times New Roman" panose="02020603050405020304" pitchFamily="18" charset="0"/>
                <a:cs typeface="Times New Roman" panose="02020603050405020304" pitchFamily="18" charset="0"/>
              </a:rPr>
              <a:t> and perform basic operations</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a:t>
            </a:r>
            <a:r>
              <a:rPr lang="en-US" sz="2400" b="1" dirty="0">
                <a:latin typeface="Times New Roman" panose="02020603050405020304" pitchFamily="18" charset="0"/>
                <a:cs typeface="Times New Roman" panose="02020603050405020304" pitchFamily="18" charset="0"/>
              </a:rPr>
              <a:t>stack algorithms</a:t>
            </a:r>
            <a:r>
              <a:rPr lang="en-US" sz="2400" dirty="0">
                <a:latin typeface="Times New Roman" panose="02020603050405020304" pitchFamily="18" charset="0"/>
                <a:cs typeface="Times New Roman" panose="02020603050405020304" pitchFamily="18" charset="0"/>
              </a:rPr>
              <a:t> for expression evaluation and conversion</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a:t>
            </a:r>
            <a:r>
              <a:rPr lang="en-US" sz="2400" b="1" dirty="0">
                <a:latin typeface="Times New Roman" panose="02020603050405020304" pitchFamily="18" charset="0"/>
                <a:cs typeface="Times New Roman" panose="02020603050405020304" pitchFamily="18" charset="0"/>
              </a:rPr>
              <a:t>queue operations</a:t>
            </a:r>
            <a:r>
              <a:rPr lang="en-US" sz="2400" dirty="0">
                <a:latin typeface="Times New Roman" panose="02020603050405020304" pitchFamily="18" charset="0"/>
                <a:cs typeface="Times New Roman" panose="02020603050405020304" pitchFamily="18" charset="0"/>
              </a:rPr>
              <a:t> including circular queue conditions</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Trace </a:t>
            </a:r>
            <a:r>
              <a:rPr lang="en-US" sz="2400" b="1" dirty="0">
                <a:latin typeface="Times New Roman" panose="02020603050405020304" pitchFamily="18" charset="0"/>
                <a:cs typeface="Times New Roman" panose="02020603050405020304" pitchFamily="18" charset="0"/>
              </a:rPr>
              <a:t>numerical problems</a:t>
            </a:r>
            <a:r>
              <a:rPr lang="en-US" sz="2400" dirty="0">
                <a:latin typeface="Times New Roman" panose="02020603050405020304" pitchFamily="18" charset="0"/>
                <a:cs typeface="Times New Roman" panose="02020603050405020304" pitchFamily="18" charset="0"/>
              </a:rPr>
              <a:t> involving stack and queue</a:t>
            </a:r>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08D0E-CCF7-BFF9-356C-3AA3EF752BD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802742-1E44-7D26-3848-82821AC39774}"/>
              </a:ext>
            </a:extLst>
          </p:cNvPr>
          <p:cNvPicPr>
            <a:picLocks noGrp="1" noChangeAspect="1"/>
          </p:cNvPicPr>
          <p:nvPr>
            <p:ph idx="1"/>
          </p:nvPr>
        </p:nvPicPr>
        <p:blipFill>
          <a:blip r:embed="R4be15e7efa004cbf"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C6DF749B-9617-052F-16E2-9BE92484CAD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1D10F52-026F-8B65-35AA-547AEAE9988E}"/>
              </a:ext>
            </a:extLst>
          </p:cNvPr>
          <p:cNvPicPr>
            <a:picLocks noChangeAspect="1"/>
          </p:cNvPicPr>
          <p:nvPr/>
        </p:nvPicPr>
        <p:blipFill>
          <a:blip r:embed="Rb6494d6844d4451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421D08D-1DDE-DB6C-5AE7-FDF857975BD2}"/>
              </a:ext>
            </a:extLst>
          </p:cNvPr>
          <p:cNvSpPr txBox="1"/>
          <p:nvPr/>
        </p:nvSpPr>
        <p:spPr>
          <a:xfrm>
            <a:off x="390853" y="1194822"/>
            <a:ext cx="8219747" cy="5539978"/>
          </a:xfrm>
          <a:prstGeom prst="rect">
            <a:avLst/>
          </a:prstGeom>
          <a:noFill/>
        </p:spPr>
        <p:txBody>
          <a:bodyPr wrap="square">
            <a:spAutoFit/>
          </a:bodyPr>
          <a:lstStyle/>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Arrays – Core Concepts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Linear data structure storing </a:t>
            </a:r>
            <a:r>
              <a:rPr lang="en-US" altLang="en-US" sz="2000" b="1" dirty="0">
                <a:latin typeface="Times New Roman" panose="02020603050405020304" pitchFamily="18" charset="0"/>
                <a:cs typeface="Times New Roman" panose="02020603050405020304" pitchFamily="18" charset="0"/>
              </a:rPr>
              <a:t>same data type elements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Accessed using </a:t>
            </a:r>
            <a:r>
              <a:rPr lang="en-US" altLang="en-US" sz="2000" b="1" dirty="0">
                <a:latin typeface="Times New Roman" panose="02020603050405020304" pitchFamily="18" charset="0"/>
                <a:cs typeface="Times New Roman" panose="02020603050405020304" pitchFamily="18" charset="0"/>
              </a:rPr>
              <a:t>index (starts from 0)</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1-D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 elements in a single row</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Common operations: traversal, sum, search, update</a:t>
            </a:r>
          </a:p>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2-D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Array of arrays (rows × columns)</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 format: array[row][column]</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Used for matrices, tables, grids</a:t>
            </a:r>
          </a:p>
          <a:p>
            <a:pPr lvl="0" eaLnBrk="0" fontAlgn="base" hangingPunct="0">
              <a:spcBef>
                <a:spcPts val="600"/>
              </a:spcBef>
              <a:spcAft>
                <a:spcPts val="600"/>
              </a:spcAft>
            </a:pPr>
            <a:endParaRPr lang="en-US" altLang="en-US" sz="2400" dirty="0">
              <a:latin typeface="Arial" panose="020B0604020202020204" pitchFamily="34" charset="0"/>
            </a:endParaRPr>
          </a:p>
        </p:txBody>
      </p:sp>
      <p:sp>
        <p:nvSpPr>
          <p:cNvPr id="3" name="Footer Placeholder 2">
            <a:extLst>
              <a:ext uri="{FF2B5EF4-FFF2-40B4-BE49-F238E27FC236}">
                <a16:creationId xmlns:a16="http://schemas.microsoft.com/office/drawing/2014/main" id="{6D4E45A8-40B1-5921-5CEC-2DB6CAD9E2DD}"/>
              </a:ext>
            </a:extLst>
          </p:cNvPr>
          <p:cNvSpPr>
            <a:spLocks noGrp="1"/>
          </p:cNvSpPr>
          <p:nvPr>
            <p:ph type="ftr" sz="quarter" idx="11"/>
          </p:nvPr>
        </p:nvSpPr>
        <p:spPr/>
        <p:txBody>
          <a:bodyPr/>
          <a:lstStyle/>
          <a:p>
            <a:r>
              <a:rPr lang="en-IN"/>
              <a:t>Data  Structure         Unit2  </a:t>
            </a:r>
          </a:p>
        </p:txBody>
      </p:sp>
      <p:sp>
        <p:nvSpPr>
          <p:cNvPr id="5" name="TextBox 4">
            <a:extLst>
              <a:ext uri="{FF2B5EF4-FFF2-40B4-BE49-F238E27FC236}">
                <a16:creationId xmlns:a16="http://schemas.microsoft.com/office/drawing/2014/main" id="{DF11D93B-6181-D9AD-AFDE-1134FC9C8CE0}"/>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Tree>
    <p:extLst>
      <p:ext uri="{BB962C8B-B14F-4D97-AF65-F5344CB8AC3E}">
        <p14:creationId xmlns:p14="http://schemas.microsoft.com/office/powerpoint/2010/main" val="246210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3f03f2168624483d"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95a2be605df84d8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853" y="1194822"/>
            <a:ext cx="8219747" cy="4308872"/>
          </a:xfrm>
          <a:prstGeom prst="rect">
            <a:avLst/>
          </a:prstGeom>
          <a:noFill/>
        </p:spPr>
        <p:txBody>
          <a:bodyPr wrap="square">
            <a:spAutoFit/>
          </a:bodyPr>
          <a:lstStyle/>
          <a:p>
            <a:pPr lvl="0"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Static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fixed at compile time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stack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Faster access, less flexible</a:t>
            </a:r>
          </a:p>
          <a:p>
            <a:pPr lvl="0"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Dynamic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decided at runtime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heap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Flexible, efficient memory usage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Python </a:t>
            </a:r>
            <a:r>
              <a:rPr lang="en-US" altLang="en-US" sz="2000" b="1" dirty="0">
                <a:latin typeface="Times New Roman" panose="02020603050405020304" pitchFamily="18" charset="0"/>
                <a:cs typeface="Times New Roman" panose="02020603050405020304" pitchFamily="18" charset="0"/>
              </a:rPr>
              <a:t>list</a:t>
            </a:r>
            <a:r>
              <a:rPr lang="en-US" altLang="en-US" sz="2000" dirty="0">
                <a:latin typeface="Times New Roman" panose="02020603050405020304" pitchFamily="18" charset="0"/>
                <a:cs typeface="Times New Roman" panose="02020603050405020304" pitchFamily="18" charset="0"/>
              </a:rPr>
              <a:t> behaves as a dynamic array</a:t>
            </a:r>
          </a:p>
          <a:p>
            <a:pPr lvl="0" algn="ctr"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Comparison </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ts val="600"/>
              </a:spcBef>
              <a:spcAft>
                <a:spcPct val="0"/>
              </a:spcAft>
            </a:pPr>
            <a:endParaRPr lang="en-US" altLang="en-US" sz="2400" dirty="0">
              <a:latin typeface="Arial" panose="020B0604020202020204" pitchFamily="34"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graphicFrame>
        <p:nvGraphicFramePr>
          <p:cNvPr id="10" name="Table 9">
            <a:extLst>
              <a:ext uri="{FF2B5EF4-FFF2-40B4-BE49-F238E27FC236}">
                <a16:creationId xmlns:a16="http://schemas.microsoft.com/office/drawing/2014/main" id="{08FD4C8B-8269-769E-A9E0-45570825E385}"/>
              </a:ext>
            </a:extLst>
          </p:cNvPr>
          <p:cNvGraphicFramePr>
            <a:graphicFrameLocks noGrp="1"/>
          </p:cNvGraphicFramePr>
          <p:nvPr>
            <p:extLst>
              <p:ext uri="{D42A27DB-BD31-4B8C-83A1-F6EECF244321}">
                <p14:modId xmlns:p14="http://schemas.microsoft.com/office/powerpoint/2010/main" val="547689039"/>
              </p:ext>
            </p:extLst>
          </p:nvPr>
        </p:nvGraphicFramePr>
        <p:xfrm>
          <a:off x="771852" y="5066704"/>
          <a:ext cx="8229600" cy="1524000"/>
        </p:xfrm>
        <a:graphic>
          <a:graphicData uri="http://schemas.openxmlformats.org/drawingml/2006/table">
            <a:tbl>
              <a:tblPr/>
              <a:tblGrid>
                <a:gridCol w="2743200">
                  <a:extLst>
                    <a:ext uri="{9D8B030D-6E8A-4147-A177-3AD203B41FA5}">
                      <a16:colId xmlns:a16="http://schemas.microsoft.com/office/drawing/2014/main" val="3695711293"/>
                    </a:ext>
                  </a:extLst>
                </a:gridCol>
                <a:gridCol w="2743200">
                  <a:extLst>
                    <a:ext uri="{9D8B030D-6E8A-4147-A177-3AD203B41FA5}">
                      <a16:colId xmlns:a16="http://schemas.microsoft.com/office/drawing/2014/main" val="803945152"/>
                    </a:ext>
                  </a:extLst>
                </a:gridCol>
                <a:gridCol w="2743200">
                  <a:extLst>
                    <a:ext uri="{9D8B030D-6E8A-4147-A177-3AD203B41FA5}">
                      <a16:colId xmlns:a16="http://schemas.microsoft.com/office/drawing/2014/main" val="4112721094"/>
                    </a:ext>
                  </a:extLst>
                </a:gridCol>
              </a:tblGrid>
              <a:tr h="0">
                <a:tc>
                  <a:txBody>
                    <a:bodyPr/>
                    <a:lstStyle/>
                    <a:p>
                      <a:pPr>
                        <a:buNone/>
                      </a:pPr>
                      <a:r>
                        <a:rPr lang="en-IN" sz="1400" b="1">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Static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Dynamic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4087676"/>
                  </a:ext>
                </a:extLst>
              </a:tr>
              <a:tr h="0">
                <a:tc>
                  <a:txBody>
                    <a:bodyPr/>
                    <a:lstStyle/>
                    <a:p>
                      <a:pPr>
                        <a:buNone/>
                      </a:pPr>
                      <a:r>
                        <a:rPr lang="en-IN" sz="1400">
                          <a:latin typeface="Times New Roman" panose="02020603050405020304" pitchFamily="18" charset="0"/>
                          <a:cs typeface="Times New Roman" panose="02020603050405020304" pitchFamily="18" charset="0"/>
                        </a:rPr>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Resizable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4610229"/>
                  </a:ext>
                </a:extLst>
              </a:tr>
              <a:tr h="0">
                <a:tc>
                  <a:txBody>
                    <a:bodyPr/>
                    <a:lstStyle/>
                    <a:p>
                      <a:pPr>
                        <a:buNone/>
                      </a:pPr>
                      <a:r>
                        <a:rPr lang="en-IN" sz="1400" dirty="0">
                          <a:latin typeface="Times New Roman" panose="02020603050405020304" pitchFamily="18" charset="0"/>
                          <a:cs typeface="Times New Roman" panose="02020603050405020304" pitchFamily="18" charset="0"/>
                        </a:rPr>
                        <a:t>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Heap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4694467"/>
                  </a:ext>
                </a:extLst>
              </a:tr>
              <a:tr h="0">
                <a:tc>
                  <a:txBody>
                    <a:bodyPr/>
                    <a:lstStyle/>
                    <a:p>
                      <a:pPr>
                        <a:buNone/>
                      </a:pPr>
                      <a:r>
                        <a:rPr lang="en-IN" sz="1400">
                          <a:latin typeface="Times New Roman" panose="02020603050405020304" pitchFamily="18" charset="0"/>
                          <a:cs typeface="Times New Roman" panose="02020603050405020304" pitchFamily="18" charset="0"/>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Faster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Slightly slower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3022848"/>
                  </a:ext>
                </a:extLst>
              </a:tr>
              <a:tr h="0">
                <a:tc>
                  <a:txBody>
                    <a:bodyPr/>
                    <a:lstStyle/>
                    <a:p>
                      <a:pPr>
                        <a:buNone/>
                      </a:pPr>
                      <a:r>
                        <a:rPr lang="en-IN" sz="1400">
                          <a:latin typeface="Times New Roman" panose="02020603050405020304" pitchFamily="18" charset="0"/>
                          <a:cs typeface="Times New Roman" panose="02020603050405020304" pitchFamily="18" charset="0"/>
                        </a:rPr>
                        <a:t>Flexibility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436372"/>
                  </a:ext>
                </a:extLst>
              </a:tr>
            </a:tbl>
          </a:graphicData>
        </a:graphic>
      </p:graphicFrame>
    </p:spTree>
    <p:extLst>
      <p:ext uri="{BB962C8B-B14F-4D97-AF65-F5344CB8AC3E}">
        <p14:creationId xmlns:p14="http://schemas.microsoft.com/office/powerpoint/2010/main" val="189127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D397-CCA9-34D6-1A66-3C58740863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8A9BF83-EA6E-CDFA-4F6E-B6E8FD9734E3}"/>
              </a:ext>
            </a:extLst>
          </p:cNvPr>
          <p:cNvPicPr>
            <a:picLocks noGrp="1" noChangeAspect="1"/>
          </p:cNvPicPr>
          <p:nvPr>
            <p:ph idx="1"/>
          </p:nvPr>
        </p:nvPicPr>
        <p:blipFill>
          <a:blip r:embed="R2fca18f7ddca4b34"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4481725-708D-3462-1874-F85A57F6F9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37A5152-DE04-8708-7F4D-68B163868346}"/>
              </a:ext>
            </a:extLst>
          </p:cNvPr>
          <p:cNvPicPr>
            <a:picLocks noChangeAspect="1"/>
          </p:cNvPicPr>
          <p:nvPr/>
        </p:nvPicPr>
        <p:blipFill>
          <a:blip r:embed="Rf981ec66b71c448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7FDE406-31CE-D716-0975-54C64EFE46CE}"/>
              </a:ext>
            </a:extLst>
          </p:cNvPr>
          <p:cNvSpPr txBox="1"/>
          <p:nvPr/>
        </p:nvSpPr>
        <p:spPr>
          <a:xfrm>
            <a:off x="390853" y="1194822"/>
            <a:ext cx="8219747" cy="2416046"/>
          </a:xfrm>
          <a:prstGeom prst="rect">
            <a:avLst/>
          </a:prstGeom>
          <a:noFill/>
        </p:spPr>
        <p:txBody>
          <a:bodyPr wrap="square">
            <a:spAutoFit/>
          </a:bodyPr>
          <a:lstStyle/>
          <a:p>
            <a:pPr>
              <a:spcBef>
                <a:spcPts val="600"/>
              </a:spcBef>
            </a:pPr>
            <a:r>
              <a:rPr lang="en-IN" b="1" dirty="0">
                <a:latin typeface="Times New Roman" panose="02020603050405020304" pitchFamily="18" charset="0"/>
                <a:cs typeface="Times New Roman" panose="02020603050405020304" pitchFamily="18" charset="0"/>
              </a:rPr>
              <a:t>Linked List – Core Idea</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Linear data structure of </a:t>
            </a:r>
            <a:r>
              <a:rPr lang="en-IN" b="1" dirty="0">
                <a:latin typeface="Times New Roman" panose="02020603050405020304" pitchFamily="18" charset="0"/>
                <a:cs typeface="Times New Roman" panose="02020603050405020304" pitchFamily="18" charset="0"/>
              </a:rPr>
              <a:t>nodes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Each node = </a:t>
            </a:r>
            <a:r>
              <a:rPr lang="en-IN" b="1" dirty="0">
                <a:latin typeface="Times New Roman" panose="02020603050405020304" pitchFamily="18" charset="0"/>
                <a:cs typeface="Times New Roman" panose="02020603050405020304" pitchFamily="18" charset="0"/>
              </a:rPr>
              <a:t>data + pointer(s)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Stored in </a:t>
            </a:r>
            <a:r>
              <a:rPr lang="en-IN" b="1" dirty="0">
                <a:latin typeface="Times New Roman" panose="02020603050405020304" pitchFamily="18" charset="0"/>
                <a:cs typeface="Times New Roman" panose="02020603050405020304" pitchFamily="18" charset="0"/>
              </a:rPr>
              <a:t>non-contiguous memory</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First node → </a:t>
            </a:r>
            <a:r>
              <a:rPr lang="en-IN" b="1" dirty="0">
                <a:latin typeface="Times New Roman" panose="02020603050405020304" pitchFamily="18" charset="0"/>
                <a:cs typeface="Times New Roman" panose="02020603050405020304" pitchFamily="18" charset="0"/>
              </a:rPr>
              <a:t>Head</a:t>
            </a:r>
            <a:endParaRPr lang="en-IN" dirty="0">
              <a:latin typeface="Times New Roman" panose="02020603050405020304" pitchFamily="18" charset="0"/>
              <a:cs typeface="Times New Roman" panose="02020603050405020304" pitchFamily="18" charset="0"/>
            </a:endParaRPr>
          </a:p>
          <a:p>
            <a:pPr>
              <a:spcBef>
                <a:spcPts val="600"/>
              </a:spcBef>
            </a:pP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Types of Linked Lists:</a:t>
            </a:r>
          </a:p>
        </p:txBody>
      </p:sp>
      <p:sp>
        <p:nvSpPr>
          <p:cNvPr id="2" name="TextBox 1">
            <a:extLst>
              <a:ext uri="{FF2B5EF4-FFF2-40B4-BE49-F238E27FC236}">
                <a16:creationId xmlns:a16="http://schemas.microsoft.com/office/drawing/2014/main" id="{0D40BE01-CA50-192D-6053-81D7321490AA}"/>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8C896DB4-427E-5E25-29F0-D04FF29318BA}"/>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3B179785-29EF-F9D5-C03A-C92800FB3A94}"/>
              </a:ext>
            </a:extLst>
          </p:cNvPr>
          <p:cNvGraphicFramePr>
            <a:graphicFrameLocks noGrp="1"/>
          </p:cNvGraphicFramePr>
          <p:nvPr>
            <p:extLst>
              <p:ext uri="{D42A27DB-BD31-4B8C-83A1-F6EECF244321}">
                <p14:modId xmlns:p14="http://schemas.microsoft.com/office/powerpoint/2010/main" val="2630036807"/>
              </p:ext>
            </p:extLst>
          </p:nvPr>
        </p:nvGraphicFramePr>
        <p:xfrm>
          <a:off x="569198" y="3708485"/>
          <a:ext cx="8219748" cy="2331720"/>
        </p:xfrm>
        <a:graphic>
          <a:graphicData uri="http://schemas.openxmlformats.org/drawingml/2006/table">
            <a:tbl>
              <a:tblPr firstRow="1" bandRow="1">
                <a:tableStyleId>{5C22544A-7EE6-4342-B048-85BDC9FD1C3A}</a:tableStyleId>
              </a:tblPr>
              <a:tblGrid>
                <a:gridCol w="2739916">
                  <a:extLst>
                    <a:ext uri="{9D8B030D-6E8A-4147-A177-3AD203B41FA5}">
                      <a16:colId xmlns:a16="http://schemas.microsoft.com/office/drawing/2014/main" val="2785053988"/>
                    </a:ext>
                  </a:extLst>
                </a:gridCol>
                <a:gridCol w="2739916">
                  <a:extLst>
                    <a:ext uri="{9D8B030D-6E8A-4147-A177-3AD203B41FA5}">
                      <a16:colId xmlns:a16="http://schemas.microsoft.com/office/drawing/2014/main" val="928999470"/>
                    </a:ext>
                  </a:extLst>
                </a:gridCol>
                <a:gridCol w="2739916">
                  <a:extLst>
                    <a:ext uri="{9D8B030D-6E8A-4147-A177-3AD203B41FA5}">
                      <a16:colId xmlns:a16="http://schemas.microsoft.com/office/drawing/2014/main" val="3212265528"/>
                    </a:ext>
                  </a:extLst>
                </a:gridCol>
              </a:tblGrid>
              <a:tr h="0">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Singly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Doubly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Circular Linked List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2870244"/>
                  </a:ext>
                </a:extLst>
              </a:tr>
              <a:tr h="370840">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One pointer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Forward traversal only</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Least memory usage</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Two pointers (</a:t>
                      </a:r>
                      <a:r>
                        <a:rPr lang="en-IN" dirty="0" err="1">
                          <a:latin typeface="Times New Roman" panose="02020603050405020304" pitchFamily="18" charset="0"/>
                          <a:cs typeface="Times New Roman" panose="02020603050405020304" pitchFamily="18" charset="0"/>
                        </a:rPr>
                        <a:t>prev</a:t>
                      </a:r>
                      <a:r>
                        <a:rPr lang="en-IN" dirty="0">
                          <a:latin typeface="Times New Roman" panose="02020603050405020304" pitchFamily="18" charset="0"/>
                          <a:cs typeface="Times New Roman" panose="02020603050405020304" pitchFamily="18" charset="0"/>
                        </a:rPr>
                        <a:t>,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Bidirectional traversal</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More memory overhead</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Last node points to head</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No NULL pointer</a:t>
                      </a:r>
                    </a:p>
                    <a:p>
                      <a:pPr marL="285750" indent="-285750">
                        <a:spcBef>
                          <a:spcPts val="600"/>
                        </a:spcBef>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Circular Doubly Linked List</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Combines doubly + circular features</a:t>
                      </a:r>
                    </a:p>
                  </a:txBody>
                  <a:tcPr/>
                </a:tc>
                <a:extLst>
                  <a:ext uri="{0D108BD9-81ED-4DB2-BD59-A6C34878D82A}">
                    <a16:rowId xmlns:a16="http://schemas.microsoft.com/office/drawing/2014/main" val="499162055"/>
                  </a:ext>
                </a:extLst>
              </a:tr>
            </a:tbl>
          </a:graphicData>
        </a:graphic>
      </p:graphicFrame>
    </p:spTree>
    <p:extLst>
      <p:ext uri="{BB962C8B-B14F-4D97-AF65-F5344CB8AC3E}">
        <p14:creationId xmlns:p14="http://schemas.microsoft.com/office/powerpoint/2010/main" val="101825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F1EE-9F02-6719-43B0-F6494C36546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417163D-5BF9-2BC4-D170-C82ED0D56A43}"/>
              </a:ext>
            </a:extLst>
          </p:cNvPr>
          <p:cNvPicPr>
            <a:picLocks noGrp="1" noChangeAspect="1"/>
          </p:cNvPicPr>
          <p:nvPr>
            <p:ph idx="1"/>
          </p:nvPr>
        </p:nvPicPr>
        <p:blipFill>
          <a:blip r:embed="Rde297f0235244fe9"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1FEEC22-8915-C56F-9B1A-2E22E83D52E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72E3F27-C257-6AB8-30E4-F41A3B2273D1}"/>
              </a:ext>
            </a:extLst>
          </p:cNvPr>
          <p:cNvPicPr>
            <a:picLocks noChangeAspect="1"/>
          </p:cNvPicPr>
          <p:nvPr/>
        </p:nvPicPr>
        <p:blipFill>
          <a:blip r:embed="Raf6b5979204d4fb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BB8CFA3-6CBE-046B-1DBA-7CC4FAA5DEDD}"/>
              </a:ext>
            </a:extLst>
          </p:cNvPr>
          <p:cNvSpPr txBox="1"/>
          <p:nvPr/>
        </p:nvSpPr>
        <p:spPr>
          <a:xfrm>
            <a:off x="390853" y="1194822"/>
            <a:ext cx="8219747" cy="4647426"/>
          </a:xfrm>
          <a:prstGeom prst="rect">
            <a:avLst/>
          </a:prstGeom>
          <a:noFill/>
        </p:spPr>
        <p:txBody>
          <a:bodyPr wrap="square">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Linked List Operations</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Traversal</a:t>
            </a:r>
            <a:r>
              <a:rPr lang="en-IN" sz="2400" dirty="0">
                <a:latin typeface="Times New Roman" panose="02020603050405020304" pitchFamily="18" charset="0"/>
                <a:cs typeface="Times New Roman" panose="02020603050405020304" pitchFamily="18" charset="0"/>
              </a:rPr>
              <a:t> – visit all nodes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Insertion</a:t>
            </a:r>
            <a:endParaRPr lang="en-IN" sz="2400" dirty="0">
              <a:latin typeface="Times New Roman" panose="02020603050405020304" pitchFamily="18" charset="0"/>
              <a:cs typeface="Times New Roman" panose="02020603050405020304" pitchFamily="18" charset="0"/>
            </a:endParaRP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Beginning → O(1) (fastest)</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Beginning → O(1)</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Search</a:t>
            </a:r>
            <a:r>
              <a:rPr lang="en-IN" sz="2400" dirty="0">
                <a:latin typeface="Times New Roman" panose="02020603050405020304" pitchFamily="18" charset="0"/>
                <a:cs typeface="Times New Roman" panose="02020603050405020304" pitchFamily="18" charset="0"/>
              </a:rPr>
              <a:t> → O(n)</a:t>
            </a:r>
          </a:p>
        </p:txBody>
      </p:sp>
      <p:sp>
        <p:nvSpPr>
          <p:cNvPr id="2" name="TextBox 1">
            <a:extLst>
              <a:ext uri="{FF2B5EF4-FFF2-40B4-BE49-F238E27FC236}">
                <a16:creationId xmlns:a16="http://schemas.microsoft.com/office/drawing/2014/main" id="{90638064-335F-6EFC-F5CC-4BBF1D7B78F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DF9850E8-2C90-4983-D82F-822C60DE5025}"/>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345193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0223-23D7-B128-1E3C-01DAD83211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8A7BC6-52E7-6FBD-66C2-2B3450D1CE0C}"/>
              </a:ext>
            </a:extLst>
          </p:cNvPr>
          <p:cNvPicPr>
            <a:picLocks noGrp="1" noChangeAspect="1"/>
          </p:cNvPicPr>
          <p:nvPr>
            <p:ph idx="1"/>
          </p:nvPr>
        </p:nvPicPr>
        <p:blipFill>
          <a:blip r:embed="Rcb6252c8ca0141f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E2FB9CD-4381-AF07-1F3B-EC88C016911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1D574D0-17AA-C861-9B76-373F77866AFA}"/>
              </a:ext>
            </a:extLst>
          </p:cNvPr>
          <p:cNvPicPr>
            <a:picLocks noChangeAspect="1"/>
          </p:cNvPicPr>
          <p:nvPr/>
        </p:nvPicPr>
        <p:blipFill>
          <a:blip r:embed="R861e70a5e64f414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46FAF40-3957-686F-F355-3B974385624B}"/>
              </a:ext>
            </a:extLst>
          </p:cNvPr>
          <p:cNvSpPr txBox="1"/>
          <p:nvPr/>
        </p:nvSpPr>
        <p:spPr>
          <a:xfrm>
            <a:off x="390853" y="1194822"/>
            <a:ext cx="8219747" cy="4457952"/>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Key 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Dynamic size</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Efficient insertion &amp; deletion</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memory wastage due to resizing</a:t>
            </a:r>
          </a:p>
          <a:p>
            <a:pPr>
              <a:lnSpc>
                <a:spcPct val="150000"/>
              </a:lnSpc>
            </a:pPr>
            <a:r>
              <a:rPr lang="en-IN" sz="2400" b="1" dirty="0">
                <a:latin typeface="Times New Roman" panose="02020603050405020304" pitchFamily="18" charset="0"/>
                <a:cs typeface="Times New Roman" panose="02020603050405020304" pitchFamily="18" charset="0"/>
              </a:rPr>
              <a:t>Key Disadvantages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direct access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Extra memory for pointers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Slower traversal than arrays</a:t>
            </a:r>
            <a:endParaRPr lang="en-US"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51BA3D-0048-F69B-535C-E32A52F2790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F53F3798-6B38-9A0B-8055-0A3435BF7AFF}"/>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87018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1900C-9688-B1F5-34E4-1C9AF71F4F7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C949653-51B8-DF87-1AA7-B6FDDFB26993}"/>
              </a:ext>
            </a:extLst>
          </p:cNvPr>
          <p:cNvPicPr>
            <a:picLocks noGrp="1" noChangeAspect="1"/>
          </p:cNvPicPr>
          <p:nvPr>
            <p:ph idx="1"/>
          </p:nvPr>
        </p:nvPicPr>
        <p:blipFill>
          <a:blip r:embed="Rcbcadb703c0b4bc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7E5504A-2538-CA21-7F36-EF223050FDF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0706691-A73D-F0E3-14BD-303A13A11A5E}"/>
              </a:ext>
            </a:extLst>
          </p:cNvPr>
          <p:cNvPicPr>
            <a:picLocks noChangeAspect="1"/>
          </p:cNvPicPr>
          <p:nvPr/>
        </p:nvPicPr>
        <p:blipFill>
          <a:blip r:embed="Re75651a78b804e1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735F723-8A00-5A6E-1C83-6C352EC30862}"/>
              </a:ext>
            </a:extLst>
          </p:cNvPr>
          <p:cNvSpPr txBox="1"/>
          <p:nvPr/>
        </p:nvSpPr>
        <p:spPr>
          <a:xfrm>
            <a:off x="390853" y="1194822"/>
            <a:ext cx="8219747" cy="5343129"/>
          </a:xfrm>
          <a:prstGeom prst="rect">
            <a:avLst/>
          </a:prstGeom>
          <a:noFill/>
        </p:spPr>
        <p:txBody>
          <a:bodyPr wrap="square">
            <a:spAutoFit/>
          </a:bodyPr>
          <a:lstStyle/>
          <a:p>
            <a:pPr algn="just" fontAlgn="base">
              <a:lnSpc>
                <a:spcPct val="107000"/>
              </a:lnSpc>
              <a:spcBef>
                <a:spcPts val="600"/>
              </a:spcBef>
              <a:spcAft>
                <a:spcPts val="600"/>
              </a:spcAft>
            </a:pPr>
            <a:r>
              <a:rPr lang="en-IN" sz="2400" dirty="0">
                <a:latin typeface="Times New Roman" panose="02020603050405020304" pitchFamily="18" charset="0"/>
                <a:cs typeface="Times New Roman" panose="02020603050405020304" pitchFamily="18" charset="0"/>
                <a:sym typeface="Arial"/>
              </a:rPr>
              <a:t>A Stack is a linear data structure that follows a particular order in which operations are performed. The order may be LIFO (Last In, First Out) or FILO (First In, Last Out). </a:t>
            </a:r>
          </a:p>
          <a:p>
            <a:pPr algn="just" fontAlgn="base">
              <a:lnSpc>
                <a:spcPct val="107000"/>
              </a:lnSpc>
              <a:spcBef>
                <a:spcPts val="600"/>
              </a:spcBef>
              <a:spcAft>
                <a:spcPts val="600"/>
              </a:spcAft>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 rather than its implementation.</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can only be added or removed from one end, called the TOP.</a:t>
            </a:r>
          </a:p>
          <a:p>
            <a:pPr algn="just" fontAlgn="base">
              <a:lnSpc>
                <a:spcPct val="107000"/>
              </a:lnSpc>
              <a:spcBef>
                <a:spcPts val="600"/>
              </a:spcBef>
              <a:spcAft>
                <a:spcPts val="600"/>
              </a:spcAft>
            </a:pPr>
            <a:r>
              <a:rPr lang="en-IN" sz="2400" b="1" dirty="0">
                <a:latin typeface="Times New Roman" panose="02020603050405020304" pitchFamily="18" charset="0"/>
                <a:cs typeface="Times New Roman" panose="02020603050405020304" pitchFamily="18" charset="0"/>
              </a:rPr>
              <a:t>Stack Operations:</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Push</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Pop</a:t>
            </a: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3492F9C-8529-0EDA-7308-1CB584201BC9}"/>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What is a Stack?</a:t>
            </a:r>
            <a:endParaRPr lang="en-US" sz="3600" b="1" dirty="0">
              <a:solidFill>
                <a:srgbClr val="FF0000"/>
              </a:solidFill>
            </a:endParaRPr>
          </a:p>
        </p:txBody>
      </p:sp>
      <p:sp>
        <p:nvSpPr>
          <p:cNvPr id="3" name="Footer Placeholder 2">
            <a:extLst>
              <a:ext uri="{FF2B5EF4-FFF2-40B4-BE49-F238E27FC236}">
                <a16:creationId xmlns:a16="http://schemas.microsoft.com/office/drawing/2014/main" id="{6939A03C-387D-B8B8-C160-B99F50E7F27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23070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e40d48e846164b38"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68cf39df314f473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390853" y="1194822"/>
            <a:ext cx="8219747" cy="5011052"/>
          </a:xfrm>
          <a:prstGeom prst="rect">
            <a:avLst/>
          </a:prstGeom>
          <a:noFill/>
        </p:spPr>
        <p:txBody>
          <a:bodyPr wrap="square">
            <a:spAutoFit/>
          </a:bodyPr>
          <a:lstStyle/>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Perform the following sequence of operations on an initially empty stack and show the stack's contents after each operation:</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PUSH(10)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PUSH(20)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PUSH(30)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PUSH(40)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0" marR="0" algn="just" fontAlgn="base">
              <a:lnSpc>
                <a:spcPct val="107000"/>
              </a:lnSpc>
              <a:spcBef>
                <a:spcPts val="0"/>
              </a:spcBef>
              <a:spcAft>
                <a:spcPts val="0"/>
              </a:spcAft>
            </a:pP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3580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A238-F833-287D-AB57-99603E74FB3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4F1792-B75F-29D9-00CA-A05FF846EE7C}"/>
              </a:ext>
            </a:extLst>
          </p:cNvPr>
          <p:cNvPicPr>
            <a:picLocks noGrp="1" noChangeAspect="1"/>
          </p:cNvPicPr>
          <p:nvPr>
            <p:ph idx="1"/>
          </p:nvPr>
        </p:nvPicPr>
        <p:blipFill>
          <a:blip r:embed="R3b4334f27ab943a8"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52C322A-A694-664D-96FB-27D8AD8C7E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FBFA690-A29F-0AF3-CC13-2F872C333B60}"/>
              </a:ext>
            </a:extLst>
          </p:cNvPr>
          <p:cNvPicPr>
            <a:picLocks noChangeAspect="1"/>
          </p:cNvPicPr>
          <p:nvPr/>
        </p:nvPicPr>
        <p:blipFill>
          <a:blip r:embed="Rf3776aa375bd487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75E1E80-B3A3-8ED8-4E6B-7C039B1FA0B1}"/>
              </a:ext>
            </a:extLst>
          </p:cNvPr>
          <p:cNvSpPr txBox="1"/>
          <p:nvPr/>
        </p:nvSpPr>
        <p:spPr>
          <a:xfrm>
            <a:off x="390853" y="1194822"/>
            <a:ext cx="8219747" cy="530594"/>
          </a:xfrm>
          <a:prstGeom prst="rect">
            <a:avLst/>
          </a:prstGeom>
          <a:noFill/>
        </p:spPr>
        <p:txBody>
          <a:bodyPr wrap="square">
            <a:spAutoFit/>
          </a:bodyPr>
          <a:lstStyle/>
          <a:p>
            <a:pPr marL="0" marR="0" algn="just" fontAlgn="base">
              <a:lnSpc>
                <a:spcPct val="107000"/>
              </a:lnSpc>
              <a:spcBef>
                <a:spcPts val="0"/>
              </a:spcBef>
              <a:spcAft>
                <a:spcPts val="0"/>
              </a:spcAft>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94638AE-E561-7C65-DBD6-93EC97D771E7}"/>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364CE955-4876-957C-6E08-5561916D5615}"/>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EEDC8A2C-B9AA-D008-566F-DCC57B11018C}"/>
              </a:ext>
            </a:extLst>
          </p:cNvPr>
          <p:cNvGraphicFramePr>
            <a:graphicFrameLocks noGrp="1"/>
          </p:cNvGraphicFramePr>
          <p:nvPr>
            <p:extLst>
              <p:ext uri="{D42A27DB-BD31-4B8C-83A1-F6EECF244321}">
                <p14:modId xmlns:p14="http://schemas.microsoft.com/office/powerpoint/2010/main" val="3835272176"/>
              </p:ext>
            </p:extLst>
          </p:nvPr>
        </p:nvGraphicFramePr>
        <p:xfrm>
          <a:off x="533400" y="1707809"/>
          <a:ext cx="7839618" cy="4114800"/>
        </p:xfrm>
        <a:graphic>
          <a:graphicData uri="http://schemas.openxmlformats.org/drawingml/2006/table">
            <a:tbl>
              <a:tblPr/>
              <a:tblGrid>
                <a:gridCol w="2540313">
                  <a:extLst>
                    <a:ext uri="{9D8B030D-6E8A-4147-A177-3AD203B41FA5}">
                      <a16:colId xmlns:a16="http://schemas.microsoft.com/office/drawing/2014/main" val="901497235"/>
                    </a:ext>
                  </a:extLst>
                </a:gridCol>
                <a:gridCol w="5299305">
                  <a:extLst>
                    <a:ext uri="{9D8B030D-6E8A-4147-A177-3AD203B41FA5}">
                      <a16:colId xmlns:a16="http://schemas.microsoft.com/office/drawing/2014/main" val="714669689"/>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latin typeface="Times New Roman" panose="02020603050405020304" pitchFamily="18" charset="0"/>
                          <a:cs typeface="Times New Roman" panose="02020603050405020304" pitchFamily="18" charset="0"/>
                        </a:rPr>
                        <a:t>Stack Contents (from bottom to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83698"/>
                  </a:ext>
                </a:extLst>
              </a:tr>
              <a:tr h="0">
                <a:tc>
                  <a:txBody>
                    <a:bodyPr/>
                    <a:lstStyle/>
                    <a:p>
                      <a:pPr>
                        <a:buNone/>
                      </a:pPr>
                      <a:r>
                        <a:rPr lang="en-IN" sz="24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334440"/>
                  </a:ext>
                </a:extLst>
              </a:tr>
              <a:tr h="0">
                <a:tc>
                  <a:txBody>
                    <a:bodyPr/>
                    <a:lstStyle/>
                    <a:p>
                      <a:pPr>
                        <a:buNone/>
                      </a:pPr>
                      <a:r>
                        <a:rPr lang="en-IN" sz="2400">
                          <a:latin typeface="Times New Roman" panose="02020603050405020304" pitchFamily="18" charset="0"/>
                          <a:cs typeface="Times New Roman" panose="02020603050405020304" pitchFamily="18" charset="0"/>
                        </a:rPr>
                        <a:t>PUSH(10)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136870"/>
                  </a:ext>
                </a:extLst>
              </a:tr>
              <a:tr h="0">
                <a:tc>
                  <a:txBody>
                    <a:bodyPr/>
                    <a:lstStyle/>
                    <a:p>
                      <a:pPr>
                        <a:buNone/>
                      </a:pPr>
                      <a:r>
                        <a:rPr lang="en-IN" sz="2400" dirty="0">
                          <a:latin typeface="Times New Roman" panose="02020603050405020304" pitchFamily="18" charset="0"/>
                          <a:cs typeface="Times New Roman" panose="02020603050405020304" pitchFamily="18" charset="0"/>
                        </a:rPr>
                        <a:t>PUSH(20)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552209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6486650"/>
                  </a:ext>
                </a:extLst>
              </a:tr>
              <a:tr h="0">
                <a:tc>
                  <a:txBody>
                    <a:bodyPr/>
                    <a:lstStyle/>
                    <a:p>
                      <a:pPr>
                        <a:buNone/>
                      </a:pPr>
                      <a:r>
                        <a:rPr lang="en-IN" sz="2400">
                          <a:latin typeface="Times New Roman" panose="02020603050405020304" pitchFamily="18" charset="0"/>
                          <a:cs typeface="Times New Roman" panose="02020603050405020304" pitchFamily="18" charset="0"/>
                        </a:rPr>
                        <a:t>PUSH(30)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666015"/>
                  </a:ext>
                </a:extLst>
              </a:tr>
              <a:tr h="0">
                <a:tc>
                  <a:txBody>
                    <a:bodyPr/>
                    <a:lstStyle/>
                    <a:p>
                      <a:pPr>
                        <a:buNone/>
                      </a:pPr>
                      <a:r>
                        <a:rPr lang="en-IN" sz="2400">
                          <a:latin typeface="Times New Roman" panose="02020603050405020304" pitchFamily="18" charset="0"/>
                          <a:cs typeface="Times New Roman" panose="02020603050405020304" pitchFamily="18" charset="0"/>
                        </a:rPr>
                        <a:t>PUSH(40)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17033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996983"/>
                  </a:ext>
                </a:extLst>
              </a:tr>
              <a:tr h="0">
                <a:tc>
                  <a:txBody>
                    <a:bodyPr/>
                    <a:lstStyle/>
                    <a:p>
                      <a:pPr>
                        <a:buNone/>
                      </a:pPr>
                      <a:r>
                        <a:rPr lang="en-IN" sz="240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[10] (30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2252566"/>
                  </a:ext>
                </a:extLst>
              </a:tr>
            </a:tbl>
          </a:graphicData>
        </a:graphic>
      </p:graphicFrame>
    </p:spTree>
    <p:extLst>
      <p:ext uri="{BB962C8B-B14F-4D97-AF65-F5344CB8AC3E}">
        <p14:creationId xmlns:p14="http://schemas.microsoft.com/office/powerpoint/2010/main" val="154878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8A91-C8AB-DB26-0DEC-015C56DEA6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FD64129-A144-A39C-2397-1D35AD22EBE9}"/>
              </a:ext>
            </a:extLst>
          </p:cNvPr>
          <p:cNvPicPr>
            <a:picLocks noGrp="1" noChangeAspect="1"/>
          </p:cNvPicPr>
          <p:nvPr>
            <p:ph idx="1"/>
          </p:nvPr>
        </p:nvPicPr>
        <p:blipFill>
          <a:blip r:embed="R5edc24ff96fc4b1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FD728DF-CD62-2355-6D13-230E31809FC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BD8D5FD-CF2B-BCD3-8701-C87B266A1905}"/>
              </a:ext>
            </a:extLst>
          </p:cNvPr>
          <p:cNvPicPr>
            <a:picLocks noChangeAspect="1"/>
          </p:cNvPicPr>
          <p:nvPr/>
        </p:nvPicPr>
        <p:blipFill>
          <a:blip r:embed="Rf9fbca5ce6994b0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D6E6936-E517-E12E-2D35-24CCC5507B39}"/>
              </a:ext>
            </a:extLst>
          </p:cNvPr>
          <p:cNvSpPr txBox="1"/>
          <p:nvPr/>
        </p:nvSpPr>
        <p:spPr>
          <a:xfrm>
            <a:off x="539552" y="1367476"/>
            <a:ext cx="7908795" cy="3601371"/>
          </a:xfrm>
          <a:prstGeom prst="rect">
            <a:avLst/>
          </a:prstGeom>
          <a:noFill/>
        </p:spPr>
        <p:txBody>
          <a:bodyPr wrap="square">
            <a:spAutoFit/>
          </a:bodyPr>
          <a:lstStyle/>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Postfix: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Operators appear after their operands (e.g., AB+).</a:t>
            </a:r>
          </a:p>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Evaluation using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Scan expression left-to-right.</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operand, push onto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operator, pop two operands, perform operation, push result back.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Final result is the single value left on stack.</a:t>
            </a:r>
          </a:p>
        </p:txBody>
      </p:sp>
      <p:sp>
        <p:nvSpPr>
          <p:cNvPr id="2" name="TextBox 1">
            <a:extLst>
              <a:ext uri="{FF2B5EF4-FFF2-40B4-BE49-F238E27FC236}">
                <a16:creationId xmlns:a16="http://schemas.microsoft.com/office/drawing/2014/main" id="{22AFB4C8-9691-B669-59B1-24AF78600DF2}"/>
              </a:ext>
            </a:extLst>
          </p:cNvPr>
          <p:cNvSpPr txBox="1"/>
          <p:nvPr/>
        </p:nvSpPr>
        <p:spPr>
          <a:xfrm>
            <a:off x="395536" y="53136"/>
            <a:ext cx="8427489"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a:t>
            </a:r>
            <a:endParaRPr lang="en-US" sz="3600" b="1" dirty="0">
              <a:solidFill>
                <a:srgbClr val="FF0000"/>
              </a:solidFill>
            </a:endParaRPr>
          </a:p>
        </p:txBody>
      </p:sp>
    </p:spTree>
    <p:extLst>
      <p:ext uri="{BB962C8B-B14F-4D97-AF65-F5344CB8AC3E}">
        <p14:creationId xmlns:p14="http://schemas.microsoft.com/office/powerpoint/2010/main" val="120091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F812-B700-7417-66C5-21E5D28A0E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F2C8A5-3661-1757-F008-61F0DCA2679C}"/>
              </a:ext>
            </a:extLst>
          </p:cNvPr>
          <p:cNvPicPr>
            <a:picLocks noGrp="1" noChangeAspect="1"/>
          </p:cNvPicPr>
          <p:nvPr>
            <p:ph idx="1"/>
          </p:nvPr>
        </p:nvPicPr>
        <p:blipFill>
          <a:blip r:embed="R26bf774ce26b4ca7"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EDB1FB2-24DE-754E-CE98-364F77A8AC0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57EE45B-BAD2-E88C-7218-B7F25934B49F}"/>
              </a:ext>
            </a:extLst>
          </p:cNvPr>
          <p:cNvPicPr>
            <a:picLocks noChangeAspect="1"/>
          </p:cNvPicPr>
          <p:nvPr/>
        </p:nvPicPr>
        <p:blipFill>
          <a:blip r:embed="R4b17e6d6e854465c" cstate="print">
            <a:extLst>
              <a:ext uri="{28A0092B-C50C-407E-A947-70E740481C1C}">
                <a14:useLocalDpi xmlns:a14="http://schemas.microsoft.com/office/drawing/2010/main" val="0"/>
              </a:ext>
            </a:extLst>
          </a:blip>
          <a:stretch>
            <a:fillRect/>
          </a:stretch>
        </p:blipFill>
        <p:spPr>
          <a:xfrm>
            <a:off x="107504" y="6328276"/>
            <a:ext cx="2411760" cy="346691"/>
          </a:xfrm>
          <a:prstGeom prst="rect">
            <a:avLst/>
          </a:prstGeom>
        </p:spPr>
      </p:pic>
      <p:sp>
        <p:nvSpPr>
          <p:cNvPr id="6" name="TextBox 5">
            <a:extLst>
              <a:ext uri="{FF2B5EF4-FFF2-40B4-BE49-F238E27FC236}">
                <a16:creationId xmlns:a16="http://schemas.microsoft.com/office/drawing/2014/main" id="{4AB94EC5-13B5-5EFF-CFFC-07A728CF07A2}"/>
              </a:ext>
            </a:extLst>
          </p:cNvPr>
          <p:cNvSpPr txBox="1"/>
          <p:nvPr/>
        </p:nvSpPr>
        <p:spPr>
          <a:xfrm>
            <a:off x="611560" y="1251329"/>
            <a:ext cx="7920880"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Evaluate the postfix expression: 5 2 + 8 4 / - 3 *</a:t>
            </a:r>
            <a:endParaRPr lang="en-IN" sz="28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210AA6F-E331-0E0B-4B65-A8883560EC56}"/>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89C9CC7A-8177-0699-7DE7-05FC0903E1AF}"/>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p:txBody>
      </p:sp>
      <p:graphicFrame>
        <p:nvGraphicFramePr>
          <p:cNvPr id="8" name="Table 7">
            <a:extLst>
              <a:ext uri="{FF2B5EF4-FFF2-40B4-BE49-F238E27FC236}">
                <a16:creationId xmlns:a16="http://schemas.microsoft.com/office/drawing/2014/main" id="{408B5FB7-4142-CBAD-E8B3-0DF76E9D70FA}"/>
              </a:ext>
            </a:extLst>
          </p:cNvPr>
          <p:cNvGraphicFramePr>
            <a:graphicFrameLocks noGrp="1"/>
          </p:cNvGraphicFramePr>
          <p:nvPr>
            <p:extLst>
              <p:ext uri="{D42A27DB-BD31-4B8C-83A1-F6EECF244321}">
                <p14:modId xmlns:p14="http://schemas.microsoft.com/office/powerpoint/2010/main" val="3192727228"/>
              </p:ext>
            </p:extLst>
          </p:nvPr>
        </p:nvGraphicFramePr>
        <p:xfrm>
          <a:off x="611560" y="2072750"/>
          <a:ext cx="7920880" cy="3967008"/>
        </p:xfrm>
        <a:graphic>
          <a:graphicData uri="http://schemas.openxmlformats.org/drawingml/2006/table">
            <a:tbl>
              <a:tblPr/>
              <a:tblGrid>
                <a:gridCol w="1937888">
                  <a:extLst>
                    <a:ext uri="{9D8B030D-6E8A-4147-A177-3AD203B41FA5}">
                      <a16:colId xmlns:a16="http://schemas.microsoft.com/office/drawing/2014/main" val="1370561742"/>
                    </a:ext>
                  </a:extLst>
                </a:gridCol>
                <a:gridCol w="3577641">
                  <a:extLst>
                    <a:ext uri="{9D8B030D-6E8A-4147-A177-3AD203B41FA5}">
                      <a16:colId xmlns:a16="http://schemas.microsoft.com/office/drawing/2014/main" val="1692473297"/>
                    </a:ext>
                  </a:extLst>
                </a:gridCol>
                <a:gridCol w="2405351">
                  <a:extLst>
                    <a:ext uri="{9D8B030D-6E8A-4147-A177-3AD203B41FA5}">
                      <a16:colId xmlns:a16="http://schemas.microsoft.com/office/drawing/2014/main" val="2115925767"/>
                    </a:ext>
                  </a:extLst>
                </a:gridCol>
              </a:tblGrid>
              <a:tr h="345511">
                <a:tc>
                  <a:txBody>
                    <a:bodyPr/>
                    <a:lstStyle/>
                    <a:p>
                      <a:pPr>
                        <a:buNone/>
                      </a:pPr>
                      <a:r>
                        <a:rPr lang="en-IN" sz="1600" b="1" dirty="0">
                          <a:latin typeface="Times New Roman" panose="02020603050405020304" pitchFamily="18" charset="0"/>
                          <a:cs typeface="Times New Roman" panose="02020603050405020304" pitchFamily="18" charset="0"/>
                        </a:rPr>
                        <a:t>Scanned Element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Operation/Stack State</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Stack (bottom to top)</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201031"/>
                  </a:ext>
                </a:extLst>
              </a:tr>
              <a:tr h="300510">
                <a:tc>
                  <a:txBody>
                    <a:bodyPr/>
                    <a:lstStyle/>
                    <a:p>
                      <a:pPr>
                        <a:buNone/>
                      </a:pPr>
                      <a:r>
                        <a:rPr lang="en-IN" sz="1600" dirty="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6870815"/>
                  </a:ext>
                </a:extLst>
              </a:tr>
              <a:tr h="300510">
                <a:tc>
                  <a:txBody>
                    <a:bodyPr/>
                    <a:lstStyle/>
                    <a:p>
                      <a:pPr>
                        <a:buNone/>
                      </a:pPr>
                      <a:r>
                        <a:rPr lang="en-IN" sz="1600">
                          <a:latin typeface="Times New Roman" panose="02020603050405020304" pitchFamily="18" charset="0"/>
                          <a:cs typeface="Times New Roman" panose="02020603050405020304" pitchFamily="18" charset="0"/>
                        </a:rPr>
                        <a:t>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793922"/>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2, Pop 5. Calculate 5 + 2 = 7. Push 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245943"/>
                  </a:ext>
                </a:extLst>
              </a:tr>
              <a:tr h="300510">
                <a:tc>
                  <a:txBody>
                    <a:bodyPr/>
                    <a:lstStyle/>
                    <a:p>
                      <a:pPr>
                        <a:buNone/>
                      </a:pPr>
                      <a:r>
                        <a:rPr lang="en-IN" sz="1600" dirty="0">
                          <a:latin typeface="Times New Roman" panose="02020603050405020304" pitchFamily="18" charset="0"/>
                          <a:cs typeface="Times New Roman" panose="02020603050405020304" pitchFamily="18" charset="0"/>
                        </a:rPr>
                        <a:t>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9458588"/>
                  </a:ext>
                </a:extLst>
              </a:tr>
              <a:tr h="300510">
                <a:tc>
                  <a:txBody>
                    <a:bodyPr/>
                    <a:lstStyle/>
                    <a:p>
                      <a:pPr>
                        <a:buNone/>
                      </a:pPr>
                      <a:r>
                        <a:rPr lang="en-IN" sz="1600">
                          <a:latin typeface="Times New Roman" panose="02020603050405020304" pitchFamily="18" charset="0"/>
                          <a:cs typeface="Times New Roman" panose="02020603050405020304" pitchFamily="18" charset="0"/>
                        </a:rPr>
                        <a:t>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047576"/>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4, Pop 8. Calculate 8 / 4 = 2. 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4813473"/>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2, Pop 7. Calculate 7 - 2 = 5. 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09137"/>
                  </a:ext>
                </a:extLst>
              </a:tr>
              <a:tr h="300510">
                <a:tc>
                  <a:txBody>
                    <a:bodyPr/>
                    <a:lstStyle/>
                    <a:p>
                      <a:pPr>
                        <a:buNone/>
                      </a:pPr>
                      <a:r>
                        <a:rPr lang="en-IN" sz="1600">
                          <a:latin typeface="Times New Roman" panose="02020603050405020304" pitchFamily="18" charset="0"/>
                          <a:cs typeface="Times New Roman" panose="02020603050405020304" pitchFamily="18" charset="0"/>
                        </a:rPr>
                        <a:t>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Push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027122"/>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3, Pop 5. Calculate 5 * 3 = 15. Push 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6992107"/>
                  </a:ext>
                </a:extLst>
              </a:tr>
              <a:tr h="492689">
                <a:tc>
                  <a:txBody>
                    <a:bodyPr/>
                    <a:lstStyle/>
                    <a:p>
                      <a:pPr>
                        <a:buNone/>
                      </a:pPr>
                      <a:r>
                        <a:rPr lang="en-IN" sz="1600" b="1" dirty="0">
                          <a:latin typeface="Times New Roman" panose="02020603050405020304" pitchFamily="18" charset="0"/>
                          <a:cs typeface="Times New Roman" panose="02020603050405020304" pitchFamily="18" charset="0"/>
                        </a:rPr>
                        <a:t>Result</a:t>
                      </a:r>
                      <a:endParaRPr lang="en-IN" sz="1600" dirty="0">
                        <a:latin typeface="Times New Roman" panose="02020603050405020304" pitchFamily="18" charset="0"/>
                        <a:cs typeface="Times New Roman" panose="02020603050405020304" pitchFamily="18" charset="0"/>
                      </a:endParaRP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The final value on the stack is </a:t>
                      </a:r>
                      <a:r>
                        <a:rPr lang="en-IN" sz="1600" b="1" dirty="0">
                          <a:latin typeface="Times New Roman" panose="02020603050405020304" pitchFamily="18" charset="0"/>
                          <a:cs typeface="Times New Roman" panose="02020603050405020304" pitchFamily="18" charset="0"/>
                        </a:rPr>
                        <a:t>15</a:t>
                      </a:r>
                      <a:r>
                        <a:rPr lang="en-IN" sz="1600" dirty="0">
                          <a:latin typeface="Times New Roman" panose="02020603050405020304" pitchFamily="18" charset="0"/>
                          <a:cs typeface="Times New Roman" panose="02020603050405020304" pitchFamily="18" charset="0"/>
                        </a:rPr>
                        <a:t>.</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[15]</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166488"/>
                  </a:ext>
                </a:extLst>
              </a:tr>
            </a:tbl>
          </a:graphicData>
        </a:graphic>
      </p:graphicFrame>
    </p:spTree>
    <p:extLst>
      <p:ext uri="{BB962C8B-B14F-4D97-AF65-F5344CB8AC3E}">
        <p14:creationId xmlns:p14="http://schemas.microsoft.com/office/powerpoint/2010/main" val="1766814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74EF-8DC0-DD28-0BB4-70C2CAAF83C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9A9E50-F316-FA23-F278-121921FFEC40}"/>
              </a:ext>
            </a:extLst>
          </p:cNvPr>
          <p:cNvPicPr>
            <a:picLocks noGrp="1" noChangeAspect="1"/>
          </p:cNvPicPr>
          <p:nvPr>
            <p:ph idx="1"/>
          </p:nvPr>
        </p:nvPicPr>
        <p:blipFill>
          <a:blip r:embed="Ra1826d14a02e439c"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4070BD78-4E6A-AC9E-4139-702B2887C0A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8F83789-C135-4546-69E2-2DB8E4659E53}"/>
              </a:ext>
            </a:extLst>
          </p:cNvPr>
          <p:cNvPicPr>
            <a:picLocks noChangeAspect="1"/>
          </p:cNvPicPr>
          <p:nvPr/>
        </p:nvPicPr>
        <p:blipFill>
          <a:blip r:embed="R1a2da845ef0542db" cstate="print">
            <a:extLst>
              <a:ext uri="{28A0092B-C50C-407E-A947-70E740481C1C}">
                <a14:useLocalDpi xmlns:a14="http://schemas.microsoft.com/office/drawing/2010/main" val="0"/>
              </a:ext>
            </a:extLst>
          </a:blip>
          <a:stretch>
            <a:fillRect/>
          </a:stretch>
        </p:blipFill>
        <p:spPr>
          <a:xfrm>
            <a:off x="107504" y="6379723"/>
            <a:ext cx="2411760" cy="346691"/>
          </a:xfrm>
          <a:prstGeom prst="rect">
            <a:avLst/>
          </a:prstGeom>
        </p:spPr>
      </p:pic>
      <p:sp>
        <p:nvSpPr>
          <p:cNvPr id="6" name="TextBox 5">
            <a:extLst>
              <a:ext uri="{FF2B5EF4-FFF2-40B4-BE49-F238E27FC236}">
                <a16:creationId xmlns:a16="http://schemas.microsoft.com/office/drawing/2014/main" id="{B281ECB2-5835-2758-B921-85C16999330E}"/>
              </a:ext>
            </a:extLst>
          </p:cNvPr>
          <p:cNvSpPr txBox="1"/>
          <p:nvPr/>
        </p:nvSpPr>
        <p:spPr>
          <a:xfrm>
            <a:off x="415068" y="1303136"/>
            <a:ext cx="8064896" cy="4797339"/>
          </a:xfrm>
          <a:prstGeom prst="rect">
            <a:avLst/>
          </a:prstGeom>
          <a:noFill/>
        </p:spPr>
        <p:txBody>
          <a:bodyPr wrap="square">
            <a:spAutoFit/>
          </a:bodyPr>
          <a:lstStyle/>
          <a:p>
            <a:pPr marL="0" marR="0" algn="just" fontAlgn="base">
              <a:lnSpc>
                <a:spcPct val="107000"/>
              </a:lnSpc>
              <a:spcBef>
                <a:spcPts val="600"/>
              </a:spcBef>
              <a:spcAft>
                <a:spcPts val="0"/>
              </a:spcAft>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Infix:</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Standard notation with operators between operands (e.g., A + B).</a:t>
            </a:r>
          </a:p>
          <a:p>
            <a:pPr marL="0" marR="0" algn="just" fontAlgn="base">
              <a:lnSpc>
                <a:spcPct val="107000"/>
              </a:lnSpc>
              <a:spcBef>
                <a:spcPts val="600"/>
              </a:spcBef>
              <a:spcAft>
                <a:spcPts val="0"/>
              </a:spcAft>
            </a:pPr>
            <a:r>
              <a:rPr lang="en-IN" sz="2400" b="1" kern="100" dirty="0">
                <a:latin typeface="Times New Roman" panose="02020603050405020304" pitchFamily="18" charset="0"/>
                <a:cs typeface="Times New Roman" panose="02020603050405020304" pitchFamily="18" charset="0"/>
              </a:rPr>
              <a:t>Conversion using Stack: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Uses an operator stack and considers operator precedence and associativity.</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Operand:</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Append to postfix string.</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Push onto stack.</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Pop operators from stack and append to postfix until '(' is encountered (pop '(' too).</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Operator: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Pop operators from the stack and append to the postfix while the stack’s top operator has a higher or equal precedence. Then push the current operator.</a:t>
            </a:r>
          </a:p>
        </p:txBody>
      </p:sp>
      <p:sp>
        <p:nvSpPr>
          <p:cNvPr id="2" name="TextBox 1">
            <a:extLst>
              <a:ext uri="{FF2B5EF4-FFF2-40B4-BE49-F238E27FC236}">
                <a16:creationId xmlns:a16="http://schemas.microsoft.com/office/drawing/2014/main" id="{905B7224-4C80-9ECA-DA23-3B1F29739DF6}"/>
              </a:ext>
            </a:extLst>
          </p:cNvPr>
          <p:cNvSpPr txBox="1"/>
          <p:nvPr/>
        </p:nvSpPr>
        <p:spPr>
          <a:xfrm>
            <a:off x="251520" y="17035"/>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Tree>
    <p:extLst>
      <p:ext uri="{BB962C8B-B14F-4D97-AF65-F5344CB8AC3E}">
        <p14:creationId xmlns:p14="http://schemas.microsoft.com/office/powerpoint/2010/main" val="277691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637A-E338-6E1A-C6E9-DBA624CE4B3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8A2797F-6386-2350-F793-2E592064468D}"/>
              </a:ext>
            </a:extLst>
          </p:cNvPr>
          <p:cNvPicPr>
            <a:picLocks noGrp="1" noChangeAspect="1"/>
          </p:cNvPicPr>
          <p:nvPr>
            <p:ph idx="1"/>
          </p:nvPr>
        </p:nvPicPr>
        <p:blipFill>
          <a:blip r:embed="R160abb90671e4289"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30467F0D-C551-F032-3363-FE48FB74B52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C5E21F-AE30-D7BA-5201-F1E2A8A77580}"/>
              </a:ext>
            </a:extLst>
          </p:cNvPr>
          <p:cNvPicPr>
            <a:picLocks noChangeAspect="1"/>
          </p:cNvPicPr>
          <p:nvPr/>
        </p:nvPicPr>
        <p:blipFill>
          <a:blip r:embed="R7f14e4f32f844d7a" cstate="print">
            <a:extLst>
              <a:ext uri="{28A0092B-C50C-407E-A947-70E740481C1C}">
                <a14:useLocalDpi xmlns:a14="http://schemas.microsoft.com/office/drawing/2010/main" val="0"/>
              </a:ext>
            </a:extLst>
          </a:blip>
          <a:stretch>
            <a:fillRect/>
          </a:stretch>
        </p:blipFill>
        <p:spPr>
          <a:xfrm>
            <a:off x="107504" y="6333557"/>
            <a:ext cx="2411760" cy="346691"/>
          </a:xfrm>
          <a:prstGeom prst="rect">
            <a:avLst/>
          </a:prstGeom>
        </p:spPr>
      </p:pic>
      <p:sp>
        <p:nvSpPr>
          <p:cNvPr id="6" name="TextBox 5">
            <a:extLst>
              <a:ext uri="{FF2B5EF4-FFF2-40B4-BE49-F238E27FC236}">
                <a16:creationId xmlns:a16="http://schemas.microsoft.com/office/drawing/2014/main" id="{AE62E621-84A2-DCFA-F655-D6EB42A8A626}"/>
              </a:ext>
            </a:extLst>
          </p:cNvPr>
          <p:cNvSpPr txBox="1"/>
          <p:nvPr/>
        </p:nvSpPr>
        <p:spPr>
          <a:xfrm>
            <a:off x="449795" y="1316278"/>
            <a:ext cx="7995441" cy="2349361"/>
          </a:xfrm>
          <a:prstGeom prst="rect">
            <a:avLst/>
          </a:prstGeom>
          <a:noFill/>
        </p:spPr>
        <p:txBody>
          <a:bodyPr wrap="square">
            <a:spAutoFit/>
          </a:bodyPr>
          <a:lstStyle/>
          <a:p>
            <a:pPr marL="0" marR="0" algn="just" fontAlgn="base">
              <a:lnSpc>
                <a:spcPct val="107000"/>
              </a:lnSpc>
              <a:spcBef>
                <a:spcPts val="600"/>
              </a:spcBef>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Precedence</a:t>
            </a:r>
          </a:p>
          <a:p>
            <a:pPr marL="0" marR="0" algn="just" fontAlgn="base">
              <a:lnSpc>
                <a:spcPct val="107000"/>
              </a:lnSpc>
              <a:spcBef>
                <a:spcPts val="600"/>
              </a:spcBef>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(Higher to Lower):</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(Exponentiation)</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 name="TextBox 1">
            <a:extLst>
              <a:ext uri="{FF2B5EF4-FFF2-40B4-BE49-F238E27FC236}">
                <a16:creationId xmlns:a16="http://schemas.microsoft.com/office/drawing/2014/main" id="{89DF8243-F550-0BA4-F1BE-805E54796A0D}"/>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
        <p:nvSpPr>
          <p:cNvPr id="3" name="Footer Placeholder 2">
            <a:extLst>
              <a:ext uri="{FF2B5EF4-FFF2-40B4-BE49-F238E27FC236}">
                <a16:creationId xmlns:a16="http://schemas.microsoft.com/office/drawing/2014/main" id="{A6AD3B60-99BC-2801-1F9A-F8CB6E51D62A}"/>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a:p>
            <a:endParaRPr lang="en-IN"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2846271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1BD5-332A-F608-0058-AF6DB5F100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1D938C-E94A-F3E3-EBC8-FD4D934FCCC4}"/>
              </a:ext>
            </a:extLst>
          </p:cNvPr>
          <p:cNvPicPr>
            <a:picLocks noGrp="1" noChangeAspect="1"/>
          </p:cNvPicPr>
          <p:nvPr>
            <p:ph idx="1"/>
          </p:nvPr>
        </p:nvPicPr>
        <p:blipFill>
          <a:blip r:embed="R6e2dde3ad5d34011" cstate="print">
            <a:extLst>
              <a:ext uri="{28A0092B-C50C-407E-A947-70E740481C1C}">
                <a14:useLocalDpi xmlns:a14="http://schemas.microsoft.com/office/drawing/2010/main" val="0"/>
              </a:ext>
            </a:extLst>
          </a:blip>
          <a:stretch>
            <a:fillRect/>
          </a:stretch>
        </p:blipFill>
        <p:spPr>
          <a:xfrm>
            <a:off x="-18257" y="0"/>
            <a:ext cx="9180512" cy="6885384"/>
          </a:xfrm>
        </p:spPr>
      </p:pic>
      <p:cxnSp>
        <p:nvCxnSpPr>
          <p:cNvPr id="7" name="Straight Connector 6">
            <a:extLst>
              <a:ext uri="{FF2B5EF4-FFF2-40B4-BE49-F238E27FC236}">
                <a16:creationId xmlns:a16="http://schemas.microsoft.com/office/drawing/2014/main" id="{DC5E58FB-8882-76E6-01B5-49DE3D6CE98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E7B9D2B-5684-3771-DB0F-52290E0EF8DF}"/>
              </a:ext>
            </a:extLst>
          </p:cNvPr>
          <p:cNvPicPr>
            <a:picLocks noChangeAspect="1"/>
          </p:cNvPicPr>
          <p:nvPr/>
        </p:nvPicPr>
        <p:blipFill>
          <a:blip r:embed="R6787177a37894fae" cstate="print">
            <a:extLst>
              <a:ext uri="{28A0092B-C50C-407E-A947-70E740481C1C}">
                <a14:useLocalDpi xmlns:a14="http://schemas.microsoft.com/office/drawing/2010/main" val="0"/>
              </a:ext>
            </a:extLst>
          </a:blip>
          <a:stretch>
            <a:fillRect/>
          </a:stretch>
        </p:blipFill>
        <p:spPr>
          <a:xfrm>
            <a:off x="24020" y="6388240"/>
            <a:ext cx="2411760" cy="346691"/>
          </a:xfrm>
          <a:prstGeom prst="rect">
            <a:avLst/>
          </a:prstGeom>
        </p:spPr>
      </p:pic>
      <p:sp>
        <p:nvSpPr>
          <p:cNvPr id="6" name="TextBox 5">
            <a:extLst>
              <a:ext uri="{FF2B5EF4-FFF2-40B4-BE49-F238E27FC236}">
                <a16:creationId xmlns:a16="http://schemas.microsoft.com/office/drawing/2014/main" id="{288F1FD2-355D-29E0-2540-A1E7618D6714}"/>
              </a:ext>
            </a:extLst>
          </p:cNvPr>
          <p:cNvSpPr txBox="1"/>
          <p:nvPr/>
        </p:nvSpPr>
        <p:spPr>
          <a:xfrm>
            <a:off x="418383" y="1335070"/>
            <a:ext cx="8751017" cy="460895"/>
          </a:xfrm>
          <a:prstGeom prst="rect">
            <a:avLst/>
          </a:prstGeom>
          <a:noFill/>
        </p:spPr>
        <p:txBody>
          <a:bodyPr wrap="square">
            <a:spAutoFit/>
          </a:bodyPr>
          <a:lstStyle/>
          <a:p>
            <a:pPr marL="0" marR="0" algn="just" fontAlgn="base">
              <a:lnSpc>
                <a:spcPct val="107000"/>
              </a:lnSpc>
              <a:spcBef>
                <a:spcPts val="0"/>
              </a:spcBef>
              <a:spcAft>
                <a:spcPts val="0"/>
              </a:spcAft>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Convert the infix expression (A + B) * C - D / E to postfix.</a:t>
            </a:r>
          </a:p>
        </p:txBody>
      </p:sp>
      <p:sp>
        <p:nvSpPr>
          <p:cNvPr id="2" name="TextBox 1">
            <a:extLst>
              <a:ext uri="{FF2B5EF4-FFF2-40B4-BE49-F238E27FC236}">
                <a16:creationId xmlns:a16="http://schemas.microsoft.com/office/drawing/2014/main" id="{8EDA7AA9-87ED-9B43-B59A-3165D389B195}"/>
              </a:ext>
            </a:extLst>
          </p:cNvPr>
          <p:cNvSpPr txBox="1"/>
          <p:nvPr/>
        </p:nvSpPr>
        <p:spPr>
          <a:xfrm>
            <a:off x="286247" y="0"/>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6FF7B367-42BA-2E1D-2E53-4C1055ECFDE1}"/>
              </a:ext>
            </a:extLst>
          </p:cNvPr>
          <p:cNvGraphicFramePr>
            <a:graphicFrameLocks noGrp="1"/>
          </p:cNvGraphicFramePr>
          <p:nvPr>
            <p:extLst>
              <p:ext uri="{D42A27DB-BD31-4B8C-83A1-F6EECF244321}">
                <p14:modId xmlns:p14="http://schemas.microsoft.com/office/powerpoint/2010/main" val="915902123"/>
              </p:ext>
            </p:extLst>
          </p:nvPr>
        </p:nvGraphicFramePr>
        <p:xfrm>
          <a:off x="539552" y="2122897"/>
          <a:ext cx="8022764" cy="3718560"/>
        </p:xfrm>
        <a:graphic>
          <a:graphicData uri="http://schemas.openxmlformats.org/drawingml/2006/table">
            <a:tbl>
              <a:tblPr/>
              <a:tblGrid>
                <a:gridCol w="2304256">
                  <a:extLst>
                    <a:ext uri="{9D8B030D-6E8A-4147-A177-3AD203B41FA5}">
                      <a16:colId xmlns:a16="http://schemas.microsoft.com/office/drawing/2014/main" val="2315415176"/>
                    </a:ext>
                  </a:extLst>
                </a:gridCol>
                <a:gridCol w="1944216">
                  <a:extLst>
                    <a:ext uri="{9D8B030D-6E8A-4147-A177-3AD203B41FA5}">
                      <a16:colId xmlns:a16="http://schemas.microsoft.com/office/drawing/2014/main" val="3757902920"/>
                    </a:ext>
                  </a:extLst>
                </a:gridCol>
                <a:gridCol w="1440160">
                  <a:extLst>
                    <a:ext uri="{9D8B030D-6E8A-4147-A177-3AD203B41FA5}">
                      <a16:colId xmlns:a16="http://schemas.microsoft.com/office/drawing/2014/main" val="3491119096"/>
                    </a:ext>
                  </a:extLst>
                </a:gridCol>
                <a:gridCol w="2334132">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Pop until '(': '+'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Tree>
    <p:extLst>
      <p:ext uri="{BB962C8B-B14F-4D97-AF65-F5344CB8AC3E}">
        <p14:creationId xmlns:p14="http://schemas.microsoft.com/office/powerpoint/2010/main" val="3548897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7072A-9961-89A7-5687-083591FCC54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197F51-1A52-4C84-85D3-8F6A9BFA8881}"/>
              </a:ext>
            </a:extLst>
          </p:cNvPr>
          <p:cNvPicPr>
            <a:picLocks noGrp="1" noChangeAspect="1"/>
          </p:cNvPicPr>
          <p:nvPr>
            <p:ph idx="1"/>
          </p:nvPr>
        </p:nvPicPr>
        <p:blipFill>
          <a:blip r:embed="R46a2317f1ba34d77" cstate="print">
            <a:extLst>
              <a:ext uri="{28A0092B-C50C-407E-A947-70E740481C1C}">
                <a14:useLocalDpi xmlns:a14="http://schemas.microsoft.com/office/drawing/2010/main" val="0"/>
              </a:ext>
            </a:extLst>
          </a:blip>
          <a:stretch>
            <a:fillRect/>
          </a:stretch>
        </p:blipFill>
        <p:spPr>
          <a:xfrm>
            <a:off x="-16334" y="-27384"/>
            <a:ext cx="9180512" cy="6885384"/>
          </a:xfrm>
        </p:spPr>
      </p:pic>
      <p:cxnSp>
        <p:nvCxnSpPr>
          <p:cNvPr id="7" name="Straight Connector 6">
            <a:extLst>
              <a:ext uri="{FF2B5EF4-FFF2-40B4-BE49-F238E27FC236}">
                <a16:creationId xmlns:a16="http://schemas.microsoft.com/office/drawing/2014/main" id="{51E370BD-EE19-4176-22DB-DAECD4614BF7}"/>
              </a:ext>
            </a:extLst>
          </p:cNvPr>
          <p:cNvCxnSpPr/>
          <p:nvPr/>
        </p:nvCxnSpPr>
        <p:spPr>
          <a:xfrm>
            <a:off x="0" y="67071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167A1A-D347-70FF-159C-EFC8EE4B1943}"/>
              </a:ext>
            </a:extLst>
          </p:cNvPr>
          <p:cNvPicPr>
            <a:picLocks noChangeAspect="1"/>
          </p:cNvPicPr>
          <p:nvPr/>
        </p:nvPicPr>
        <p:blipFill>
          <a:blip r:embed="R3ccbaccf78b74363" cstate="print">
            <a:extLst>
              <a:ext uri="{28A0092B-C50C-407E-A947-70E740481C1C}">
                <a14:useLocalDpi xmlns:a14="http://schemas.microsoft.com/office/drawing/2010/main" val="0"/>
              </a:ext>
            </a:extLst>
          </a:blip>
          <a:stretch>
            <a:fillRect/>
          </a:stretch>
        </p:blipFill>
        <p:spPr>
          <a:xfrm>
            <a:off x="102397" y="6329519"/>
            <a:ext cx="2411760" cy="346691"/>
          </a:xfrm>
          <a:prstGeom prst="rect">
            <a:avLst/>
          </a:prstGeom>
        </p:spPr>
      </p:pic>
      <p:sp>
        <p:nvSpPr>
          <p:cNvPr id="6" name="TextBox 5">
            <a:extLst>
              <a:ext uri="{FF2B5EF4-FFF2-40B4-BE49-F238E27FC236}">
                <a16:creationId xmlns:a16="http://schemas.microsoft.com/office/drawing/2014/main" id="{6665F919-736A-697F-5CCB-233DD3A1CDC4}"/>
              </a:ext>
            </a:extLst>
          </p:cNvPr>
          <p:cNvSpPr txBox="1"/>
          <p:nvPr/>
        </p:nvSpPr>
        <p:spPr>
          <a:xfrm>
            <a:off x="251520" y="806916"/>
            <a:ext cx="8714244"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latin typeface="+mj-lt"/>
                <a:ea typeface="Calibri" panose="020F0502020204030204" pitchFamily="34" charset="0"/>
                <a:cs typeface="Times New Roman" panose="02020603050405020304" pitchFamily="18" charset="0"/>
              </a:rPr>
              <a:t>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C - D / E</a:t>
            </a:r>
          </a:p>
        </p:txBody>
      </p:sp>
      <p:sp>
        <p:nvSpPr>
          <p:cNvPr id="2" name="TextBox 1">
            <a:extLst>
              <a:ext uri="{FF2B5EF4-FFF2-40B4-BE49-F238E27FC236}">
                <a16:creationId xmlns:a16="http://schemas.microsoft.com/office/drawing/2014/main" id="{F00E63C4-4007-DBD2-4834-CC60619E1233}"/>
              </a:ext>
            </a:extLst>
          </p:cNvPr>
          <p:cNvSpPr txBox="1"/>
          <p:nvPr/>
        </p:nvSpPr>
        <p:spPr>
          <a:xfrm>
            <a:off x="539552" y="17035"/>
            <a:ext cx="8283473" cy="646331"/>
          </a:xfrm>
          <a:prstGeom prst="rect">
            <a:avLst/>
          </a:prstGeom>
          <a:noFill/>
        </p:spPr>
        <p:txBody>
          <a:bodyPr wrap="square" rtlCol="0">
            <a:spAutoFit/>
          </a:bodyPr>
          <a:lstStyle/>
          <a:p>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D41D92A1-41DB-0C26-EA2B-2506ACFB0541}"/>
              </a:ext>
            </a:extLst>
          </p:cNvPr>
          <p:cNvGraphicFramePr>
            <a:graphicFrameLocks noGrp="1"/>
          </p:cNvGraphicFramePr>
          <p:nvPr>
            <p:extLst>
              <p:ext uri="{D42A27DB-BD31-4B8C-83A1-F6EECF244321}">
                <p14:modId xmlns:p14="http://schemas.microsoft.com/office/powerpoint/2010/main" val="3158658749"/>
              </p:ext>
            </p:extLst>
          </p:nvPr>
        </p:nvGraphicFramePr>
        <p:xfrm>
          <a:off x="696268" y="1445702"/>
          <a:ext cx="8269496" cy="4663440"/>
        </p:xfrm>
        <a:graphic>
          <a:graphicData uri="http://schemas.openxmlformats.org/drawingml/2006/table">
            <a:tbl>
              <a:tblPr/>
              <a:tblGrid>
                <a:gridCol w="2067374">
                  <a:extLst>
                    <a:ext uri="{9D8B030D-6E8A-4147-A177-3AD203B41FA5}">
                      <a16:colId xmlns:a16="http://schemas.microsoft.com/office/drawing/2014/main" val="2315415176"/>
                    </a:ext>
                  </a:extLst>
                </a:gridCol>
                <a:gridCol w="2067374">
                  <a:extLst>
                    <a:ext uri="{9D8B030D-6E8A-4147-A177-3AD203B41FA5}">
                      <a16:colId xmlns:a16="http://schemas.microsoft.com/office/drawing/2014/main" val="3757902920"/>
                    </a:ext>
                  </a:extLst>
                </a:gridCol>
                <a:gridCol w="2067374">
                  <a:extLst>
                    <a:ext uri="{9D8B030D-6E8A-4147-A177-3AD203B41FA5}">
                      <a16:colId xmlns:a16="http://schemas.microsoft.com/office/drawing/2014/main" val="3491119096"/>
                    </a:ext>
                  </a:extLst>
                </a:gridCol>
                <a:gridCol w="2067374">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Pop '*' (higher precedence) then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Push '/' (higher precedence than '-' on stack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dirty="0">
                          <a:solidFill>
                            <a:schemeClr val="tx1"/>
                          </a:solidFill>
                          <a:latin typeface="Times New Roman" panose="02020603050405020304" pitchFamily="18" charset="0"/>
                          <a:cs typeface="Times New Roman" panose="02020603050405020304" pitchFamily="18" charset="0"/>
                        </a:rPr>
                        <a:t>A B + C * 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sz="1600" b="1" dirty="0">
                          <a:solidFill>
                            <a:schemeClr val="tx1"/>
                          </a:solidFill>
                          <a:latin typeface="Times New Roman" panose="02020603050405020304" pitchFamily="18" charset="0"/>
                          <a:cs typeface="Times New Roman" panose="02020603050405020304" pitchFamily="18" charset="0"/>
                        </a:rPr>
                        <a:t>End</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a:solidFill>
                            <a:schemeClr val="tx1"/>
                          </a:solidFill>
                          <a:latin typeface="Times New Roman" panose="02020603050405020304" pitchFamily="18" charset="0"/>
                          <a:cs typeface="Times New Roman" panose="02020603050405020304" pitchFamily="18" charset="0"/>
                        </a:rPr>
                        <a:t>A B + C * D E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Pop remaining operators: '/' then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
        <p:nvSpPr>
          <p:cNvPr id="5" name="Rectangle 1">
            <a:extLst>
              <a:ext uri="{FF2B5EF4-FFF2-40B4-BE49-F238E27FC236}">
                <a16:creationId xmlns:a16="http://schemas.microsoft.com/office/drawing/2014/main" id="{1F278999-C870-E0C0-723B-66ECF0B7AE1A}"/>
              </a:ext>
            </a:extLst>
          </p:cNvPr>
          <p:cNvSpPr>
            <a:spLocks noChangeArrowheads="1"/>
          </p:cNvSpPr>
          <p:nvPr/>
        </p:nvSpPr>
        <p:spPr bwMode="auto">
          <a:xfrm>
            <a:off x="2627784" y="6244474"/>
            <a:ext cx="4838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Postfix Expression: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 + C * D E / - </a:t>
            </a:r>
          </a:p>
        </p:txBody>
      </p:sp>
    </p:spTree>
    <p:extLst>
      <p:ext uri="{BB962C8B-B14F-4D97-AF65-F5344CB8AC3E}">
        <p14:creationId xmlns:p14="http://schemas.microsoft.com/office/powerpoint/2010/main" val="2074035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c37c7ecb657e4071" cstate="print">
            <a:extLst>
              <a:ext uri="{28A0092B-C50C-407E-A947-70E740481C1C}">
                <a14:useLocalDpi xmlns:a14="http://schemas.microsoft.com/office/drawing/2010/main" val="0"/>
              </a:ext>
            </a:extLst>
          </a:blip>
          <a:stretch>
            <a:fillRect/>
          </a:stretch>
        </p:blipFill>
        <p:spPr>
          <a:xfrm>
            <a:off x="-1122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7237d334218433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446550"/>
          </a:xfrm>
          <a:prstGeom prst="rect">
            <a:avLst/>
          </a:prstGeom>
          <a:noFill/>
        </p:spPr>
        <p:txBody>
          <a:bodyPr wrap="square" rtlCol="0">
            <a:spAutoFit/>
          </a:bodyPr>
          <a:lstStyle/>
          <a:p>
            <a:endParaRPr lang="en-US" sz="2400" b="1" u="sng" dirty="0"/>
          </a:p>
          <a:p>
            <a:r>
              <a:rPr lang="en-US" sz="2800" b="1" kern="100" dirty="0">
                <a:solidFill>
                  <a:srgbClr val="E31E24"/>
                </a:solidFill>
                <a:latin typeface="+mj-lt"/>
                <a:cs typeface="Times New Roman" panose="02020603050405020304" pitchFamily="18" charset="0"/>
                <a:sym typeface="Arial"/>
              </a:rPr>
              <a:t>Stack ( Arithmetic Conversion Practice Question)</a:t>
            </a:r>
          </a:p>
          <a:p>
            <a:endParaRPr lang="en-US" sz="3600" b="1" dirty="0">
              <a:solidFill>
                <a:srgbClr val="FF0000"/>
              </a:solidFill>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0975" y="1325823"/>
            <a:ext cx="8283473" cy="2803140"/>
          </a:xfrm>
          <a:prstGeom prst="rect">
            <a:avLst/>
          </a:prstGeom>
          <a:noFill/>
        </p:spPr>
        <p:txBody>
          <a:bodyPr wrap="square" rtlCol="0">
            <a:spAutoFit/>
          </a:bodyPr>
          <a:lstStyle/>
          <a:p>
            <a:pPr lvl="0"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Question 1:</a:t>
            </a:r>
            <a:r>
              <a:rPr lang="en-US" sz="2400" dirty="0">
                <a:latin typeface="Times New Roman" panose="02020603050405020304" pitchFamily="18" charset="0"/>
                <a:cs typeface="Times New Roman" panose="02020603050405020304" pitchFamily="18" charset="0"/>
              </a:rPr>
              <a:t> Translate the following infix expression to its postfix equivalent expression: A + B * (C + D) / F + D * E. Also write the algorithm that you used for this conversion and evaluate the postfix expression’s value for A=10, B=27, C=3 D=5 F=4 and E</a:t>
            </a:r>
            <a:r>
              <a:rPr lang="en-US" sz="2400" dirty="0">
                <a:latin typeface="Times New Roman" panose="02020603050405020304" pitchFamily="18" charset="0"/>
                <a:cs typeface="Times New Roman" panose="02020603050405020304" pitchFamily="18" charset="0"/>
                <a:sym typeface="Symbol"/>
              </a:rPr>
              <a:t></a:t>
            </a:r>
            <a:r>
              <a:rPr lang="en-US" sz="2400" dirty="0">
                <a:latin typeface="Times New Roman" panose="02020603050405020304" pitchFamily="18" charset="0"/>
                <a:cs typeface="Times New Roman" panose="02020603050405020304" pitchFamily="18" charset="0"/>
              </a:rPr>
              <a:t> 2.</a:t>
            </a:r>
            <a:endParaRPr lang="en-IN" dirty="0"/>
          </a:p>
        </p:txBody>
      </p:sp>
    </p:spTree>
    <p:extLst>
      <p:ext uri="{BB962C8B-B14F-4D97-AF65-F5344CB8AC3E}">
        <p14:creationId xmlns:p14="http://schemas.microsoft.com/office/powerpoint/2010/main" val="335727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6c395496393f4820"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2717ac4b0aee4f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3528" y="1146228"/>
            <a:ext cx="8391993" cy="5355312"/>
          </a:xfrm>
          <a:prstGeom prst="rect">
            <a:avLst/>
          </a:prstGeom>
          <a:noFill/>
        </p:spPr>
        <p:txBody>
          <a:bodyPr wrap="square" rtlCol="0">
            <a:spAutoFit/>
          </a:bodyPr>
          <a:lstStyle/>
          <a:p>
            <a:pPr>
              <a:spcBef>
                <a:spcPts val="600"/>
              </a:spcBef>
            </a:pPr>
            <a:r>
              <a:rPr lang="en-IN" sz="2400" b="1" dirty="0">
                <a:latin typeface="Times New Roman" panose="02020603050405020304" pitchFamily="18" charset="0"/>
                <a:cs typeface="Times New Roman" panose="02020603050405020304" pitchFamily="18" charset="0"/>
              </a:rPr>
              <a:t>Algorithm (Converting Infix to Postfix)</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Initialize an empty stack</a:t>
            </a:r>
            <a:r>
              <a:rPr lang="en-IN" sz="2400" dirty="0">
                <a:latin typeface="Times New Roman" panose="02020603050405020304" pitchFamily="18" charset="0"/>
                <a:cs typeface="Times New Roman" panose="02020603050405020304" pitchFamily="18" charset="0"/>
              </a:rPr>
              <a:t> for operators and an empty list for the output (postfix expression).</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Read each token</a:t>
            </a:r>
            <a:r>
              <a:rPr lang="en-IN" sz="2400" dirty="0">
                <a:latin typeface="Times New Roman" panose="02020603050405020304" pitchFamily="18" charset="0"/>
                <a:cs typeface="Times New Roman" panose="02020603050405020304" pitchFamily="18" charset="0"/>
              </a:rPr>
              <a:t> (operand, operator, or parenthesis) from the infix expression from left to right: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operand (A-Z, 0-9)</a:t>
            </a:r>
            <a:r>
              <a:rPr lang="en-IN" sz="2400" dirty="0">
                <a:latin typeface="Times New Roman" panose="02020603050405020304" pitchFamily="18" charset="0"/>
                <a:cs typeface="Times New Roman" panose="02020603050405020304" pitchFamily="18" charset="0"/>
              </a:rPr>
              <a:t>, append it to the output list.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operator (+, -, *, /, etc.)</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While the stack is not empty and the top of the stack has an operator of greater than or equal precedence to the current token, pop operators from the stack to the output list.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Push the current token onto the stack.</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1568505-4217-B023-FD86-1025233A1547}"/>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3645342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e35981b9b3a4a81" cstate="print">
            <a:extLst>
              <a:ext uri="{28A0092B-C50C-407E-A947-70E740481C1C}">
                <a14:useLocalDpi xmlns:a14="http://schemas.microsoft.com/office/drawing/2010/main" val="0"/>
              </a:ext>
            </a:extLst>
          </a:blip>
          <a:stretch>
            <a:fillRect/>
          </a:stretch>
        </p:blipFill>
        <p:spPr>
          <a:xfrm>
            <a:off x="-36512"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9db37d09fc7d4e4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95536" y="1146228"/>
            <a:ext cx="8319985" cy="4539704"/>
          </a:xfrm>
          <a:prstGeom prst="rect">
            <a:avLst/>
          </a:prstGeom>
          <a:noFill/>
        </p:spPr>
        <p:txBody>
          <a:bodyPr wrap="square" rtlCol="0">
            <a:spAutoFit/>
          </a:bodyPr>
          <a:lstStyle/>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c. If the token is a left parenthesis '('</a:t>
            </a:r>
            <a:r>
              <a:rPr lang="en-IN" sz="2400" dirty="0">
                <a:latin typeface="Times New Roman" panose="02020603050405020304" pitchFamily="18" charset="0"/>
                <a:cs typeface="Times New Roman" panose="02020603050405020304" pitchFamily="18" charset="0"/>
              </a:rPr>
              <a:t>, push it onto the stack.</a:t>
            </a:r>
          </a:p>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d. If the token is a right parenthesis ')'</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Pop from the stack to the output list until a left parenthesis is encountered.</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Discard the left parenthesis from the stack.</a:t>
            </a:r>
          </a:p>
          <a:p>
            <a:pPr>
              <a:spcBef>
                <a:spcPts val="600"/>
              </a:spcBef>
              <a:spcAft>
                <a:spcPts val="600"/>
              </a:spcAft>
            </a:pPr>
            <a:r>
              <a:rPr lang="en-IN" sz="2400" b="1" dirty="0">
                <a:latin typeface="Times New Roman" panose="02020603050405020304" pitchFamily="18" charset="0"/>
                <a:cs typeface="Times New Roman" panose="02020603050405020304" pitchFamily="18" charset="0"/>
              </a:rPr>
              <a:t>3. After reading all tokens</a:t>
            </a:r>
            <a:r>
              <a:rPr lang="en-IN" sz="2400" dirty="0">
                <a:latin typeface="Times New Roman" panose="02020603050405020304" pitchFamily="18" charset="0"/>
                <a:cs typeface="Times New Roman" panose="02020603050405020304" pitchFamily="18" charset="0"/>
              </a:rPr>
              <a:t>, pop any remaining operators from the stack to the output list.</a:t>
            </a:r>
          </a:p>
          <a:p>
            <a:pPr marL="342900"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output list now contains the postfix expression.</a:t>
            </a:r>
          </a:p>
          <a:p>
            <a:pPr lvl="0" algn="just"/>
            <a:endParaRPr lang="en-US" sz="2400" dirty="0"/>
          </a:p>
          <a:p>
            <a:endParaRPr lang="en-IN" dirty="0"/>
          </a:p>
        </p:txBody>
      </p:sp>
      <p:sp>
        <p:nvSpPr>
          <p:cNvPr id="2" name="TextBox 1">
            <a:extLst>
              <a:ext uri="{FF2B5EF4-FFF2-40B4-BE49-F238E27FC236}">
                <a16:creationId xmlns:a16="http://schemas.microsoft.com/office/drawing/2014/main" id="{FAB8DCA1-4F5F-AAD0-0B23-1C77A2B7662D}"/>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29929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d62dea0cea2422d" cstate="print">
            <a:extLst>
              <a:ext uri="{28A0092B-C50C-407E-A947-70E740481C1C}">
                <a14:useLocalDpi xmlns:a14="http://schemas.microsoft.com/office/drawing/2010/main" val="0"/>
              </a:ext>
            </a:extLst>
          </a:blip>
          <a:stretch>
            <a:fillRect/>
          </a:stretch>
        </p:blipFill>
        <p:spPr>
          <a:xfrm>
            <a:off x="-36512" y="0"/>
            <a:ext cx="9180512" cy="6885384"/>
          </a:xfrm>
        </p:spPr>
      </p:pic>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f48a830cfca4e7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BA853B2-36EF-740D-2B51-111472B0B401}"/>
              </a:ext>
            </a:extLst>
          </p:cNvPr>
          <p:cNvGraphicFramePr>
            <a:graphicFrameLocks noGrp="1"/>
          </p:cNvGraphicFramePr>
          <p:nvPr>
            <p:extLst>
              <p:ext uri="{D42A27DB-BD31-4B8C-83A1-F6EECF244321}">
                <p14:modId xmlns:p14="http://schemas.microsoft.com/office/powerpoint/2010/main" val="49935078"/>
              </p:ext>
            </p:extLst>
          </p:nvPr>
        </p:nvGraphicFramePr>
        <p:xfrm>
          <a:off x="320976" y="421523"/>
          <a:ext cx="8643512" cy="5762743"/>
        </p:xfrm>
        <a:graphic>
          <a:graphicData uri="http://schemas.openxmlformats.org/drawingml/2006/table">
            <a:tbl>
              <a:tblPr>
                <a:tableStyleId>{5940675A-B579-460E-94D1-54222C63F5DA}</a:tableStyleId>
              </a:tblPr>
              <a:tblGrid>
                <a:gridCol w="680149">
                  <a:extLst>
                    <a:ext uri="{9D8B030D-6E8A-4147-A177-3AD203B41FA5}">
                      <a16:colId xmlns:a16="http://schemas.microsoft.com/office/drawing/2014/main" val="2596632057"/>
                    </a:ext>
                  </a:extLst>
                </a:gridCol>
                <a:gridCol w="1372993">
                  <a:extLst>
                    <a:ext uri="{9D8B030D-6E8A-4147-A177-3AD203B41FA5}">
                      <a16:colId xmlns:a16="http://schemas.microsoft.com/office/drawing/2014/main" val="280522294"/>
                    </a:ext>
                  </a:extLst>
                </a:gridCol>
                <a:gridCol w="1006864">
                  <a:extLst>
                    <a:ext uri="{9D8B030D-6E8A-4147-A177-3AD203B41FA5}">
                      <a16:colId xmlns:a16="http://schemas.microsoft.com/office/drawing/2014/main" val="2809521450"/>
                    </a:ext>
                  </a:extLst>
                </a:gridCol>
                <a:gridCol w="5583506">
                  <a:extLst>
                    <a:ext uri="{9D8B030D-6E8A-4147-A177-3AD203B41FA5}">
                      <a16:colId xmlns:a16="http://schemas.microsoft.com/office/drawing/2014/main" val="56081992"/>
                    </a:ext>
                  </a:extLst>
                </a:gridCol>
              </a:tblGrid>
              <a:tr h="251951">
                <a:tc>
                  <a:txBody>
                    <a:bodyPr/>
                    <a:lstStyle/>
                    <a:p>
                      <a:r>
                        <a:rPr lang="en-IN" sz="1800" b="1" dirty="0">
                          <a:latin typeface="Times New Roman" panose="02020603050405020304" pitchFamily="18" charset="0"/>
                          <a:cs typeface="Times New Roman" panose="02020603050405020304" pitchFamily="18" charset="0"/>
                        </a:rPr>
                        <a:t>Step</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Read Token</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Stack</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Output (Postfix)</a:t>
                      </a:r>
                    </a:p>
                  </a:txBody>
                  <a:tcPr marL="63746" marR="63746" marT="31873" marB="31873" anchor="ctr"/>
                </a:tc>
                <a:extLst>
                  <a:ext uri="{0D108BD9-81ED-4DB2-BD59-A6C34878D82A}">
                    <a16:rowId xmlns:a16="http://schemas.microsoft.com/office/drawing/2014/main" val="3052618903"/>
                  </a:ext>
                </a:extLst>
              </a:tr>
              <a:tr h="279664">
                <a:tc>
                  <a:txBody>
                    <a:bodyPr/>
                    <a:lstStyle/>
                    <a:p>
                      <a:r>
                        <a:rPr lang="en-IN" sz="1800" b="0" dirty="0">
                          <a:latin typeface="Times New Roman" panose="02020603050405020304" pitchFamily="18" charset="0"/>
                          <a:cs typeface="Times New Roman" panose="02020603050405020304" pitchFamily="18" charset="0"/>
                        </a:rPr>
                        <a:t>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1480635500"/>
                  </a:ext>
                </a:extLst>
              </a:tr>
              <a:tr h="279664">
                <a:tc>
                  <a:txBody>
                    <a:bodyPr/>
                    <a:lstStyle/>
                    <a:p>
                      <a:r>
                        <a:rPr lang="en-IN" sz="1800" b="0" dirty="0">
                          <a:latin typeface="Times New Roman" panose="02020603050405020304" pitchFamily="18" charset="0"/>
                          <a:cs typeface="Times New Roman" panose="02020603050405020304" pitchFamily="18" charset="0"/>
                        </a:rPr>
                        <a:t>2</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2583063322"/>
                  </a:ext>
                </a:extLst>
              </a:tr>
              <a:tr h="279664">
                <a:tc>
                  <a:txBody>
                    <a:bodyPr/>
                    <a:lstStyle/>
                    <a:p>
                      <a:r>
                        <a:rPr lang="en-IN" sz="1800" b="0" dirty="0">
                          <a:latin typeface="Times New Roman" panose="02020603050405020304" pitchFamily="18" charset="0"/>
                          <a:cs typeface="Times New Roman" panose="02020603050405020304" pitchFamily="18" charset="0"/>
                        </a:rPr>
                        <a:t>3</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B</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85231509"/>
                  </a:ext>
                </a:extLst>
              </a:tr>
              <a:tr h="279664">
                <a:tc>
                  <a:txBody>
                    <a:bodyPr/>
                    <a:lstStyle/>
                    <a:p>
                      <a:r>
                        <a:rPr lang="en-IN" sz="1800" b="0" dirty="0">
                          <a:latin typeface="Times New Roman" panose="02020603050405020304" pitchFamily="18" charset="0"/>
                          <a:cs typeface="Times New Roman" panose="02020603050405020304" pitchFamily="18" charset="0"/>
                        </a:rPr>
                        <a:t>4</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730446751"/>
                  </a:ext>
                </a:extLst>
              </a:tr>
              <a:tr h="279664">
                <a:tc>
                  <a:txBody>
                    <a:bodyPr/>
                    <a:lstStyle/>
                    <a:p>
                      <a:r>
                        <a:rPr lang="en-IN" sz="1800" b="0" dirty="0">
                          <a:latin typeface="Times New Roman" panose="02020603050405020304" pitchFamily="18" charset="0"/>
                          <a:cs typeface="Times New Roman" panose="02020603050405020304" pitchFamily="18" charset="0"/>
                        </a:rPr>
                        <a:t>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1362927175"/>
                  </a:ext>
                </a:extLst>
              </a:tr>
              <a:tr h="279664">
                <a:tc>
                  <a:txBody>
                    <a:bodyPr/>
                    <a:lstStyle/>
                    <a:p>
                      <a:r>
                        <a:rPr lang="en-IN" sz="1800" b="0">
                          <a:latin typeface="Times New Roman" panose="02020603050405020304" pitchFamily="18" charset="0"/>
                          <a:cs typeface="Times New Roman" panose="02020603050405020304" pitchFamily="18" charset="0"/>
                        </a:rPr>
                        <a:t>6</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C</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530467897"/>
                  </a:ext>
                </a:extLst>
              </a:tr>
              <a:tr h="279664">
                <a:tc>
                  <a:txBody>
                    <a:bodyPr/>
                    <a:lstStyle/>
                    <a:p>
                      <a:r>
                        <a:rPr lang="en-IN" sz="1800" b="0" dirty="0">
                          <a:latin typeface="Times New Roman" panose="02020603050405020304" pitchFamily="18" charset="0"/>
                          <a:cs typeface="Times New Roman" panose="02020603050405020304" pitchFamily="18" charset="0"/>
                        </a:rPr>
                        <a:t>7</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2708567069"/>
                  </a:ext>
                </a:extLst>
              </a:tr>
              <a:tr h="279664">
                <a:tc>
                  <a:txBody>
                    <a:bodyPr/>
                    <a:lstStyle/>
                    <a:p>
                      <a:r>
                        <a:rPr lang="en-IN" sz="1800" b="0" dirty="0">
                          <a:latin typeface="Times New Roman" panose="02020603050405020304" pitchFamily="18" charset="0"/>
                          <a:cs typeface="Times New Roman" panose="02020603050405020304" pitchFamily="18" charset="0"/>
                        </a:rPr>
                        <a:t>8</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a:t>
                      </a:r>
                    </a:p>
                  </a:txBody>
                  <a:tcPr marL="63746" marR="63746" marT="31873" marB="31873" anchor="ctr"/>
                </a:tc>
                <a:extLst>
                  <a:ext uri="{0D108BD9-81ED-4DB2-BD59-A6C34878D82A}">
                    <a16:rowId xmlns:a16="http://schemas.microsoft.com/office/drawing/2014/main" val="2031593694"/>
                  </a:ext>
                </a:extLst>
              </a:tr>
              <a:tr h="279664">
                <a:tc>
                  <a:txBody>
                    <a:bodyPr/>
                    <a:lstStyle/>
                    <a:p>
                      <a:r>
                        <a:rPr lang="en-IN" sz="1800" b="0">
                          <a:latin typeface="Times New Roman" panose="02020603050405020304" pitchFamily="18" charset="0"/>
                          <a:cs typeface="Times New Roman" panose="02020603050405020304" pitchFamily="18" charset="0"/>
                        </a:rPr>
                        <a:t>9</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a:t>
                      </a:r>
                    </a:p>
                  </a:txBody>
                  <a:tcPr marL="63746" marR="63746" marT="31873" marB="31873" anchor="ctr"/>
                </a:tc>
                <a:extLst>
                  <a:ext uri="{0D108BD9-81ED-4DB2-BD59-A6C34878D82A}">
                    <a16:rowId xmlns:a16="http://schemas.microsoft.com/office/drawing/2014/main" val="2737382269"/>
                  </a:ext>
                </a:extLst>
              </a:tr>
              <a:tr h="279664">
                <a:tc>
                  <a:txBody>
                    <a:bodyPr/>
                    <a:lstStyle/>
                    <a:p>
                      <a:r>
                        <a:rPr lang="en-IN" sz="1800" b="0" dirty="0">
                          <a:latin typeface="Times New Roman" panose="02020603050405020304" pitchFamily="18" charset="0"/>
                          <a:cs typeface="Times New Roman" panose="02020603050405020304" pitchFamily="18" charset="0"/>
                        </a:rPr>
                        <a:t>10</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a:t>
                      </a:r>
                    </a:p>
                  </a:txBody>
                  <a:tcPr marL="63746" marR="63746" marT="31873" marB="31873" anchor="ctr"/>
                </a:tc>
                <a:extLst>
                  <a:ext uri="{0D108BD9-81ED-4DB2-BD59-A6C34878D82A}">
                    <a16:rowId xmlns:a16="http://schemas.microsoft.com/office/drawing/2014/main" val="1351276596"/>
                  </a:ext>
                </a:extLst>
              </a:tr>
              <a:tr h="279664">
                <a:tc>
                  <a:txBody>
                    <a:bodyPr/>
                    <a:lstStyle/>
                    <a:p>
                      <a:r>
                        <a:rPr lang="en-IN" sz="1800" b="0">
                          <a:latin typeface="Times New Roman" panose="02020603050405020304" pitchFamily="18" charset="0"/>
                          <a:cs typeface="Times New Roman" panose="02020603050405020304" pitchFamily="18" charset="0"/>
                        </a:rPr>
                        <a:t>11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F</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a:t>
                      </a:r>
                    </a:p>
                  </a:txBody>
                  <a:tcPr marL="63746" marR="63746" marT="31873" marB="31873" anchor="ctr"/>
                </a:tc>
                <a:extLst>
                  <a:ext uri="{0D108BD9-81ED-4DB2-BD59-A6C34878D82A}">
                    <a16:rowId xmlns:a16="http://schemas.microsoft.com/office/drawing/2014/main" val="2600874279"/>
                  </a:ext>
                </a:extLst>
              </a:tr>
              <a:tr h="279664">
                <a:tc>
                  <a:txBody>
                    <a:bodyPr/>
                    <a:lstStyle/>
                    <a:p>
                      <a:r>
                        <a:rPr lang="en-IN" sz="1800" b="0" dirty="0">
                          <a:latin typeface="Times New Roman" panose="02020603050405020304" pitchFamily="18" charset="0"/>
                          <a:cs typeface="Times New Roman" panose="02020603050405020304" pitchFamily="18" charset="0"/>
                        </a:rPr>
                        <a:t>12</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a:t>
                      </a:r>
                    </a:p>
                  </a:txBody>
                  <a:tcPr marL="63746" marR="63746" marT="31873" marB="31873" anchor="ctr"/>
                </a:tc>
                <a:extLst>
                  <a:ext uri="{0D108BD9-81ED-4DB2-BD59-A6C34878D82A}">
                    <a16:rowId xmlns:a16="http://schemas.microsoft.com/office/drawing/2014/main" val="3920011675"/>
                  </a:ext>
                </a:extLst>
              </a:tr>
              <a:tr h="279664">
                <a:tc>
                  <a:txBody>
                    <a:bodyPr/>
                    <a:lstStyle/>
                    <a:p>
                      <a:r>
                        <a:rPr lang="en-IN" sz="1800" b="0">
                          <a:latin typeface="Times New Roman" panose="02020603050405020304" pitchFamily="18" charset="0"/>
                          <a:cs typeface="Times New Roman" panose="02020603050405020304" pitchFamily="18" charset="0"/>
                        </a:rPr>
                        <a:t>13</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784807330"/>
                  </a:ext>
                </a:extLst>
              </a:tr>
              <a:tr h="279664">
                <a:tc>
                  <a:txBody>
                    <a:bodyPr/>
                    <a:lstStyle/>
                    <a:p>
                      <a:r>
                        <a:rPr lang="en-IN" sz="1800" b="0" dirty="0">
                          <a:latin typeface="Times New Roman" panose="02020603050405020304" pitchFamily="18" charset="0"/>
                          <a:cs typeface="Times New Roman" panose="02020603050405020304" pitchFamily="18" charset="0"/>
                        </a:rPr>
                        <a:t>14</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3138085084"/>
                  </a:ext>
                </a:extLst>
              </a:tr>
              <a:tr h="279664">
                <a:tc>
                  <a:txBody>
                    <a:bodyPr/>
                    <a:lstStyle/>
                    <a:p>
                      <a:r>
                        <a:rPr lang="en-IN" sz="1800" b="0">
                          <a:latin typeface="Times New Roman" panose="02020603050405020304" pitchFamily="18" charset="0"/>
                          <a:cs typeface="Times New Roman" panose="02020603050405020304" pitchFamily="18" charset="0"/>
                        </a:rPr>
                        <a:t>15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 E</a:t>
                      </a:r>
                    </a:p>
                  </a:txBody>
                  <a:tcPr marL="63746" marR="63746" marT="31873" marB="31873" anchor="ctr"/>
                </a:tc>
                <a:extLst>
                  <a:ext uri="{0D108BD9-81ED-4DB2-BD59-A6C34878D82A}">
                    <a16:rowId xmlns:a16="http://schemas.microsoft.com/office/drawing/2014/main" val="3411320732"/>
                  </a:ext>
                </a:extLst>
              </a:tr>
              <a:tr h="353687">
                <a:tc>
                  <a:txBody>
                    <a:bodyPr/>
                    <a:lstStyle/>
                    <a:p>
                      <a:r>
                        <a:rPr lang="en-IN" sz="1800" b="0">
                          <a:latin typeface="Times New Roman" panose="02020603050405020304" pitchFamily="18" charset="0"/>
                          <a:cs typeface="Times New Roman" panose="02020603050405020304" pitchFamily="18" charset="0"/>
                        </a:rPr>
                        <a:t>16</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End</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 D E * +</a:t>
                      </a:r>
                    </a:p>
                  </a:txBody>
                  <a:tcPr marL="63746" marR="63746" marT="31873" marB="31873" anchor="ctr"/>
                </a:tc>
                <a:extLst>
                  <a:ext uri="{0D108BD9-81ED-4DB2-BD59-A6C34878D82A}">
                    <a16:rowId xmlns:a16="http://schemas.microsoft.com/office/drawing/2014/main" val="872796716"/>
                  </a:ext>
                </a:extLst>
              </a:tr>
            </a:tbl>
          </a:graphicData>
        </a:graphic>
      </p:graphicFrame>
    </p:spTree>
    <p:extLst>
      <p:ext uri="{BB962C8B-B14F-4D97-AF65-F5344CB8AC3E}">
        <p14:creationId xmlns:p14="http://schemas.microsoft.com/office/powerpoint/2010/main" val="644110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d8bab16aa3224d6a"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9855fdad54f8409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224601"/>
            <a:ext cx="8660492" cy="728726"/>
          </a:xfrm>
          <a:prstGeom prst="rect">
            <a:avLst/>
          </a:prstGeom>
          <a:noFill/>
        </p:spPr>
        <p:txBody>
          <a:bodyPr wrap="square">
            <a:spAutoFit/>
          </a:bodyPr>
          <a:lstStyle/>
          <a:p>
            <a:pPr marL="0" marR="0" algn="just" fontAlgn="base">
              <a:lnSpc>
                <a:spcPct val="107000"/>
              </a:lnSpc>
              <a:spcBef>
                <a:spcPts val="0"/>
              </a:spcBef>
              <a:spcAft>
                <a:spcPts val="0"/>
              </a:spcAft>
            </a:pPr>
            <a:r>
              <a:rPr lang="en-US"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Evaluating Postfix Expression Given values:</a:t>
            </a:r>
          </a:p>
          <a:p>
            <a:pPr marL="0" marR="0" algn="just" fontAlgn="base">
              <a:lnSpc>
                <a:spcPct val="107000"/>
              </a:lnSpc>
              <a:spcBef>
                <a:spcPts val="0"/>
              </a:spcBef>
              <a:spcAft>
                <a:spcPts val="0"/>
              </a:spcAft>
            </a:pP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A=10, B=27, C=3, D=5, F=4, E=2</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65" name="Table 64">
            <a:extLst>
              <a:ext uri="{FF2B5EF4-FFF2-40B4-BE49-F238E27FC236}">
                <a16:creationId xmlns:a16="http://schemas.microsoft.com/office/drawing/2014/main" id="{A7D9EB25-4C22-4FB9-BB88-0057CB4E6895}"/>
              </a:ext>
            </a:extLst>
          </p:cNvPr>
          <p:cNvGraphicFramePr>
            <a:graphicFrameLocks noGrp="1"/>
          </p:cNvGraphicFramePr>
          <p:nvPr>
            <p:extLst>
              <p:ext uri="{D42A27DB-BD31-4B8C-83A1-F6EECF244321}">
                <p14:modId xmlns:p14="http://schemas.microsoft.com/office/powerpoint/2010/main" val="2010054634"/>
              </p:ext>
            </p:extLst>
          </p:nvPr>
        </p:nvGraphicFramePr>
        <p:xfrm>
          <a:off x="294616" y="1199404"/>
          <a:ext cx="8305800" cy="4971960"/>
        </p:xfrm>
        <a:graphic>
          <a:graphicData uri="http://schemas.openxmlformats.org/drawingml/2006/table">
            <a:tbl>
              <a:tblPr>
                <a:tableStyleId>{5940675A-B579-460E-94D1-54222C63F5DA}</a:tableStyleId>
              </a:tblPr>
              <a:tblGrid>
                <a:gridCol w="1661160">
                  <a:extLst>
                    <a:ext uri="{9D8B030D-6E8A-4147-A177-3AD203B41FA5}">
                      <a16:colId xmlns:a16="http://schemas.microsoft.com/office/drawing/2014/main" val="4035113265"/>
                    </a:ext>
                  </a:extLst>
                </a:gridCol>
                <a:gridCol w="1661160">
                  <a:extLst>
                    <a:ext uri="{9D8B030D-6E8A-4147-A177-3AD203B41FA5}">
                      <a16:colId xmlns:a16="http://schemas.microsoft.com/office/drawing/2014/main" val="1064079987"/>
                    </a:ext>
                  </a:extLst>
                </a:gridCol>
                <a:gridCol w="1661160">
                  <a:extLst>
                    <a:ext uri="{9D8B030D-6E8A-4147-A177-3AD203B41FA5}">
                      <a16:colId xmlns:a16="http://schemas.microsoft.com/office/drawing/2014/main" val="863407929"/>
                    </a:ext>
                  </a:extLst>
                </a:gridCol>
                <a:gridCol w="1661160">
                  <a:extLst>
                    <a:ext uri="{9D8B030D-6E8A-4147-A177-3AD203B41FA5}">
                      <a16:colId xmlns:a16="http://schemas.microsoft.com/office/drawing/2014/main" val="1086816890"/>
                    </a:ext>
                  </a:extLst>
                </a:gridCol>
                <a:gridCol w="1661160">
                  <a:extLst>
                    <a:ext uri="{9D8B030D-6E8A-4147-A177-3AD203B41FA5}">
                      <a16:colId xmlns:a16="http://schemas.microsoft.com/office/drawing/2014/main" val="1823471829"/>
                    </a:ext>
                  </a:extLst>
                </a:gridCol>
              </a:tblGrid>
              <a:tr h="301813">
                <a:tc>
                  <a:txBody>
                    <a:bodyPr/>
                    <a:lstStyle/>
                    <a:p>
                      <a:r>
                        <a:rPr lang="en-IN" sz="1800" b="1" dirty="0">
                          <a:latin typeface="Times New Roman" panose="02020603050405020304" pitchFamily="18" charset="0"/>
                          <a:cs typeface="Times New Roman" panose="02020603050405020304" pitchFamily="18" charset="0"/>
                        </a:rPr>
                        <a:t>Step</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Read Token</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Stack Before</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Operation</a:t>
                      </a:r>
                    </a:p>
                  </a:txBody>
                  <a:tcPr marL="80821" marR="80821" marT="40410" marB="40410" anchor="ctr"/>
                </a:tc>
                <a:tc>
                  <a:txBody>
                    <a:bodyPr/>
                    <a:lstStyle/>
                    <a:p>
                      <a:r>
                        <a:rPr lang="en-IN" sz="1800" b="1" dirty="0">
                          <a:latin typeface="Times New Roman" panose="02020603050405020304" pitchFamily="18" charset="0"/>
                          <a:cs typeface="Times New Roman" panose="02020603050405020304" pitchFamily="18" charset="0"/>
                        </a:rPr>
                        <a:t>Stack After</a:t>
                      </a:r>
                    </a:p>
                  </a:txBody>
                  <a:tcPr marL="80821" marR="80821" marT="40410" marB="40410" anchor="ctr"/>
                </a:tc>
                <a:extLst>
                  <a:ext uri="{0D108BD9-81ED-4DB2-BD59-A6C34878D82A}">
                    <a16:rowId xmlns:a16="http://schemas.microsoft.com/office/drawing/2014/main" val="3962972964"/>
                  </a:ext>
                </a:extLst>
              </a:tr>
              <a:tr h="301813">
                <a:tc>
                  <a:txBody>
                    <a:bodyPr/>
                    <a:lstStyle/>
                    <a:p>
                      <a:r>
                        <a:rPr lang="en-IN" sz="1800" dirty="0">
                          <a:latin typeface="Times New Roman" panose="02020603050405020304" pitchFamily="18" charset="0"/>
                          <a:cs typeface="Times New Roman" panose="02020603050405020304" pitchFamily="18" charset="0"/>
                        </a:rPr>
                        <a:t>1</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 (10)</a:t>
                      </a:r>
                    </a:p>
                  </a:txBody>
                  <a:tcPr marL="80821" marR="80821" marT="40410" marB="40410" anchor="ctr"/>
                </a:tc>
                <a:tc>
                  <a:txBody>
                    <a:bodyPr/>
                    <a:lstStyle/>
                    <a:p>
                      <a:endParaRPr lang="en-IN" sz="1800">
                        <a:latin typeface="Times New Roman" panose="02020603050405020304" pitchFamily="18" charset="0"/>
                        <a:cs typeface="Times New Roman" panose="02020603050405020304" pitchFamily="18" charset="0"/>
                      </a:endParaRP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extLst>
                  <a:ext uri="{0D108BD9-81ED-4DB2-BD59-A6C34878D82A}">
                    <a16:rowId xmlns:a16="http://schemas.microsoft.com/office/drawing/2014/main" val="1440028188"/>
                  </a:ext>
                </a:extLst>
              </a:tr>
              <a:tr h="301813">
                <a:tc>
                  <a:txBody>
                    <a:bodyPr/>
                    <a:lstStyle/>
                    <a:p>
                      <a:r>
                        <a:rPr lang="en-IN" sz="1800" dirty="0">
                          <a:latin typeface="Times New Roman" panose="02020603050405020304" pitchFamily="18" charset="0"/>
                          <a:cs typeface="Times New Roman" panose="02020603050405020304" pitchFamily="18" charset="0"/>
                        </a:rPr>
                        <a:t>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B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extLst>
                  <a:ext uri="{0D108BD9-81ED-4DB2-BD59-A6C34878D82A}">
                    <a16:rowId xmlns:a16="http://schemas.microsoft.com/office/drawing/2014/main" val="2466542843"/>
                  </a:ext>
                </a:extLst>
              </a:tr>
              <a:tr h="301813">
                <a:tc>
                  <a:txBody>
                    <a:bodyPr/>
                    <a:lstStyle/>
                    <a:p>
                      <a:r>
                        <a:rPr lang="en-IN" sz="1800" dirty="0">
                          <a:latin typeface="Times New Roman" panose="02020603050405020304" pitchFamily="18" charset="0"/>
                          <a:cs typeface="Times New Roman" panose="02020603050405020304" pitchFamily="18" charset="0"/>
                        </a:rPr>
                        <a:t>3</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C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extLst>
                  <a:ext uri="{0D108BD9-81ED-4DB2-BD59-A6C34878D82A}">
                    <a16:rowId xmlns:a16="http://schemas.microsoft.com/office/drawing/2014/main" val="2100142445"/>
                  </a:ext>
                </a:extLst>
              </a:tr>
              <a:tr h="301813">
                <a:tc>
                  <a:txBody>
                    <a:bodyPr/>
                    <a:lstStyle/>
                    <a:p>
                      <a:r>
                        <a:rPr lang="en-IN" sz="1800" dirty="0">
                          <a:latin typeface="Times New Roman" panose="02020603050405020304" pitchFamily="18" charset="0"/>
                          <a:cs typeface="Times New Roman" panose="02020603050405020304" pitchFamily="18" charset="0"/>
                        </a:rPr>
                        <a:t>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10 27 3 5</a:t>
                      </a:r>
                    </a:p>
                  </a:txBody>
                  <a:tcPr marL="80821" marR="80821" marT="40410" marB="40410" anchor="ctr"/>
                </a:tc>
                <a:extLst>
                  <a:ext uri="{0D108BD9-81ED-4DB2-BD59-A6C34878D82A}">
                    <a16:rowId xmlns:a16="http://schemas.microsoft.com/office/drawing/2014/main" val="1008375098"/>
                  </a:ext>
                </a:extLst>
              </a:tr>
              <a:tr h="301813">
                <a:tc>
                  <a:txBody>
                    <a:bodyPr/>
                    <a:lstStyle/>
                    <a:p>
                      <a:r>
                        <a:rPr lang="en-IN" sz="1800">
                          <a:latin typeface="Times New Roman" panose="02020603050405020304" pitchFamily="18" charset="0"/>
                          <a:cs typeface="Times New Roman" panose="02020603050405020304" pitchFamily="18" charset="0"/>
                        </a:rPr>
                        <a:t>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3 + 5 =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extLst>
                  <a:ext uri="{0D108BD9-81ED-4DB2-BD59-A6C34878D82A}">
                    <a16:rowId xmlns:a16="http://schemas.microsoft.com/office/drawing/2014/main" val="231674248"/>
                  </a:ext>
                </a:extLst>
              </a:tr>
              <a:tr h="301813">
                <a:tc>
                  <a:txBody>
                    <a:bodyPr/>
                    <a:lstStyle/>
                    <a:p>
                      <a:r>
                        <a:rPr lang="en-IN" sz="1800" dirty="0">
                          <a:latin typeface="Times New Roman" panose="02020603050405020304" pitchFamily="18" charset="0"/>
                          <a:cs typeface="Times New Roman" panose="02020603050405020304" pitchFamily="18" charset="0"/>
                        </a:rPr>
                        <a:t>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27 * 8 =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extLst>
                  <a:ext uri="{0D108BD9-81ED-4DB2-BD59-A6C34878D82A}">
                    <a16:rowId xmlns:a16="http://schemas.microsoft.com/office/drawing/2014/main" val="1770083901"/>
                  </a:ext>
                </a:extLst>
              </a:tr>
              <a:tr h="301813">
                <a:tc>
                  <a:txBody>
                    <a:bodyPr/>
                    <a:lstStyle/>
                    <a:p>
                      <a:r>
                        <a:rPr lang="en-IN" sz="1800" dirty="0">
                          <a:latin typeface="Times New Roman" panose="02020603050405020304" pitchFamily="18" charset="0"/>
                          <a:cs typeface="Times New Roman" panose="02020603050405020304" pitchFamily="18" charset="0"/>
                        </a:rPr>
                        <a:t>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F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extLst>
                  <a:ext uri="{0D108BD9-81ED-4DB2-BD59-A6C34878D82A}">
                    <a16:rowId xmlns:a16="http://schemas.microsoft.com/office/drawing/2014/main" val="2213551503"/>
                  </a:ext>
                </a:extLst>
              </a:tr>
              <a:tr h="301813">
                <a:tc>
                  <a:txBody>
                    <a:bodyPr/>
                    <a:lstStyle/>
                    <a:p>
                      <a:r>
                        <a:rPr lang="en-IN" sz="1800">
                          <a:latin typeface="Times New Roman" panose="02020603050405020304" pitchFamily="18" charset="0"/>
                          <a:cs typeface="Times New Roman" panose="02020603050405020304" pitchFamily="18" charset="0"/>
                        </a:rPr>
                        <a:t>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216 / 4 =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extLst>
                  <a:ext uri="{0D108BD9-81ED-4DB2-BD59-A6C34878D82A}">
                    <a16:rowId xmlns:a16="http://schemas.microsoft.com/office/drawing/2014/main" val="1533780025"/>
                  </a:ext>
                </a:extLst>
              </a:tr>
              <a:tr h="301813">
                <a:tc>
                  <a:txBody>
                    <a:bodyPr/>
                    <a:lstStyle/>
                    <a:p>
                      <a:r>
                        <a:rPr lang="en-IN" sz="1800">
                          <a:latin typeface="Times New Roman" panose="02020603050405020304" pitchFamily="18" charset="0"/>
                          <a:cs typeface="Times New Roman" panose="02020603050405020304" pitchFamily="18" charset="0"/>
                        </a:rPr>
                        <a:t>9</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+ 54 = 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extLst>
                  <a:ext uri="{0D108BD9-81ED-4DB2-BD59-A6C34878D82A}">
                    <a16:rowId xmlns:a16="http://schemas.microsoft.com/office/drawing/2014/main" val="407978647"/>
                  </a:ext>
                </a:extLst>
              </a:tr>
              <a:tr h="301813">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extLst>
                  <a:ext uri="{0D108BD9-81ED-4DB2-BD59-A6C34878D82A}">
                    <a16:rowId xmlns:a16="http://schemas.microsoft.com/office/drawing/2014/main" val="4103520072"/>
                  </a:ext>
                </a:extLst>
              </a:tr>
              <a:tr h="301813">
                <a:tc>
                  <a:txBody>
                    <a:bodyPr/>
                    <a:lstStyle/>
                    <a:p>
                      <a:r>
                        <a:rPr lang="en-IN" sz="1800">
                          <a:latin typeface="Times New Roman" panose="02020603050405020304" pitchFamily="18" charset="0"/>
                          <a:cs typeface="Times New Roman" panose="02020603050405020304" pitchFamily="18" charset="0"/>
                        </a:rPr>
                        <a:t>11</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E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64 5 2</a:t>
                      </a:r>
                    </a:p>
                  </a:txBody>
                  <a:tcPr marL="80821" marR="80821" marT="40410" marB="40410" anchor="ctr"/>
                </a:tc>
                <a:extLst>
                  <a:ext uri="{0D108BD9-81ED-4DB2-BD59-A6C34878D82A}">
                    <a16:rowId xmlns:a16="http://schemas.microsoft.com/office/drawing/2014/main" val="4185561896"/>
                  </a:ext>
                </a:extLst>
              </a:tr>
              <a:tr h="301813">
                <a:tc>
                  <a:txBody>
                    <a:bodyPr/>
                    <a:lstStyle/>
                    <a:p>
                      <a:r>
                        <a:rPr lang="en-IN" sz="1800">
                          <a:latin typeface="Times New Roman" panose="02020603050405020304" pitchFamily="18" charset="0"/>
                          <a:cs typeface="Times New Roman" panose="02020603050405020304" pitchFamily="18" charset="0"/>
                        </a:rPr>
                        <a:t>12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64 5 2</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5 * 2 =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extLst>
                  <a:ext uri="{0D108BD9-81ED-4DB2-BD59-A6C34878D82A}">
                    <a16:rowId xmlns:a16="http://schemas.microsoft.com/office/drawing/2014/main" val="2422661043"/>
                  </a:ext>
                </a:extLst>
              </a:tr>
              <a:tr h="301813">
                <a:tc>
                  <a:txBody>
                    <a:bodyPr/>
                    <a:lstStyle/>
                    <a:p>
                      <a:r>
                        <a:rPr lang="en-IN" sz="1800" dirty="0">
                          <a:latin typeface="Times New Roman" panose="02020603050405020304" pitchFamily="18" charset="0"/>
                          <a:cs typeface="Times New Roman" panose="02020603050405020304" pitchFamily="18" charset="0"/>
                        </a:rPr>
                        <a:t>13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+ 10 = 74</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74</a:t>
                      </a:r>
                    </a:p>
                  </a:txBody>
                  <a:tcPr marL="80821" marR="80821" marT="40410" marB="40410" anchor="ctr"/>
                </a:tc>
                <a:extLst>
                  <a:ext uri="{0D108BD9-81ED-4DB2-BD59-A6C34878D82A}">
                    <a16:rowId xmlns:a16="http://schemas.microsoft.com/office/drawing/2014/main" val="1644235858"/>
                  </a:ext>
                </a:extLst>
              </a:tr>
            </a:tbl>
          </a:graphicData>
        </a:graphic>
      </p:graphicFrame>
    </p:spTree>
    <p:extLst>
      <p:ext uri="{BB962C8B-B14F-4D97-AF65-F5344CB8AC3E}">
        <p14:creationId xmlns:p14="http://schemas.microsoft.com/office/powerpoint/2010/main" val="2085962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3da67354c3841a0"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c8705ee2107465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251520" y="1163773"/>
            <a:ext cx="8605464" cy="1631216"/>
          </a:xfrm>
          <a:prstGeom prst="rect">
            <a:avLst/>
          </a:prstGeom>
          <a:noFill/>
        </p:spPr>
        <p:txBody>
          <a:bodyPr wrap="square">
            <a:spAutoFit/>
          </a:bodyPr>
          <a:lstStyle/>
          <a:p>
            <a:pPr algn="just" rtl="0" fontAlgn="base"/>
            <a:r>
              <a:rPr lang="en-US" sz="24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Question 2: </a:t>
            </a:r>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What is the equivalent infix expression of the following postfix expression?</a:t>
            </a:r>
          </a:p>
          <a:p>
            <a:pPr algn="l" rtl="0" fontAlgn="base"/>
            <a:endPar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l" rtl="0" fontAlgn="base"/>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M, N, O, +, *, P, /, Q, R, S, T, /, +, *, –</a:t>
            </a:r>
          </a:p>
        </p:txBody>
      </p:sp>
      <p:sp>
        <p:nvSpPr>
          <p:cNvPr id="2" name="TextBox 1"/>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60411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8F91-19E9-A553-FD9D-DE2ECA927FE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0BD59F3-FF67-513D-8836-012D641569F7}"/>
              </a:ext>
            </a:extLst>
          </p:cNvPr>
          <p:cNvPicPr>
            <a:picLocks noGrp="1" noChangeAspect="1"/>
          </p:cNvPicPr>
          <p:nvPr>
            <p:ph idx="1"/>
          </p:nvPr>
        </p:nvPicPr>
        <p:blipFill>
          <a:blip r:embed="R8a5ea383e9fd46c1"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F5B16BDC-485D-84C3-3689-71C1CD1A52C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6B03542-888B-33BD-AEA5-901A0A871FB9}"/>
              </a:ext>
            </a:extLst>
          </p:cNvPr>
          <p:cNvPicPr>
            <a:picLocks noChangeAspect="1"/>
          </p:cNvPicPr>
          <p:nvPr/>
        </p:nvPicPr>
        <p:blipFill>
          <a:blip r:embed="Rda1961ccc7af40b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A3CE089-E504-FDF0-FD6F-932B58F53F22}"/>
              </a:ext>
            </a:extLst>
          </p:cNvPr>
          <p:cNvSpPr txBox="1"/>
          <p:nvPr/>
        </p:nvSpPr>
        <p:spPr>
          <a:xfrm>
            <a:off x="251520" y="1163773"/>
            <a:ext cx="8605464" cy="3349956"/>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Rule Used</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operand</a:t>
            </a:r>
            <a:r>
              <a:rPr lang="en-US" sz="2400" dirty="0">
                <a:latin typeface="Times New Roman" panose="02020603050405020304" pitchFamily="18" charset="0"/>
                <a:cs typeface="Times New Roman" panose="02020603050405020304" pitchFamily="18" charset="0"/>
              </a:rPr>
              <a:t> → push to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operator</a:t>
            </a:r>
            <a:r>
              <a:rPr lang="en-US" sz="2400" dirty="0">
                <a:latin typeface="Times New Roman" panose="02020603050405020304" pitchFamily="18" charset="0"/>
                <a:cs typeface="Times New Roman" panose="02020603050405020304" pitchFamily="18" charset="0"/>
              </a:rPr>
              <a:t> →</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Pop </a:t>
            </a:r>
            <a:r>
              <a:rPr lang="en-US" sz="2400" b="1" dirty="0">
                <a:latin typeface="Times New Roman" panose="02020603050405020304" pitchFamily="18" charset="0"/>
                <a:cs typeface="Times New Roman" panose="02020603050405020304" pitchFamily="18" charset="0"/>
              </a:rPr>
              <a:t>two operands</a:t>
            </a:r>
            <a:r>
              <a:rPr lang="en-US" sz="2400" dirty="0">
                <a:latin typeface="Times New Roman" panose="02020603050405020304" pitchFamily="18" charset="0"/>
                <a:cs typeface="Times New Roman" panose="02020603050405020304" pitchFamily="18" charset="0"/>
              </a:rPr>
              <a:t> from stack</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Form: (operand1 operator operand2)</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Push result back to stack</a:t>
            </a:r>
          </a:p>
        </p:txBody>
      </p:sp>
      <p:sp>
        <p:nvSpPr>
          <p:cNvPr id="2" name="TextBox 1">
            <a:extLst>
              <a:ext uri="{FF2B5EF4-FFF2-40B4-BE49-F238E27FC236}">
                <a16:creationId xmlns:a16="http://schemas.microsoft.com/office/drawing/2014/main" id="{9F192C27-AC9F-14A0-5BDA-ECE89F8D2904}"/>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9537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63B3B-6E91-85C4-046A-D77279B9AE0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D63923A-03EF-660B-E36E-1245755F1B50}"/>
              </a:ext>
            </a:extLst>
          </p:cNvPr>
          <p:cNvPicPr>
            <a:picLocks noGrp="1" noChangeAspect="1"/>
          </p:cNvPicPr>
          <p:nvPr>
            <p:ph idx="1"/>
          </p:nvPr>
        </p:nvPicPr>
        <p:blipFill>
          <a:blip r:embed="Rff39a7978e2e4eae"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BD754DA-7E49-6653-2361-162FA1D2DB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C097496-A8E4-E9D9-6091-BB4503AB73EA}"/>
              </a:ext>
            </a:extLst>
          </p:cNvPr>
          <p:cNvPicPr>
            <a:picLocks noChangeAspect="1"/>
          </p:cNvPicPr>
          <p:nvPr/>
        </p:nvPicPr>
        <p:blipFill>
          <a:blip r:embed="Rc579f2921a634e5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2D1C116-D4FF-1EAF-8A90-B2F7BFB798F8}"/>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D90D3196-4C59-33DA-A96D-17239818281F}"/>
              </a:ext>
            </a:extLst>
          </p:cNvPr>
          <p:cNvSpPr>
            <a:spLocks noGrp="1"/>
          </p:cNvSpPr>
          <p:nvPr>
            <p:ph type="ftr" sz="quarter" idx="11"/>
          </p:nvPr>
        </p:nvSpPr>
        <p:spPr/>
        <p:txBody>
          <a:bodyPr/>
          <a:lstStyle/>
          <a:p>
            <a:r>
              <a:rPr lang="en-IN"/>
              <a:t>Data  Structure         Unit2  </a:t>
            </a:r>
            <a:endParaRPr lang="en-IN" dirty="0"/>
          </a:p>
        </p:txBody>
      </p:sp>
      <p:graphicFrame>
        <p:nvGraphicFramePr>
          <p:cNvPr id="5" name="Table 4">
            <a:extLst>
              <a:ext uri="{FF2B5EF4-FFF2-40B4-BE49-F238E27FC236}">
                <a16:creationId xmlns:a16="http://schemas.microsoft.com/office/drawing/2014/main" id="{A2188F8A-C608-E466-9B1B-AC506A835EAC}"/>
              </a:ext>
            </a:extLst>
          </p:cNvPr>
          <p:cNvGraphicFramePr>
            <a:graphicFrameLocks noGrp="1"/>
          </p:cNvGraphicFramePr>
          <p:nvPr>
            <p:extLst>
              <p:ext uri="{D42A27DB-BD31-4B8C-83A1-F6EECF244321}">
                <p14:modId xmlns:p14="http://schemas.microsoft.com/office/powerpoint/2010/main" val="1251120333"/>
              </p:ext>
            </p:extLst>
          </p:nvPr>
        </p:nvGraphicFramePr>
        <p:xfrm>
          <a:off x="343060" y="1209651"/>
          <a:ext cx="8208912" cy="4998496"/>
        </p:xfrm>
        <a:graphic>
          <a:graphicData uri="http://schemas.openxmlformats.org/drawingml/2006/table">
            <a:tbl>
              <a:tblPr/>
              <a:tblGrid>
                <a:gridCol w="1080120">
                  <a:extLst>
                    <a:ext uri="{9D8B030D-6E8A-4147-A177-3AD203B41FA5}">
                      <a16:colId xmlns:a16="http://schemas.microsoft.com/office/drawing/2014/main" val="3243067824"/>
                    </a:ext>
                  </a:extLst>
                </a:gridCol>
                <a:gridCol w="1296144">
                  <a:extLst>
                    <a:ext uri="{9D8B030D-6E8A-4147-A177-3AD203B41FA5}">
                      <a16:colId xmlns:a16="http://schemas.microsoft.com/office/drawing/2014/main" val="2204381677"/>
                    </a:ext>
                  </a:extLst>
                </a:gridCol>
                <a:gridCol w="3024336">
                  <a:extLst>
                    <a:ext uri="{9D8B030D-6E8A-4147-A177-3AD203B41FA5}">
                      <a16:colId xmlns:a16="http://schemas.microsoft.com/office/drawing/2014/main" val="1761069591"/>
                    </a:ext>
                  </a:extLst>
                </a:gridCol>
                <a:gridCol w="2808312">
                  <a:extLst>
                    <a:ext uri="{9D8B030D-6E8A-4147-A177-3AD203B41FA5}">
                      <a16:colId xmlns:a16="http://schemas.microsoft.com/office/drawing/2014/main" val="650002195"/>
                    </a:ext>
                  </a:extLst>
                </a:gridCol>
              </a:tblGrid>
              <a:tr h="205726">
                <a:tc>
                  <a:txBody>
                    <a:bodyPr/>
                    <a:lstStyle/>
                    <a:p>
                      <a:pPr>
                        <a:buNone/>
                      </a:pPr>
                      <a:r>
                        <a:rPr lang="en-IN" sz="1400" b="1" dirty="0">
                          <a:latin typeface="Times New Roman" panose="02020603050405020304" pitchFamily="18" charset="0"/>
                          <a:cs typeface="Times New Roman" panose="02020603050405020304" pitchFamily="18" charset="0"/>
                        </a:rPr>
                        <a:t>Step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Symbol</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Action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Stack Content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26125"/>
                  </a:ext>
                </a:extLst>
              </a:tr>
              <a:tr h="205726">
                <a:tc>
                  <a:txBody>
                    <a:bodyPr/>
                    <a:lstStyle/>
                    <a:p>
                      <a:pPr>
                        <a:buNone/>
                      </a:pPr>
                      <a:r>
                        <a:rPr lang="en-IN" sz="1400" dirty="0">
                          <a:latin typeface="Times New Roman" panose="02020603050405020304" pitchFamily="18" charset="0"/>
                          <a:cs typeface="Times New Roman" panose="02020603050405020304" pitchFamily="18" charset="0"/>
                        </a:rPr>
                        <a:t>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126210"/>
                  </a:ext>
                </a:extLst>
              </a:tr>
              <a:tr h="205726">
                <a:tc>
                  <a:txBody>
                    <a:bodyPr/>
                    <a:lstStyle/>
                    <a:p>
                      <a:pPr>
                        <a:buNone/>
                      </a:pPr>
                      <a:r>
                        <a:rPr lang="en-IN" sz="1400">
                          <a:latin typeface="Times New Roman" panose="02020603050405020304" pitchFamily="18" charset="0"/>
                          <a:cs typeface="Times New Roman" panose="02020603050405020304" pitchFamily="18" charset="0"/>
                        </a:rPr>
                        <a:t>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5931565"/>
                  </a:ext>
                </a:extLst>
              </a:tr>
              <a:tr h="205726">
                <a:tc>
                  <a:txBody>
                    <a:bodyPr/>
                    <a:lstStyle/>
                    <a:p>
                      <a:pPr>
                        <a:buNone/>
                      </a:pPr>
                      <a:r>
                        <a:rPr lang="en-IN" sz="1400" dirty="0">
                          <a:latin typeface="Times New Roman" panose="02020603050405020304" pitchFamily="18" charset="0"/>
                          <a:cs typeface="Times New Roman" panose="02020603050405020304" pitchFamily="18" charset="0"/>
                        </a:rPr>
                        <a:t>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 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9496195"/>
                  </a:ext>
                </a:extLst>
              </a:tr>
              <a:tr h="205726">
                <a:tc>
                  <a:txBody>
                    <a:bodyPr/>
                    <a:lstStyle/>
                    <a:p>
                      <a:pPr>
                        <a:buNone/>
                      </a:pPr>
                      <a:r>
                        <a:rPr lang="en-IN" sz="1400" dirty="0">
                          <a:latin typeface="Times New Roman" panose="02020603050405020304" pitchFamily="18" charset="0"/>
                          <a:cs typeface="Times New Roman" panose="02020603050405020304" pitchFamily="18" charset="0"/>
                        </a:rPr>
                        <a:t>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N, O →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043374"/>
                  </a:ext>
                </a:extLst>
              </a:tr>
              <a:tr h="360020">
                <a:tc>
                  <a:txBody>
                    <a:bodyPr/>
                    <a:lstStyle/>
                    <a:p>
                      <a:pPr>
                        <a:buNone/>
                      </a:pPr>
                      <a:r>
                        <a:rPr lang="en-IN" sz="1400">
                          <a:latin typeface="Times New Roman" panose="02020603050405020304" pitchFamily="18" charset="0"/>
                          <a:cs typeface="Times New Roman" panose="02020603050405020304" pitchFamily="18" charset="0"/>
                        </a:rPr>
                        <a:t>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 (N+O) → 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9177"/>
                  </a:ext>
                </a:extLst>
              </a:tr>
              <a:tr h="205726">
                <a:tc>
                  <a:txBody>
                    <a:bodyPr/>
                    <a:lstStyle/>
                    <a:p>
                      <a:pPr>
                        <a:buNone/>
                      </a:pPr>
                      <a:r>
                        <a:rPr lang="en-IN" sz="1400">
                          <a:latin typeface="Times New Roman" panose="02020603050405020304" pitchFamily="18" charset="0"/>
                          <a:cs typeface="Times New Roman" panose="02020603050405020304" pitchFamily="18" charset="0"/>
                        </a:rPr>
                        <a:t>6</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 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486381"/>
                  </a:ext>
                </a:extLst>
              </a:tr>
              <a:tr h="360020">
                <a:tc>
                  <a:txBody>
                    <a:bodyPr/>
                    <a:lstStyle/>
                    <a:p>
                      <a:pPr>
                        <a:buNone/>
                      </a:pPr>
                      <a:r>
                        <a:rPr lang="en-IN" sz="1400">
                          <a:latin typeface="Times New Roman" panose="02020603050405020304" pitchFamily="18" charset="0"/>
                          <a:cs typeface="Times New Roman" panose="02020603050405020304" pitchFamily="18" charset="0"/>
                        </a:rPr>
                        <a:t>7</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(M*(N+O)), P → (M*(N+O))/P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9874371"/>
                  </a:ext>
                </a:extLst>
              </a:tr>
              <a:tr h="205726">
                <a:tc>
                  <a:txBody>
                    <a:bodyPr/>
                    <a:lstStyle/>
                    <a:p>
                      <a:pPr>
                        <a:buNone/>
                      </a:pPr>
                      <a:r>
                        <a:rPr lang="en-IN" sz="1400">
                          <a:latin typeface="Times New Roman" panose="02020603050405020304" pitchFamily="18" charset="0"/>
                          <a:cs typeface="Times New Roman" panose="02020603050405020304" pitchFamily="18" charset="0"/>
                        </a:rPr>
                        <a:t>8</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641169"/>
                  </a:ext>
                </a:extLst>
              </a:tr>
              <a:tr h="205726">
                <a:tc>
                  <a:txBody>
                    <a:bodyPr/>
                    <a:lstStyle/>
                    <a:p>
                      <a:pPr>
                        <a:buNone/>
                      </a:pPr>
                      <a:r>
                        <a:rPr lang="en-IN" sz="1400">
                          <a:latin typeface="Times New Roman" panose="02020603050405020304" pitchFamily="18" charset="0"/>
                          <a:cs typeface="Times New Roman" panose="02020603050405020304" pitchFamily="18" charset="0"/>
                        </a:rPr>
                        <a:t>9</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2758388"/>
                  </a:ext>
                </a:extLst>
              </a:tr>
              <a:tr h="360020">
                <a:tc>
                  <a:txBody>
                    <a:bodyPr/>
                    <a:lstStyle/>
                    <a:p>
                      <a:pPr>
                        <a:buNone/>
                      </a:pPr>
                      <a:r>
                        <a:rPr lang="en-IN" sz="1400">
                          <a:latin typeface="Times New Roman" panose="02020603050405020304" pitchFamily="18" charset="0"/>
                          <a:cs typeface="Times New Roman" panose="02020603050405020304" pitchFamily="18" charset="0"/>
                        </a:rPr>
                        <a:t>10</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915507"/>
                  </a:ext>
                </a:extLst>
              </a:tr>
              <a:tr h="360020">
                <a:tc>
                  <a:txBody>
                    <a:bodyPr/>
                    <a:lstStyle/>
                    <a:p>
                      <a:pPr>
                        <a:buNone/>
                      </a:pPr>
                      <a:r>
                        <a:rPr lang="en-IN" sz="1400">
                          <a:latin typeface="Times New Roman" panose="02020603050405020304" pitchFamily="18" charset="0"/>
                          <a:cs typeface="Times New Roman" panose="02020603050405020304" pitchFamily="18" charset="0"/>
                        </a:rPr>
                        <a:t>11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 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279147"/>
                  </a:ext>
                </a:extLst>
              </a:tr>
              <a:tr h="360020">
                <a:tc>
                  <a:txBody>
                    <a:bodyPr/>
                    <a:lstStyle/>
                    <a:p>
                      <a:pPr>
                        <a:buNone/>
                      </a:pPr>
                      <a:r>
                        <a:rPr lang="en-IN" sz="1400">
                          <a:latin typeface="Times New Roman" panose="02020603050405020304" pitchFamily="18" charset="0"/>
                          <a:cs typeface="Times New Roman" panose="02020603050405020304" pitchFamily="18" charset="0"/>
                        </a:rPr>
                        <a:t>12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dirty="0">
                          <a:latin typeface="Times New Roman" panose="02020603050405020304" pitchFamily="18" charset="0"/>
                          <a:cs typeface="Times New Roman" panose="02020603050405020304" pitchFamily="18" charset="0"/>
                        </a:rPr>
                        <a:t>Pop S, T →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7272947"/>
                  </a:ext>
                </a:extLst>
              </a:tr>
              <a:tr h="360020">
                <a:tc>
                  <a:txBody>
                    <a:bodyPr/>
                    <a:lstStyle/>
                    <a:p>
                      <a:pPr>
                        <a:buNone/>
                      </a:pPr>
                      <a:r>
                        <a:rPr lang="en-IN" sz="1400">
                          <a:latin typeface="Times New Roman" panose="02020603050405020304" pitchFamily="18" charset="0"/>
                          <a:cs typeface="Times New Roman" panose="02020603050405020304" pitchFamily="18" charset="0"/>
                        </a:rPr>
                        <a:t>13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R, (S/T) →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386272"/>
                  </a:ext>
                </a:extLst>
              </a:tr>
              <a:tr h="360020">
                <a:tc>
                  <a:txBody>
                    <a:bodyPr/>
                    <a:lstStyle/>
                    <a:p>
                      <a:pPr>
                        <a:buNone/>
                      </a:pPr>
                      <a:r>
                        <a:rPr lang="en-IN" sz="1400">
                          <a:latin typeface="Times New Roman" panose="02020603050405020304" pitchFamily="18" charset="0"/>
                          <a:cs typeface="Times New Roman" panose="02020603050405020304" pitchFamily="18" charset="0"/>
                        </a:rPr>
                        <a:t>14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Q, (R+(S/T)) →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((M*(N+O))/P),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076671"/>
                  </a:ext>
                </a:extLst>
              </a:tr>
              <a:tr h="360020">
                <a:tc>
                  <a:txBody>
                    <a:bodyPr/>
                    <a:lstStyle/>
                    <a:p>
                      <a:pPr>
                        <a:buNone/>
                      </a:pPr>
                      <a:r>
                        <a:rPr lang="en-IN" sz="1400">
                          <a:latin typeface="Times New Roman" panose="02020603050405020304" pitchFamily="18" charset="0"/>
                          <a:cs typeface="Times New Roman" panose="02020603050405020304" pitchFamily="18" charset="0"/>
                        </a:rPr>
                        <a:t>15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Pop both → Final expression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Result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764357"/>
                  </a:ext>
                </a:extLst>
              </a:tr>
            </a:tbl>
          </a:graphicData>
        </a:graphic>
      </p:graphicFrame>
    </p:spTree>
    <p:extLst>
      <p:ext uri="{BB962C8B-B14F-4D97-AF65-F5344CB8AC3E}">
        <p14:creationId xmlns:p14="http://schemas.microsoft.com/office/powerpoint/2010/main" val="2749221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1798-F377-5145-D60F-480E3665813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655CCD-0136-4F54-21EF-3B8E0FF959DB}"/>
              </a:ext>
            </a:extLst>
          </p:cNvPr>
          <p:cNvPicPr>
            <a:picLocks noGrp="1" noChangeAspect="1"/>
          </p:cNvPicPr>
          <p:nvPr>
            <p:ph idx="1"/>
          </p:nvPr>
        </p:nvPicPr>
        <p:blipFill>
          <a:blip r:embed="R52d9adc4a982412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CC0843C-FFA9-81EA-0B04-4EFE5013CA9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D38DD5-7E48-9C73-238A-AA18FFEABB5A}"/>
              </a:ext>
            </a:extLst>
          </p:cNvPr>
          <p:cNvPicPr>
            <a:picLocks noChangeAspect="1"/>
          </p:cNvPicPr>
          <p:nvPr/>
        </p:nvPicPr>
        <p:blipFill>
          <a:blip r:embed="Rcb5356f7899c422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A4A28DB-7FCA-1D7A-8AF1-C9356420061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4772242-A3EB-F52C-72DE-E1C903204252}"/>
              </a:ext>
            </a:extLst>
          </p:cNvPr>
          <p:cNvSpPr txBox="1"/>
          <p:nvPr/>
        </p:nvSpPr>
        <p:spPr>
          <a:xfrm>
            <a:off x="251520" y="53136"/>
            <a:ext cx="8571505"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Applications of Stacks</a:t>
            </a:r>
            <a:endParaRPr lang="en-US" sz="3600" b="1" dirty="0">
              <a:solidFill>
                <a:srgbClr val="FF0000"/>
              </a:solidFill>
            </a:endParaRPr>
          </a:p>
        </p:txBody>
      </p:sp>
      <p:sp>
        <p:nvSpPr>
          <p:cNvPr id="3" name="Footer Placeholder 2">
            <a:extLst>
              <a:ext uri="{FF2B5EF4-FFF2-40B4-BE49-F238E27FC236}">
                <a16:creationId xmlns:a16="http://schemas.microsoft.com/office/drawing/2014/main" id="{85AD0365-4F19-171C-8190-F7A9FDE88D6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1DF914BE-D0AD-34A3-D1C0-2DC2B569DCEE}"/>
              </a:ext>
            </a:extLst>
          </p:cNvPr>
          <p:cNvSpPr txBox="1"/>
          <p:nvPr/>
        </p:nvSpPr>
        <p:spPr>
          <a:xfrm>
            <a:off x="288161" y="1619563"/>
            <a:ext cx="8498221" cy="4185761"/>
          </a:xfrm>
          <a:prstGeom prst="rect">
            <a:avLst/>
          </a:prstGeom>
          <a:noFill/>
        </p:spPr>
        <p:txBody>
          <a:bodyPr wrap="square" rtlCol="0">
            <a:spAutoFit/>
          </a:bodyPr>
          <a:lstStyle/>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Expression Evaluation and Conversion:</a:t>
            </a:r>
            <a:r>
              <a:rPr lang="en-US" sz="2400" dirty="0">
                <a:latin typeface="Times New Roman" panose="02020603050405020304" pitchFamily="18" charset="0"/>
                <a:cs typeface="Times New Roman" panose="02020603050405020304" pitchFamily="18" charset="0"/>
              </a:rPr>
              <a:t> Infix to Postfix/Prefix, Postfix Evaluation.</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Recursion Management</a:t>
            </a:r>
            <a:r>
              <a:rPr lang="en-US" sz="2400" dirty="0">
                <a:latin typeface="Times New Roman" panose="02020603050405020304" pitchFamily="18" charset="0"/>
                <a:cs typeface="Times New Roman" panose="02020603050405020304" pitchFamily="18" charset="0"/>
              </a:rPr>
              <a:t>: Function call stack.</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Undo/Redo Functionality: </a:t>
            </a:r>
            <a:r>
              <a:rPr lang="en-US" sz="2400" dirty="0">
                <a:latin typeface="Times New Roman" panose="02020603050405020304" pitchFamily="18" charset="0"/>
                <a:cs typeface="Times New Roman" panose="02020603050405020304" pitchFamily="18" charset="0"/>
              </a:rPr>
              <a:t>In text editors, software applications.</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Backtracking Algorithms</a:t>
            </a:r>
            <a:r>
              <a:rPr lang="en-US" sz="2400" dirty="0">
                <a:latin typeface="Times New Roman" panose="02020603050405020304" pitchFamily="18" charset="0"/>
                <a:cs typeface="Times New Roman" panose="02020603050405020304" pitchFamily="18" charset="0"/>
              </a:rPr>
              <a:t>: Solving mazes, knight's tour.</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Browser History:</a:t>
            </a:r>
            <a:r>
              <a:rPr lang="en-US" sz="2400" dirty="0">
                <a:latin typeface="Times New Roman" panose="02020603050405020304" pitchFamily="18" charset="0"/>
                <a:cs typeface="Times New Roman" panose="02020603050405020304" pitchFamily="18" charset="0"/>
              </a:rPr>
              <a:t> Navigating back through web pages.</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Syntax Parsing: </a:t>
            </a:r>
            <a:r>
              <a:rPr lang="en-US" sz="2400" dirty="0">
                <a:latin typeface="Times New Roman" panose="02020603050405020304" pitchFamily="18" charset="0"/>
                <a:cs typeface="Times New Roman" panose="02020603050405020304" pitchFamily="18" charset="0"/>
              </a:rPr>
              <a:t>Compilers use stacks to check for balanced parentheses, braces,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762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BFB5-F645-A150-0565-F629DA67B79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6707121-3C29-48BE-EA60-0C558C5A703F}"/>
              </a:ext>
            </a:extLst>
          </p:cNvPr>
          <p:cNvPicPr>
            <a:picLocks noGrp="1" noChangeAspect="1"/>
          </p:cNvPicPr>
          <p:nvPr>
            <p:ph idx="1"/>
          </p:nvPr>
        </p:nvPicPr>
        <p:blipFill>
          <a:blip r:embed="Rbb4acab939714a70"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03CF426E-0AF8-BFAF-2C88-5C2DE0D2497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9C847FE-F6C7-FB7A-8B14-03F62DA1FE58}"/>
              </a:ext>
            </a:extLst>
          </p:cNvPr>
          <p:cNvPicPr>
            <a:picLocks noChangeAspect="1"/>
          </p:cNvPicPr>
          <p:nvPr/>
        </p:nvPicPr>
        <p:blipFill>
          <a:blip r:embed="R3d98968bcfa84f4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A9848F-E36C-476F-1D32-2D1A0C59125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69F6673-F506-D741-6BAA-CB9C11758A55}"/>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Recursion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59D1F4A3-D875-3BF1-3707-E240A29AD23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734BEC97-8634-1CCE-1840-94C427A17CF0}"/>
              </a:ext>
            </a:extLst>
          </p:cNvPr>
          <p:cNvSpPr txBox="1"/>
          <p:nvPr/>
        </p:nvSpPr>
        <p:spPr>
          <a:xfrm>
            <a:off x="179512" y="1204097"/>
            <a:ext cx="8643513" cy="4770537"/>
          </a:xfrm>
          <a:prstGeom prst="rect">
            <a:avLst/>
          </a:prstGeom>
          <a:noFill/>
        </p:spPr>
        <p:txBody>
          <a:bodyPr wrap="square" rtlCol="0">
            <a:spAutoFit/>
          </a:bodyPr>
          <a:lstStyle/>
          <a:p>
            <a:pPr lvl="0" algn="just">
              <a:spcBef>
                <a:spcPts val="600"/>
              </a:spcBef>
              <a:spcAft>
                <a:spcPts val="600"/>
              </a:spcAft>
            </a:pPr>
            <a:r>
              <a:rPr lang="en-IN" sz="2400" dirty="0">
                <a:latin typeface="Times New Roman" panose="02020603050405020304" pitchFamily="18" charset="0"/>
                <a:cs typeface="Times New Roman" panose="02020603050405020304" pitchFamily="18" charset="0"/>
              </a:rPr>
              <a:t>A programming technique where a function calls itself, directly or indirectly, to solve a problem. </a:t>
            </a:r>
          </a:p>
          <a:p>
            <a:pPr lvl="0" algn="just">
              <a:spcBef>
                <a:spcPts val="600"/>
              </a:spcBef>
              <a:spcAft>
                <a:spcPts val="600"/>
              </a:spcAft>
            </a:pPr>
            <a:r>
              <a:rPr lang="en-IN" sz="2400" b="1" dirty="0">
                <a:latin typeface="Times New Roman" panose="02020603050405020304" pitchFamily="18" charset="0"/>
                <a:cs typeface="Times New Roman" panose="02020603050405020304" pitchFamily="18" charset="0"/>
              </a:rPr>
              <a:t>How Stacks are Involved?</a:t>
            </a:r>
          </a:p>
          <a:p>
            <a:pPr lvl="0" algn="just">
              <a:spcBef>
                <a:spcPts val="600"/>
              </a:spcBef>
              <a:spcAft>
                <a:spcPts val="600"/>
              </a:spcAft>
            </a:pPr>
            <a:r>
              <a:rPr lang="en-IN" sz="2400" dirty="0">
                <a:latin typeface="Times New Roman" panose="02020603050405020304" pitchFamily="18" charset="0"/>
                <a:cs typeface="Times New Roman" panose="02020603050405020304" pitchFamily="18" charset="0"/>
              </a:rPr>
              <a:t>The "Call Stack" (or "Execution Stack") is a crucial data structure used by the computer's operating system and programming language runtime to manage function calls.</a:t>
            </a:r>
          </a:p>
          <a:p>
            <a:pPr marL="342900" lvl="0" indent="-342900" algn="just">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a function is called, a </a:t>
            </a:r>
            <a:r>
              <a:rPr lang="en-IN" sz="2400" b="1" dirty="0">
                <a:latin typeface="Times New Roman" panose="02020603050405020304" pitchFamily="18" charset="0"/>
                <a:cs typeface="Times New Roman" panose="02020603050405020304" pitchFamily="18" charset="0"/>
              </a:rPr>
              <a:t>"stack frame" </a:t>
            </a:r>
            <a:r>
              <a:rPr lang="en-IN" sz="2400" dirty="0">
                <a:latin typeface="Times New Roman" panose="02020603050405020304" pitchFamily="18" charset="0"/>
                <a:cs typeface="Times New Roman" panose="02020603050405020304" pitchFamily="18" charset="0"/>
              </a:rPr>
              <a:t>(or "activation record") is pushed onto the call stack. This frame contains: </a:t>
            </a:r>
            <a:r>
              <a:rPr lang="en-IN" sz="2400" b="1" dirty="0">
                <a:latin typeface="Times New Roman" panose="02020603050405020304" pitchFamily="18" charset="0"/>
                <a:cs typeface="Times New Roman" panose="02020603050405020304" pitchFamily="18" charset="0"/>
              </a:rPr>
              <a:t>Local variables, Parameters &amp; Return address </a:t>
            </a:r>
          </a:p>
          <a:p>
            <a:pPr marL="342900" indent="-342900" algn="just">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the function finishes, its stack frame is popped from the call stack, and control returns to the address specified in the frame.</a:t>
            </a:r>
          </a:p>
        </p:txBody>
      </p:sp>
    </p:spTree>
    <p:extLst>
      <p:ext uri="{BB962C8B-B14F-4D97-AF65-F5344CB8AC3E}">
        <p14:creationId xmlns:p14="http://schemas.microsoft.com/office/powerpoint/2010/main" val="19504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9E10A-1B9E-E8AB-3F46-FD3EFBF9EC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A92335-7EF6-4052-99EC-44D31268396F}"/>
              </a:ext>
            </a:extLst>
          </p:cNvPr>
          <p:cNvPicPr>
            <a:picLocks noGrp="1" noChangeAspect="1"/>
          </p:cNvPicPr>
          <p:nvPr>
            <p:ph idx="1"/>
          </p:nvPr>
        </p:nvPicPr>
        <p:blipFill>
          <a:blip r:embed="R58e1d60c460a43a7" cstate="print">
            <a:extLst>
              <a:ext uri="{28A0092B-C50C-407E-A947-70E740481C1C}">
                <a14:useLocalDpi xmlns:a14="http://schemas.microsoft.com/office/drawing/2010/main" val="0"/>
              </a:ext>
            </a:extLst>
          </a:blip>
          <a:stretch>
            <a:fillRect/>
          </a:stretch>
        </p:blipFill>
        <p:spPr>
          <a:xfrm>
            <a:off x="-10686" y="0"/>
            <a:ext cx="9180512" cy="6885384"/>
          </a:xfrm>
        </p:spPr>
      </p:pic>
      <p:cxnSp>
        <p:nvCxnSpPr>
          <p:cNvPr id="7" name="Straight Connector 6">
            <a:extLst>
              <a:ext uri="{FF2B5EF4-FFF2-40B4-BE49-F238E27FC236}">
                <a16:creationId xmlns:a16="http://schemas.microsoft.com/office/drawing/2014/main" id="{8F4E53B0-EA3C-5CD6-AD32-06091B817A6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D9F31C4-8921-DD0A-3671-624019E05484}"/>
              </a:ext>
            </a:extLst>
          </p:cNvPr>
          <p:cNvPicPr>
            <a:picLocks noChangeAspect="1"/>
          </p:cNvPicPr>
          <p:nvPr/>
        </p:nvPicPr>
        <p:blipFill>
          <a:blip r:embed="R79f0999cfbed448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A60373D-4307-9279-5107-135D11C3341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5EDFA24-76E3-7196-843C-FF255C260DC1}"/>
              </a:ext>
            </a:extLst>
          </p:cNvPr>
          <p:cNvSpPr txBox="1"/>
          <p:nvPr/>
        </p:nvSpPr>
        <p:spPr>
          <a:xfrm>
            <a:off x="323528" y="53136"/>
            <a:ext cx="8499497"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Assignment</a:t>
            </a:r>
            <a:endParaRPr lang="en-US" sz="3600" b="1" dirty="0">
              <a:solidFill>
                <a:srgbClr val="FF0000"/>
              </a:solidFill>
            </a:endParaRPr>
          </a:p>
        </p:txBody>
      </p:sp>
      <p:sp>
        <p:nvSpPr>
          <p:cNvPr id="3" name="Footer Placeholder 2">
            <a:extLst>
              <a:ext uri="{FF2B5EF4-FFF2-40B4-BE49-F238E27FC236}">
                <a16:creationId xmlns:a16="http://schemas.microsoft.com/office/drawing/2014/main" id="{CFA29D27-FE19-8096-D985-3B8022C8FD3C}"/>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ABDFD02A-606A-89DD-6ABB-4192D72BAFB2}"/>
              </a:ext>
            </a:extLst>
          </p:cNvPr>
          <p:cNvSpPr txBox="1"/>
          <p:nvPr/>
        </p:nvSpPr>
        <p:spPr>
          <a:xfrm>
            <a:off x="323529" y="1309781"/>
            <a:ext cx="8064896" cy="4616648"/>
          </a:xfrm>
          <a:prstGeom prst="rect">
            <a:avLst/>
          </a:prstGeom>
          <a:noFill/>
        </p:spPr>
        <p:txBody>
          <a:bodyPr wrap="square" rtlCol="0">
            <a:spAutoFit/>
          </a:bodyPr>
          <a:lstStyle/>
          <a:p>
            <a:pPr marL="457200" lvl="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Evaluate the following postfix expressions. Show each step of the evaluation, including the stack's state.</a:t>
            </a:r>
          </a:p>
          <a:p>
            <a:pPr marL="442913" lvl="1" algn="just">
              <a:spcBef>
                <a:spcPts val="600"/>
              </a:spcBef>
            </a:pPr>
            <a:r>
              <a:rPr lang="en-IN" sz="2400" dirty="0">
                <a:latin typeface="Times New Roman" panose="02020603050405020304" pitchFamily="18" charset="0"/>
                <a:cs typeface="Times New Roman" panose="02020603050405020304" pitchFamily="18" charset="0"/>
              </a:rPr>
              <a:t>a) 8 4 2 / + 5 *</a:t>
            </a:r>
          </a:p>
          <a:p>
            <a:pPr marL="442913" lvl="1" algn="just">
              <a:spcBef>
                <a:spcPts val="600"/>
              </a:spcBef>
            </a:pPr>
            <a:r>
              <a:rPr lang="en-IN" sz="2400" dirty="0">
                <a:latin typeface="Times New Roman" panose="02020603050405020304" pitchFamily="18" charset="0"/>
                <a:cs typeface="Times New Roman" panose="02020603050405020304" pitchFamily="18" charset="0"/>
              </a:rPr>
              <a:t>b) 10 2 3 * + 6 –</a:t>
            </a:r>
          </a:p>
          <a:p>
            <a:pPr marL="360363" lvl="1" indent="-360363" algn="just">
              <a:spcBef>
                <a:spcPts val="600"/>
              </a:spcBef>
            </a:pPr>
            <a:endParaRPr lang="en-IN"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Convert the following infix expressions to their equivalent postfix form. Show the state of the operator stack and the postfix expression at each significant step. Assume the standard operator precedence: </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A + B * C – D</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(P - Q) * R + S / T</a:t>
            </a:r>
          </a:p>
        </p:txBody>
      </p:sp>
    </p:spTree>
    <p:extLst>
      <p:ext uri="{BB962C8B-B14F-4D97-AF65-F5344CB8AC3E}">
        <p14:creationId xmlns:p14="http://schemas.microsoft.com/office/powerpoint/2010/main" val="76227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5c31c58373024da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fd7536dee9fa456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108" y="1229141"/>
            <a:ext cx="8219747" cy="429912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sym typeface="Arial"/>
              </a:rPr>
              <a:t>Definition: </a:t>
            </a:r>
            <a:r>
              <a:rPr lang="en-IN" sz="2400" dirty="0">
                <a:latin typeface="Times New Roman" panose="02020603050405020304" pitchFamily="18" charset="0"/>
                <a:cs typeface="Times New Roman" panose="02020603050405020304" pitchFamily="18" charset="0"/>
              </a:rPr>
              <a:t>A linear data structure with FIFO order.</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Analogy:</a:t>
            </a:r>
            <a:r>
              <a:rPr lang="en-IN" sz="2400" dirty="0">
                <a:latin typeface="Times New Roman" panose="02020603050405020304" pitchFamily="18" charset="0"/>
                <a:cs typeface="Times New Roman" panose="02020603050405020304" pitchFamily="18" charset="0"/>
              </a:rPr>
              <a:t> Like a ticket counter queue.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Order:</a:t>
            </a:r>
            <a:r>
              <a:rPr lang="en-IN" sz="2400" dirty="0">
                <a:latin typeface="Times New Roman" panose="02020603050405020304" pitchFamily="18" charset="0"/>
                <a:cs typeface="Times New Roman" panose="02020603050405020304" pitchFamily="18" charset="0"/>
              </a:rPr>
              <a:t> Front = deletion end, Rear = insertion end.</a:t>
            </a:r>
          </a:p>
          <a:p>
            <a:pPr algn="just" fontAlgn="base">
              <a:lnSpc>
                <a:spcPct val="107000"/>
              </a:lnSpc>
            </a:pPr>
            <a:endParaRPr lang="en-IN" sz="2400" dirty="0">
              <a:latin typeface="Times New Roman" panose="02020603050405020304" pitchFamily="18" charset="0"/>
              <a:cs typeface="Times New Roman" panose="02020603050405020304" pitchFamily="18" charset="0"/>
              <a:sym typeface="Arial"/>
            </a:endParaRPr>
          </a:p>
          <a:p>
            <a:pPr algn="just" fontAlgn="base">
              <a:lnSpc>
                <a:spcPct val="150000"/>
              </a:lnSpc>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are added at one end (Rear/Tail) and removed from the other end (Front/Head). </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392983" y="291405"/>
            <a:ext cx="8751017" cy="646331"/>
          </a:xfrm>
          <a:prstGeom prst="rect">
            <a:avLst/>
          </a:prstGeom>
          <a:noFill/>
        </p:spPr>
        <p:txBody>
          <a:bodyPr wrap="square" rtlCol="0">
            <a:spAutoFit/>
          </a:bodyPr>
          <a:lstStyle/>
          <a:p>
            <a:r>
              <a:rPr lang="en-US" sz="3600" b="1" dirty="0">
                <a:solidFill>
                  <a:srgbClr val="FF0000"/>
                </a:solidFill>
              </a:rPr>
              <a:t>Recap of Queues</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784483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51B29-DC82-C145-A380-439CAF9937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8DE53B-7BC8-2CF0-1E9D-F3A12282F859}"/>
              </a:ext>
            </a:extLst>
          </p:cNvPr>
          <p:cNvPicPr>
            <a:picLocks noGrp="1" noChangeAspect="1"/>
          </p:cNvPicPr>
          <p:nvPr>
            <p:ph idx="1"/>
          </p:nvPr>
        </p:nvPicPr>
        <p:blipFill>
          <a:blip r:embed="R23bbba928d3149a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A5D19B7-C1D3-1AD4-ECD9-E102EC4B369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5118693-3901-CE59-9518-27E7C5BFA44E}"/>
              </a:ext>
            </a:extLst>
          </p:cNvPr>
          <p:cNvPicPr>
            <a:picLocks noChangeAspect="1"/>
          </p:cNvPicPr>
          <p:nvPr/>
        </p:nvPicPr>
        <p:blipFill>
          <a:blip r:embed="R6e0806de4100419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5ED0411-DEA2-C133-9E3B-6C583213CB35}"/>
              </a:ext>
            </a:extLst>
          </p:cNvPr>
          <p:cNvSpPr txBox="1"/>
          <p:nvPr/>
        </p:nvSpPr>
        <p:spPr>
          <a:xfrm>
            <a:off x="397470" y="1270203"/>
            <a:ext cx="8219747" cy="4985980"/>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 (Insertion):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Adds an element to the rear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full, it's an Overflow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 (Deletion):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Removes an element from the front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empty, it's an Underflow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Front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first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Rear:</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last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Limitation:</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After several Dequeue operations, even if space becomes available at the front, new elements can only be added at the rear, leading to "queue full" even if the array isn't entirely used.</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6875D23-547A-4FA6-8CF9-D9894E930657}"/>
              </a:ext>
            </a:extLst>
          </p:cNvPr>
          <p:cNvSpPr txBox="1"/>
          <p:nvPr/>
        </p:nvSpPr>
        <p:spPr>
          <a:xfrm>
            <a:off x="397470" y="311936"/>
            <a:ext cx="8751017" cy="646331"/>
          </a:xfrm>
          <a:prstGeom prst="rect">
            <a:avLst/>
          </a:prstGeom>
          <a:noFill/>
        </p:spPr>
        <p:txBody>
          <a:bodyPr wrap="square" rtlCol="0">
            <a:spAutoFit/>
          </a:bodyPr>
          <a:lstStyle/>
          <a:p>
            <a:r>
              <a:rPr lang="en-US" sz="3600" b="1" dirty="0">
                <a:solidFill>
                  <a:srgbClr val="FF0000"/>
                </a:solidFill>
              </a:rPr>
              <a:t>Linear Queue Operations</a:t>
            </a:r>
          </a:p>
        </p:txBody>
      </p:sp>
      <p:sp>
        <p:nvSpPr>
          <p:cNvPr id="3" name="Footer Placeholder 2">
            <a:extLst>
              <a:ext uri="{FF2B5EF4-FFF2-40B4-BE49-F238E27FC236}">
                <a16:creationId xmlns:a16="http://schemas.microsoft.com/office/drawing/2014/main" id="{BA67CDF0-9FE9-1F0B-988E-666CB1694547}"/>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785652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7a7909e9c5f240e9"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8ef1675ed7c1482f"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467544" y="1117771"/>
            <a:ext cx="8089845" cy="5294719"/>
          </a:xfrm>
          <a:prstGeom prst="rect">
            <a:avLst/>
          </a:prstGeom>
          <a:noFill/>
        </p:spPr>
        <p:txBody>
          <a:bodyPr wrap="square">
            <a:spAutoFit/>
          </a:bodyPr>
          <a:lstStyle/>
          <a:p>
            <a:pPr marL="0" marR="0" algn="just" fontAlgn="base">
              <a:spcBef>
                <a:spcPts val="0"/>
              </a:spcBef>
              <a:spcAft>
                <a:spcPts val="0"/>
              </a:spcAft>
            </a:pPr>
            <a:r>
              <a:rPr lang="en-US" sz="2600" b="1"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linear queue with a maximum size of 5. Show the queue's contents and the Front and Rear pointers after each operation.</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ENQUEUE(10)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ENQUEUE(20)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ENQUEUE(30)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ENQUEUE(40)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ENQUEUE(50)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ENQUEUE(60)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endParaRPr lang="en-US" sz="28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226713" y="272677"/>
            <a:ext cx="8571505" cy="646331"/>
          </a:xfrm>
          <a:prstGeom prst="rect">
            <a:avLst/>
          </a:prstGeom>
          <a:noFill/>
        </p:spPr>
        <p:txBody>
          <a:bodyPr wrap="square" rtlCol="0">
            <a:spAutoFit/>
          </a:bodyPr>
          <a:lstStyle/>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a:xfrm>
            <a:off x="3142456" y="6408814"/>
            <a:ext cx="2895600" cy="365125"/>
          </a:xfrm>
        </p:spPr>
        <p:txBody>
          <a:bodyPr/>
          <a:lstStyle/>
          <a:p>
            <a:r>
              <a:rPr lang="en-IN" dirty="0"/>
              <a:t>Data  Structure         Unit2  </a:t>
            </a:r>
          </a:p>
        </p:txBody>
      </p:sp>
    </p:spTree>
    <p:extLst>
      <p:ext uri="{BB962C8B-B14F-4D97-AF65-F5344CB8AC3E}">
        <p14:creationId xmlns:p14="http://schemas.microsoft.com/office/powerpoint/2010/main" val="2352265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A229-6884-2CC2-79A1-BEF0CFDF73F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17D421A-E655-A336-9AF3-0FDDE5D2B9E7}"/>
              </a:ext>
            </a:extLst>
          </p:cNvPr>
          <p:cNvPicPr>
            <a:picLocks noGrp="1" noChangeAspect="1"/>
          </p:cNvPicPr>
          <p:nvPr>
            <p:ph idx="1"/>
          </p:nvPr>
        </p:nvPicPr>
        <p:blipFill>
          <a:blip r:embed="Raf7f75b04d14458d"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6C78126-F4F2-B4C3-4329-63BF4E45F2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AD07628-BBCA-EFE7-AAFE-3AA8B95F8EE6}"/>
              </a:ext>
            </a:extLst>
          </p:cNvPr>
          <p:cNvPicPr>
            <a:picLocks noChangeAspect="1"/>
          </p:cNvPicPr>
          <p:nvPr/>
        </p:nvPicPr>
        <p:blipFill>
          <a:blip r:embed="R2c147e653b8c43aa"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D8AE84D-788E-AAC2-DA50-C96FBFC7BC9E}"/>
              </a:ext>
            </a:extLst>
          </p:cNvPr>
          <p:cNvSpPr txBox="1"/>
          <p:nvPr/>
        </p:nvSpPr>
        <p:spPr>
          <a:xfrm>
            <a:off x="467544" y="1117771"/>
            <a:ext cx="8089845" cy="461665"/>
          </a:xfrm>
          <a:prstGeom prst="rect">
            <a:avLst/>
          </a:prstGeom>
          <a:noFill/>
        </p:spPr>
        <p:txBody>
          <a:bodyPr wrap="square">
            <a:spAutoFit/>
          </a:bodyPr>
          <a:lstStyle/>
          <a:p>
            <a:pPr marL="0" marR="0" algn="just" fontAlgn="base">
              <a:spcBef>
                <a:spcPts val="0"/>
              </a:spcBef>
              <a:spcAft>
                <a:spcPts val="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p>
        </p:txBody>
      </p:sp>
      <p:sp>
        <p:nvSpPr>
          <p:cNvPr id="2" name="TextBox 1">
            <a:extLst>
              <a:ext uri="{FF2B5EF4-FFF2-40B4-BE49-F238E27FC236}">
                <a16:creationId xmlns:a16="http://schemas.microsoft.com/office/drawing/2014/main" id="{3D207E04-864C-B8DA-4EA5-DE551EC2585C}"/>
              </a:ext>
            </a:extLst>
          </p:cNvPr>
          <p:cNvSpPr txBox="1"/>
          <p:nvPr/>
        </p:nvSpPr>
        <p:spPr>
          <a:xfrm>
            <a:off x="251520" y="53136"/>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9CAA34D5-D01F-B480-B623-61D2EE3D92E8}"/>
              </a:ext>
            </a:extLst>
          </p:cNvPr>
          <p:cNvSpPr>
            <a:spLocks noGrp="1"/>
          </p:cNvSpPr>
          <p:nvPr>
            <p:ph type="ftr" sz="quarter" idx="11"/>
          </p:nvPr>
        </p:nvSpPr>
        <p:spPr>
          <a:xfrm>
            <a:off x="3142456" y="6408814"/>
            <a:ext cx="2895600" cy="365125"/>
          </a:xfrm>
        </p:spPr>
        <p:txBody>
          <a:bodyPr/>
          <a:lstStyle/>
          <a:p>
            <a:r>
              <a:rPr lang="en-IN" dirty="0"/>
              <a:t>Data  Structure         Unit2  </a:t>
            </a:r>
          </a:p>
        </p:txBody>
      </p:sp>
      <p:graphicFrame>
        <p:nvGraphicFramePr>
          <p:cNvPr id="5" name="Table 4">
            <a:extLst>
              <a:ext uri="{FF2B5EF4-FFF2-40B4-BE49-F238E27FC236}">
                <a16:creationId xmlns:a16="http://schemas.microsoft.com/office/drawing/2014/main" id="{C99F59C5-C3DA-D0DA-124F-AFC27CBCB094}"/>
              </a:ext>
            </a:extLst>
          </p:cNvPr>
          <p:cNvGraphicFramePr>
            <a:graphicFrameLocks noGrp="1"/>
          </p:cNvGraphicFramePr>
          <p:nvPr>
            <p:extLst>
              <p:ext uri="{D42A27DB-BD31-4B8C-83A1-F6EECF244321}">
                <p14:modId xmlns:p14="http://schemas.microsoft.com/office/powerpoint/2010/main" val="3858286547"/>
              </p:ext>
            </p:extLst>
          </p:nvPr>
        </p:nvGraphicFramePr>
        <p:xfrm>
          <a:off x="467544" y="1589872"/>
          <a:ext cx="8424935" cy="4812676"/>
        </p:xfrm>
        <a:graphic>
          <a:graphicData uri="http://schemas.openxmlformats.org/drawingml/2006/table">
            <a:tbl>
              <a:tblPr/>
              <a:tblGrid>
                <a:gridCol w="2232248">
                  <a:extLst>
                    <a:ext uri="{9D8B030D-6E8A-4147-A177-3AD203B41FA5}">
                      <a16:colId xmlns:a16="http://schemas.microsoft.com/office/drawing/2014/main" val="3103830137"/>
                    </a:ext>
                  </a:extLst>
                </a:gridCol>
                <a:gridCol w="2132440">
                  <a:extLst>
                    <a:ext uri="{9D8B030D-6E8A-4147-A177-3AD203B41FA5}">
                      <a16:colId xmlns:a16="http://schemas.microsoft.com/office/drawing/2014/main" val="778301311"/>
                    </a:ext>
                  </a:extLst>
                </a:gridCol>
                <a:gridCol w="891896">
                  <a:extLst>
                    <a:ext uri="{9D8B030D-6E8A-4147-A177-3AD203B41FA5}">
                      <a16:colId xmlns:a16="http://schemas.microsoft.com/office/drawing/2014/main" val="3078355459"/>
                    </a:ext>
                  </a:extLst>
                </a:gridCol>
                <a:gridCol w="792088">
                  <a:extLst>
                    <a:ext uri="{9D8B030D-6E8A-4147-A177-3AD203B41FA5}">
                      <a16:colId xmlns:a16="http://schemas.microsoft.com/office/drawing/2014/main" val="4035906243"/>
                    </a:ext>
                  </a:extLst>
                </a:gridCol>
                <a:gridCol w="2376263">
                  <a:extLst>
                    <a:ext uri="{9D8B030D-6E8A-4147-A177-3AD203B41FA5}">
                      <a16:colId xmlns:a16="http://schemas.microsoft.com/office/drawing/2014/main" val="2973066271"/>
                    </a:ext>
                  </a:extLst>
                </a:gridCol>
              </a:tblGrid>
              <a:tr h="808208">
                <a:tc>
                  <a:txBody>
                    <a:bodyPr/>
                    <a:lstStyle/>
                    <a:p>
                      <a:pPr>
                        <a:buNone/>
                      </a:pPr>
                      <a:r>
                        <a:rPr lang="en-IN" sz="1800" b="1" dirty="0">
                          <a:latin typeface="Times New Roman" panose="02020603050405020304" pitchFamily="18" charset="0"/>
                          <a:cs typeface="Times New Roman" panose="02020603050405020304" pitchFamily="18" charset="0"/>
                        </a:rPr>
                        <a:t>Operation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Contents (Front to 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Front</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Notes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1396177"/>
                  </a:ext>
                </a:extLst>
              </a:tr>
              <a:tr h="323283">
                <a:tc>
                  <a:txBody>
                    <a:bodyPr/>
                    <a:lstStyle/>
                    <a:p>
                      <a:pPr>
                        <a:buNone/>
                      </a:pPr>
                      <a:r>
                        <a:rPr lang="en-IN" sz="1800" dirty="0">
                          <a:latin typeface="Times New Roman" panose="02020603050405020304" pitchFamily="18" charset="0"/>
                          <a:cs typeface="Times New Roman" panose="02020603050405020304" pitchFamily="18" charset="0"/>
                        </a:rPr>
                        <a:t>Initially Empty</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058903"/>
                  </a:ext>
                </a:extLst>
              </a:tr>
              <a:tr h="323283">
                <a:tc>
                  <a:txBody>
                    <a:bodyPr/>
                    <a:lstStyle/>
                    <a:p>
                      <a:pPr>
                        <a:buNone/>
                      </a:pPr>
                      <a:r>
                        <a:rPr lang="en-IN" sz="1800">
                          <a:latin typeface="Times New Roman" panose="02020603050405020304" pitchFamily="18" charset="0"/>
                          <a:cs typeface="Times New Roman" panose="02020603050405020304" pitchFamily="18" charset="0"/>
                        </a:rPr>
                        <a:t>ENQUEUE(10)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706067"/>
                  </a:ext>
                </a:extLst>
              </a:tr>
              <a:tr h="323283">
                <a:tc>
                  <a:txBody>
                    <a:bodyPr/>
                    <a:lstStyle/>
                    <a:p>
                      <a:pPr>
                        <a:buNone/>
                      </a:pPr>
                      <a:r>
                        <a:rPr lang="en-IN" sz="1800">
                          <a:latin typeface="Times New Roman" panose="02020603050405020304" pitchFamily="18" charset="0"/>
                          <a:cs typeface="Times New Roman" panose="02020603050405020304" pitchFamily="18" charset="0"/>
                        </a:rPr>
                        <a:t>ENQUEUE(20)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08287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9304456"/>
                  </a:ext>
                </a:extLst>
              </a:tr>
              <a:tr h="323283">
                <a:tc>
                  <a:txBody>
                    <a:bodyPr/>
                    <a:lstStyle/>
                    <a:p>
                      <a:pPr>
                        <a:buNone/>
                      </a:pPr>
                      <a:r>
                        <a:rPr lang="en-IN" sz="1800">
                          <a:latin typeface="Times New Roman" panose="02020603050405020304" pitchFamily="18" charset="0"/>
                          <a:cs typeface="Times New Roman" panose="02020603050405020304" pitchFamily="18" charset="0"/>
                        </a:rPr>
                        <a:t>ENQUEUE(30)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3335632"/>
                  </a:ext>
                </a:extLst>
              </a:tr>
              <a:tr h="323283">
                <a:tc>
                  <a:txBody>
                    <a:bodyPr/>
                    <a:lstStyle/>
                    <a:p>
                      <a:pPr>
                        <a:buNone/>
                      </a:pPr>
                      <a:r>
                        <a:rPr lang="en-IN" sz="1800" dirty="0">
                          <a:latin typeface="Times New Roman" panose="02020603050405020304" pitchFamily="18" charset="0"/>
                          <a:cs typeface="Times New Roman" panose="02020603050405020304" pitchFamily="18" charset="0"/>
                        </a:rPr>
                        <a:t>ENQUEUE(40)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95834"/>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756532"/>
                  </a:ext>
                </a:extLst>
              </a:tr>
              <a:tr h="323283">
                <a:tc>
                  <a:txBody>
                    <a:bodyPr/>
                    <a:lstStyle/>
                    <a:p>
                      <a:pPr>
                        <a:buNone/>
                      </a:pPr>
                      <a:r>
                        <a:rPr lang="en-IN" sz="1800">
                          <a:latin typeface="Times New Roman" panose="02020603050405020304" pitchFamily="18" charset="0"/>
                          <a:cs typeface="Times New Roman" panose="02020603050405020304" pitchFamily="18" charset="0"/>
                        </a:rPr>
                        <a:t>ENQUEUE(50)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7917523"/>
                  </a:ext>
                </a:extLst>
              </a:tr>
              <a:tr h="808208">
                <a:tc>
                  <a:txBody>
                    <a:bodyPr/>
                    <a:lstStyle/>
                    <a:p>
                      <a:pPr>
                        <a:buNone/>
                      </a:pPr>
                      <a:r>
                        <a:rPr lang="en-IN" sz="1800">
                          <a:latin typeface="Times New Roman" panose="02020603050405020304" pitchFamily="18" charset="0"/>
                          <a:cs typeface="Times New Roman" panose="02020603050405020304" pitchFamily="18" charset="0"/>
                        </a:rPr>
                        <a:t>ENQUEUE(60)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Cannot add 60. Array size is 5 (indices 0-4).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13148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560672"/>
                  </a:ext>
                </a:extLst>
              </a:tr>
            </a:tbl>
          </a:graphicData>
        </a:graphic>
      </p:graphicFrame>
    </p:spTree>
    <p:extLst>
      <p:ext uri="{BB962C8B-B14F-4D97-AF65-F5344CB8AC3E}">
        <p14:creationId xmlns:p14="http://schemas.microsoft.com/office/powerpoint/2010/main" val="4222584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1C943-9B93-72BC-F41B-EBD40863445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EDE9CB-C931-F08B-F288-66CD0CA0FC44}"/>
              </a:ext>
            </a:extLst>
          </p:cNvPr>
          <p:cNvPicPr>
            <a:picLocks noGrp="1" noChangeAspect="1"/>
          </p:cNvPicPr>
          <p:nvPr>
            <p:ph idx="1"/>
          </p:nvPr>
        </p:nvPicPr>
        <p:blipFill>
          <a:blip r:embed="Rd09c82dc86b14dfb"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C8C92AB-0036-555E-98AC-3AD8B515117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7486EEF-B608-FE86-FF01-BCCE332349A7}"/>
              </a:ext>
            </a:extLst>
          </p:cNvPr>
          <p:cNvPicPr>
            <a:picLocks noChangeAspect="1"/>
          </p:cNvPicPr>
          <p:nvPr/>
        </p:nvPicPr>
        <p:blipFill>
          <a:blip r:embed="Rb209669a98764fd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69CFBEE-5D75-C1A2-E862-578FB45F3FA2}"/>
              </a:ext>
            </a:extLst>
          </p:cNvPr>
          <p:cNvSpPr txBox="1"/>
          <p:nvPr/>
        </p:nvSpPr>
        <p:spPr>
          <a:xfrm>
            <a:off x="539552" y="1209163"/>
            <a:ext cx="8071048" cy="44670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Adds to the rear.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Rear = (Rear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Removes from the front.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Front = (Front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Conditions:</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Empty: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Front = -1 (or Front = Rear depending on implementation).</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Full</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(Rear + 1) % MaxSize == Front.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230C926-8CF3-0854-D513-F15C73ECE706}"/>
              </a:ext>
            </a:extLst>
          </p:cNvPr>
          <p:cNvSpPr txBox="1"/>
          <p:nvPr/>
        </p:nvSpPr>
        <p:spPr>
          <a:xfrm>
            <a:off x="390853" y="347557"/>
            <a:ext cx="8751017" cy="646331"/>
          </a:xfrm>
          <a:prstGeom prst="rect">
            <a:avLst/>
          </a:prstGeom>
          <a:noFill/>
        </p:spPr>
        <p:txBody>
          <a:bodyPr wrap="square" rtlCol="0">
            <a:spAutoFit/>
          </a:bodyPr>
          <a:lstStyle/>
          <a:p>
            <a:r>
              <a:rPr lang="en-US" sz="3600" b="1" dirty="0">
                <a:solidFill>
                  <a:srgbClr val="FF0000"/>
                </a:solidFill>
              </a:rPr>
              <a:t>Circular Queue Operations</a:t>
            </a:r>
          </a:p>
        </p:txBody>
      </p:sp>
      <p:sp>
        <p:nvSpPr>
          <p:cNvPr id="3" name="Footer Placeholder 2">
            <a:extLst>
              <a:ext uri="{FF2B5EF4-FFF2-40B4-BE49-F238E27FC236}">
                <a16:creationId xmlns:a16="http://schemas.microsoft.com/office/drawing/2014/main" id="{D12F9699-E112-301D-89C9-75B768C724CB}"/>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21279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5C0C-0837-C422-9B3A-213A5758826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5EFA15D-FE66-A834-63B5-2E85B0E64118}"/>
              </a:ext>
            </a:extLst>
          </p:cNvPr>
          <p:cNvPicPr>
            <a:picLocks noGrp="1" noChangeAspect="1"/>
          </p:cNvPicPr>
          <p:nvPr>
            <p:ph idx="1"/>
          </p:nvPr>
        </p:nvPicPr>
        <p:blipFill>
          <a:blip r:embed="R9833f9b0cbda448a"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838589A-673C-D2E7-383B-F6E5D06A8B1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39A1EA9-2E91-EF7C-3CA5-3E149BB54007}"/>
              </a:ext>
            </a:extLst>
          </p:cNvPr>
          <p:cNvPicPr>
            <a:picLocks noChangeAspect="1"/>
          </p:cNvPicPr>
          <p:nvPr/>
        </p:nvPicPr>
        <p:blipFill>
          <a:blip r:embed="R97066da629c6421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F10E5F0-5363-E099-4B1C-AE56E838578E}"/>
              </a:ext>
            </a:extLst>
          </p:cNvPr>
          <p:cNvSpPr txBox="1"/>
          <p:nvPr/>
        </p:nvSpPr>
        <p:spPr>
          <a:xfrm>
            <a:off x="374620" y="1062943"/>
            <a:ext cx="8219747" cy="5401479"/>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circular queue with a maximum size of 5. Show the queue's contents and the Front and Rear pointers after each operation. Assume Front = -1 and Rear = -1 for an empty 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ENQUEUE(A)</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ENQUEUE(B)</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ENQUEUE(C)</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ENQUEUE(D)</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ENQUEUE(F)</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ENQUEUE(G)</a:t>
            </a:r>
          </a:p>
        </p:txBody>
      </p:sp>
      <p:sp>
        <p:nvSpPr>
          <p:cNvPr id="2" name="TextBox 1">
            <a:extLst>
              <a:ext uri="{FF2B5EF4-FFF2-40B4-BE49-F238E27FC236}">
                <a16:creationId xmlns:a16="http://schemas.microsoft.com/office/drawing/2014/main" id="{88181634-3071-EC34-A318-E8BBE26241E7}"/>
              </a:ext>
            </a:extLst>
          </p:cNvPr>
          <p:cNvSpPr txBox="1"/>
          <p:nvPr/>
        </p:nvSpPr>
        <p:spPr>
          <a:xfrm>
            <a:off x="374620" y="302434"/>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EFAD2F86-FB35-C2FD-B2E6-A59DFF42C510}"/>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47695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C2C8-AED5-80B7-5730-009DD2F9980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F46A083-B495-8F49-1871-57AF0BA83EE9}"/>
              </a:ext>
            </a:extLst>
          </p:cNvPr>
          <p:cNvPicPr>
            <a:picLocks noGrp="1" noChangeAspect="1"/>
          </p:cNvPicPr>
          <p:nvPr>
            <p:ph idx="1"/>
          </p:nvPr>
        </p:nvPicPr>
        <p:blipFill>
          <a:blip r:embed="Rcdbe86e31d7744e4"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65CD0C7-0871-F465-8F49-37683AA1F23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602CBC9-368C-6780-2D9F-C638BF9D40AA}"/>
              </a:ext>
            </a:extLst>
          </p:cNvPr>
          <p:cNvPicPr>
            <a:picLocks noChangeAspect="1"/>
          </p:cNvPicPr>
          <p:nvPr/>
        </p:nvPicPr>
        <p:blipFill>
          <a:blip r:embed="Ra675911932c54b5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F466AF0-5D02-9920-D37B-7705A44C292E}"/>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C16BCDA-DC1D-EE51-19A5-9852E3BFD9CD}"/>
              </a:ext>
            </a:extLst>
          </p:cNvPr>
          <p:cNvSpPr txBox="1"/>
          <p:nvPr/>
        </p:nvSpPr>
        <p:spPr>
          <a:xfrm>
            <a:off x="410209" y="304236"/>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4324E4C6-1244-B080-0136-2179AC4DFF66}"/>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9DD91F8A-CFF5-AE04-A32F-FC382B721F71}"/>
              </a:ext>
            </a:extLst>
          </p:cNvPr>
          <p:cNvGraphicFramePr>
            <a:graphicFrameLocks noGrp="1"/>
          </p:cNvGraphicFramePr>
          <p:nvPr>
            <p:extLst>
              <p:ext uri="{D42A27DB-BD31-4B8C-83A1-F6EECF244321}">
                <p14:modId xmlns:p14="http://schemas.microsoft.com/office/powerpoint/2010/main" val="2708902492"/>
              </p:ext>
            </p:extLst>
          </p:nvPr>
        </p:nvGraphicFramePr>
        <p:xfrm>
          <a:off x="665957" y="1942889"/>
          <a:ext cx="7944645" cy="3505200"/>
        </p:xfrm>
        <a:graphic>
          <a:graphicData uri="http://schemas.openxmlformats.org/drawingml/2006/table">
            <a:tbl>
              <a:tblPr/>
              <a:tblGrid>
                <a:gridCol w="1588929">
                  <a:extLst>
                    <a:ext uri="{9D8B030D-6E8A-4147-A177-3AD203B41FA5}">
                      <a16:colId xmlns:a16="http://schemas.microsoft.com/office/drawing/2014/main" val="2505234438"/>
                    </a:ext>
                  </a:extLst>
                </a:gridCol>
                <a:gridCol w="1588929">
                  <a:extLst>
                    <a:ext uri="{9D8B030D-6E8A-4147-A177-3AD203B41FA5}">
                      <a16:colId xmlns:a16="http://schemas.microsoft.com/office/drawing/2014/main" val="3067887145"/>
                    </a:ext>
                  </a:extLst>
                </a:gridCol>
                <a:gridCol w="1588929">
                  <a:extLst>
                    <a:ext uri="{9D8B030D-6E8A-4147-A177-3AD203B41FA5}">
                      <a16:colId xmlns:a16="http://schemas.microsoft.com/office/drawing/2014/main" val="1617717424"/>
                    </a:ext>
                  </a:extLst>
                </a:gridCol>
                <a:gridCol w="1588929">
                  <a:extLst>
                    <a:ext uri="{9D8B030D-6E8A-4147-A177-3AD203B41FA5}">
                      <a16:colId xmlns:a16="http://schemas.microsoft.com/office/drawing/2014/main" val="2654133747"/>
                    </a:ext>
                  </a:extLst>
                </a:gridCol>
                <a:gridCol w="1588929">
                  <a:extLst>
                    <a:ext uri="{9D8B030D-6E8A-4147-A177-3AD203B41FA5}">
                      <a16:colId xmlns:a16="http://schemas.microsoft.com/office/drawing/2014/main" val="2227369646"/>
                    </a:ext>
                  </a:extLst>
                </a:gridCol>
              </a:tblGrid>
              <a:tr h="529170">
                <a:tc>
                  <a:txBody>
                    <a:bodyPr/>
                    <a:lstStyle/>
                    <a:p>
                      <a:pPr>
                        <a:buNone/>
                      </a:pPr>
                      <a:r>
                        <a:rPr lang="en-IN" sz="20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7978449"/>
                  </a:ext>
                </a:extLst>
              </a:tr>
              <a:tr h="563411">
                <a:tc>
                  <a:txBody>
                    <a:bodyPr/>
                    <a:lstStyle/>
                    <a:p>
                      <a:pPr>
                        <a:buNone/>
                      </a:pPr>
                      <a:r>
                        <a:rPr lang="en-IN" sz="20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360720"/>
                  </a:ext>
                </a:extLst>
              </a:tr>
              <a:tr h="563411">
                <a:tc>
                  <a:txBody>
                    <a:bodyPr/>
                    <a:lstStyle/>
                    <a:p>
                      <a:pPr>
                        <a:buNone/>
                      </a:pPr>
                      <a:r>
                        <a:rPr lang="en-IN" sz="2000">
                          <a:latin typeface="Times New Roman" panose="02020603050405020304" pitchFamily="18" charset="0"/>
                          <a:cs typeface="Times New Roman" panose="02020603050405020304" pitchFamily="18" charset="0"/>
                        </a:rPr>
                        <a:t>ENQUEUE(A)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0958709"/>
                  </a:ext>
                </a:extLst>
              </a:tr>
              <a:tr h="563411">
                <a:tc>
                  <a:txBody>
                    <a:bodyPr/>
                    <a:lstStyle/>
                    <a:p>
                      <a:pPr>
                        <a:buNone/>
                      </a:pPr>
                      <a:r>
                        <a:rPr lang="en-IN" sz="2000">
                          <a:latin typeface="Times New Roman" panose="02020603050405020304" pitchFamily="18" charset="0"/>
                          <a:cs typeface="Times New Roman" panose="02020603050405020304" pitchFamily="18" charset="0"/>
                        </a:rPr>
                        <a:t>ENQUEUE(B)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82128"/>
                  </a:ext>
                </a:extLst>
              </a:tr>
              <a:tr h="563411">
                <a:tc>
                  <a:txBody>
                    <a:bodyPr/>
                    <a:lstStyle/>
                    <a:p>
                      <a:pPr>
                        <a:buNone/>
                      </a:pPr>
                      <a:r>
                        <a:rPr lang="en-IN" sz="2000">
                          <a:latin typeface="Times New Roman" panose="02020603050405020304" pitchFamily="18" charset="0"/>
                          <a:cs typeface="Times New Roman" panose="02020603050405020304" pitchFamily="18" charset="0"/>
                        </a:rPr>
                        <a:t>DEQUEUE()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'A' removed.</a:t>
                      </a:r>
                    </a:p>
                    <a:p>
                      <a:pPr>
                        <a:buNone/>
                      </a:pP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6559275"/>
                  </a:ext>
                </a:extLst>
              </a:tr>
            </a:tbl>
          </a:graphicData>
        </a:graphic>
      </p:graphicFrame>
      <p:sp>
        <p:nvSpPr>
          <p:cNvPr id="8" name="Rectangle 1">
            <a:extLst>
              <a:ext uri="{FF2B5EF4-FFF2-40B4-BE49-F238E27FC236}">
                <a16:creationId xmlns:a16="http://schemas.microsoft.com/office/drawing/2014/main" id="{8E3AFA72-E88F-30AE-AD67-EE0DEA3CDDCC}"/>
              </a:ext>
            </a:extLst>
          </p:cNvPr>
          <p:cNvSpPr>
            <a:spLocks noChangeArrowheads="1"/>
          </p:cNvSpPr>
          <p:nvPr/>
        </p:nvSpPr>
        <p:spPr bwMode="auto">
          <a:xfrm>
            <a:off x="520309" y="1234104"/>
            <a:ext cx="138211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9955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08FD-0BF9-D6A5-6523-320F12CF51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1DF72B-47D1-D72A-A747-62FD09A53DD6}"/>
              </a:ext>
            </a:extLst>
          </p:cNvPr>
          <p:cNvPicPr>
            <a:picLocks noChangeAspect="1"/>
          </p:cNvPicPr>
          <p:nvPr/>
        </p:nvPicPr>
        <p:blipFill>
          <a:blip r:embed="R1b7c80e77b144854"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BB005150-2B7B-6E51-432A-A231A634D3B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C03C302-242E-07F0-1E4B-5A30BFD8B534}"/>
              </a:ext>
            </a:extLst>
          </p:cNvPr>
          <p:cNvPicPr>
            <a:picLocks noChangeAspect="1"/>
          </p:cNvPicPr>
          <p:nvPr/>
        </p:nvPicPr>
        <p:blipFill>
          <a:blip r:embed="Rb0e262ad1e04442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B1F8957-E880-4512-8FC1-52EFF90C63AD}"/>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D2058D5-B3D3-BD89-C52F-21F94DB7CBB9}"/>
              </a:ext>
            </a:extLst>
          </p:cNvPr>
          <p:cNvSpPr txBox="1"/>
          <p:nvPr/>
        </p:nvSpPr>
        <p:spPr>
          <a:xfrm>
            <a:off x="390853" y="336228"/>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BD03A3F9-61DA-4E0F-FA4E-9B4DA139200F}"/>
              </a:ext>
            </a:extLst>
          </p:cNvPr>
          <p:cNvSpPr>
            <a:spLocks noGrp="1"/>
          </p:cNvSpPr>
          <p:nvPr>
            <p:ph type="ftr" sz="quarter" idx="11"/>
          </p:nvPr>
        </p:nvSpPr>
        <p:spPr/>
        <p:txBody>
          <a:bodyPr/>
          <a:lstStyle/>
          <a:p>
            <a:r>
              <a:rPr lang="en-IN"/>
              <a:t>Data  Structure         Unit2  </a:t>
            </a:r>
          </a:p>
        </p:txBody>
      </p:sp>
      <p:graphicFrame>
        <p:nvGraphicFramePr>
          <p:cNvPr id="12" name="Content Placeholder 11">
            <a:extLst>
              <a:ext uri="{FF2B5EF4-FFF2-40B4-BE49-F238E27FC236}">
                <a16:creationId xmlns:a16="http://schemas.microsoft.com/office/drawing/2014/main" id="{676AE7EC-DD6C-7CAD-F2C4-55B3A5B8197B}"/>
              </a:ext>
            </a:extLst>
          </p:cNvPr>
          <p:cNvGraphicFramePr>
            <a:graphicFrameLocks noGrp="1"/>
          </p:cNvGraphicFramePr>
          <p:nvPr>
            <p:ph idx="1"/>
            <p:extLst>
              <p:ext uri="{D42A27DB-BD31-4B8C-83A1-F6EECF244321}">
                <p14:modId xmlns:p14="http://schemas.microsoft.com/office/powerpoint/2010/main" val="2173414169"/>
              </p:ext>
            </p:extLst>
          </p:nvPr>
        </p:nvGraphicFramePr>
        <p:xfrm>
          <a:off x="614527" y="1297352"/>
          <a:ext cx="7914945" cy="4812234"/>
        </p:xfrm>
        <a:graphic>
          <a:graphicData uri="http://schemas.openxmlformats.org/drawingml/2006/table">
            <a:tbl>
              <a:tblPr/>
              <a:tblGrid>
                <a:gridCol w="1582989">
                  <a:extLst>
                    <a:ext uri="{9D8B030D-6E8A-4147-A177-3AD203B41FA5}">
                      <a16:colId xmlns:a16="http://schemas.microsoft.com/office/drawing/2014/main" val="3679150871"/>
                    </a:ext>
                  </a:extLst>
                </a:gridCol>
                <a:gridCol w="1582989">
                  <a:extLst>
                    <a:ext uri="{9D8B030D-6E8A-4147-A177-3AD203B41FA5}">
                      <a16:colId xmlns:a16="http://schemas.microsoft.com/office/drawing/2014/main" val="420941564"/>
                    </a:ext>
                  </a:extLst>
                </a:gridCol>
                <a:gridCol w="800614">
                  <a:extLst>
                    <a:ext uri="{9D8B030D-6E8A-4147-A177-3AD203B41FA5}">
                      <a16:colId xmlns:a16="http://schemas.microsoft.com/office/drawing/2014/main" val="3984934169"/>
                    </a:ext>
                  </a:extLst>
                </a:gridCol>
                <a:gridCol w="1022867">
                  <a:extLst>
                    <a:ext uri="{9D8B030D-6E8A-4147-A177-3AD203B41FA5}">
                      <a16:colId xmlns:a16="http://schemas.microsoft.com/office/drawing/2014/main" val="3093293976"/>
                    </a:ext>
                  </a:extLst>
                </a:gridCol>
                <a:gridCol w="2925486">
                  <a:extLst>
                    <a:ext uri="{9D8B030D-6E8A-4147-A177-3AD203B41FA5}">
                      <a16:colId xmlns:a16="http://schemas.microsoft.com/office/drawing/2014/main" val="325274550"/>
                    </a:ext>
                  </a:extLst>
                </a:gridCol>
              </a:tblGrid>
              <a:tr h="614515">
                <a:tc>
                  <a:txBody>
                    <a:bodyPr/>
                    <a:lstStyle/>
                    <a:p>
                      <a:pPr>
                        <a:buNone/>
                      </a:pPr>
                      <a:r>
                        <a:rPr lang="en-IN"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3679270"/>
                  </a:ext>
                </a:extLst>
              </a:tr>
              <a:tr h="321299">
                <a:tc>
                  <a:txBody>
                    <a:bodyPr/>
                    <a:lstStyle/>
                    <a:p>
                      <a:pPr>
                        <a:buNone/>
                      </a:pPr>
                      <a:r>
                        <a:rPr lang="en-IN" sz="1800" dirty="0">
                          <a:latin typeface="Times New Roman" panose="02020603050405020304" pitchFamily="18" charset="0"/>
                          <a:cs typeface="Times New Roman" panose="02020603050405020304" pitchFamily="18" charset="0"/>
                        </a:rPr>
                        <a:t>ENQUEUE(D)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B</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341000"/>
                  </a:ext>
                </a:extLst>
              </a:tr>
              <a:tr h="321299">
                <a:tc>
                  <a:txBody>
                    <a:bodyPr/>
                    <a:lstStyle/>
                    <a:p>
                      <a:pPr>
                        <a:buNone/>
                      </a:pPr>
                      <a:r>
                        <a:rPr lang="en-IN" sz="1800">
                          <a:latin typeface="Times New Roman" panose="02020603050405020304" pitchFamily="18" charset="0"/>
                          <a:cs typeface="Times New Roman" panose="02020603050405020304" pitchFamily="18" charset="0"/>
                        </a:rPr>
                        <a:t>ENQUEUE(E)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a:t>
                      </a:r>
                      <a:r>
                        <a:rPr lang="en-IN" sz="1800" b="1">
                          <a:latin typeface="Times New Roman" panose="02020603050405020304" pitchFamily="18" charset="0"/>
                          <a:cs typeface="Times New Roman" panose="02020603050405020304" pitchFamily="18" charset="0"/>
                        </a:rPr>
                        <a:t>B</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392143"/>
                  </a:ext>
                </a:extLst>
              </a:tr>
              <a:tr h="321299">
                <a:tc>
                  <a:txBody>
                    <a:bodyPr/>
                    <a:lstStyle/>
                    <a:p>
                      <a:pPr>
                        <a:buNone/>
                      </a:pPr>
                      <a:r>
                        <a:rPr lang="en-IN" sz="1800" dirty="0">
                          <a:latin typeface="Times New Roman" panose="02020603050405020304" pitchFamily="18" charset="0"/>
                          <a:cs typeface="Times New Roman" panose="02020603050405020304" pitchFamily="18" charset="0"/>
                        </a:rPr>
                        <a:t>DEQUEUE()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'B' removed.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3076758"/>
                  </a:ext>
                </a:extLst>
              </a:tr>
              <a:tr h="850177">
                <a:tc>
                  <a:txBody>
                    <a:bodyPr/>
                    <a:lstStyle/>
                    <a:p>
                      <a:pPr>
                        <a:buNone/>
                      </a:pPr>
                      <a:r>
                        <a:rPr lang="en-IN" sz="1800" dirty="0">
                          <a:latin typeface="Times New Roman" panose="02020603050405020304" pitchFamily="18" charset="0"/>
                          <a:cs typeface="Times New Roman" panose="02020603050405020304" pitchFamily="18" charset="0"/>
                        </a:rPr>
                        <a:t>ENQUEUE(F)</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F</a:t>
                      </a: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'F' added at index 0 (circular wrap-around, Rear = (4+1)%5 = 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284683"/>
                  </a:ext>
                </a:extLst>
              </a:tr>
              <a:tr h="2284850">
                <a:tc>
                  <a:txBody>
                    <a:bodyPr/>
                    <a:lstStyle/>
                    <a:p>
                      <a:pPr>
                        <a:buNone/>
                      </a:pPr>
                      <a:r>
                        <a:rPr lang="en-IN" sz="1800">
                          <a:latin typeface="Times New Roman" panose="02020603050405020304" pitchFamily="18" charset="0"/>
                          <a:cs typeface="Times New Roman" panose="02020603050405020304" pitchFamily="18" charset="0"/>
                        </a:rPr>
                        <a:t>ENQUEUE(G)</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r>
                        <a:rPr lang="en-IN" sz="1800" dirty="0">
                          <a:latin typeface="Times New Roman" panose="02020603050405020304" pitchFamily="18" charset="0"/>
                          <a:cs typeface="Times New Roman" panose="02020603050405020304" pitchFamily="18" charset="0"/>
                        </a:rPr>
                        <a:t> (B,C,D,E,F -&gt; 5 elements)</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Cannot add 'G'. (Rear + 1) % MaxSize == Front ((0+1)%5 == 1 which is not 2). Let's recheck full condition. If (Rear+1)%MaxSize == Front, it is full. Here (0+1)%5 = 1, and Front is 2. So not full.</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3713427"/>
                  </a:ext>
                </a:extLst>
              </a:tr>
            </a:tbl>
          </a:graphicData>
        </a:graphic>
      </p:graphicFrame>
    </p:spTree>
    <p:extLst>
      <p:ext uri="{BB962C8B-B14F-4D97-AF65-F5344CB8AC3E}">
        <p14:creationId xmlns:p14="http://schemas.microsoft.com/office/powerpoint/2010/main" val="1548837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28731e77dcd4560"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12a46400a87469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528" y="53136"/>
            <a:ext cx="8499497" cy="1569660"/>
          </a:xfrm>
          <a:prstGeom prst="rect">
            <a:avLst/>
          </a:prstGeom>
          <a:noFill/>
        </p:spPr>
        <p:txBody>
          <a:bodyPr wrap="square" rtlCol="0">
            <a:spAutoFit/>
          </a:bodyPr>
          <a:lstStyle/>
          <a:p>
            <a:endParaRPr lang="en-US" sz="2400" b="1" u="sng" dirty="0"/>
          </a:p>
          <a:p>
            <a:r>
              <a:rPr lang="en-US" dirty="0"/>
              <a:t> </a:t>
            </a:r>
            <a:r>
              <a:rPr lang="en-US" sz="3600" b="1" kern="100" dirty="0">
                <a:solidFill>
                  <a:srgbClr val="E31E24"/>
                </a:solidFill>
                <a:latin typeface="+mj-lt"/>
                <a:cs typeface="Times New Roman" panose="02020603050405020304" pitchFamily="18" charset="0"/>
                <a:sym typeface="Arial"/>
              </a:rPr>
              <a:t>Queue Practice Question</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503048" y="1244408"/>
            <a:ext cx="7726551" cy="3349956"/>
          </a:xfrm>
          <a:prstGeom prst="rect">
            <a:avLst/>
          </a:prstGeom>
          <a:noFill/>
        </p:spPr>
        <p:txBody>
          <a:bodyPr wrap="square">
            <a:spAutoFit/>
          </a:bodyPr>
          <a:lstStyle/>
          <a:p>
            <a:pPr algn="just">
              <a:lnSpc>
                <a:spcPct val="150000"/>
              </a:lnSpc>
              <a:spcBef>
                <a:spcPts val="600"/>
              </a:spcBef>
              <a:spcAft>
                <a:spcPts val="600"/>
              </a:spcAft>
            </a:pPr>
            <a:r>
              <a:rPr lang="en-IN" sz="2400" b="1" dirty="0">
                <a:latin typeface="Times New Roman" panose="02020603050405020304" pitchFamily="18" charset="0"/>
                <a:cs typeface="Times New Roman" panose="02020603050405020304" pitchFamily="18" charset="0"/>
              </a:rPr>
              <a:t>Question 1. </a:t>
            </a:r>
            <a:r>
              <a:rPr lang="en-IN" sz="2400" dirty="0">
                <a:latin typeface="Times New Roman" panose="02020603050405020304" pitchFamily="18" charset="0"/>
                <a:cs typeface="Times New Roman" panose="02020603050405020304" pitchFamily="18" charset="0"/>
              </a:rPr>
              <a:t>Suppose a circular queue of capacity (n – 1) elements is implemented with an array of n elements. Assume that the insertion and deletion operations are carried out using REAR and FRONT as array index variables, respectively. Initially, REAR = FRONT = 0. What are the conditions to detect a queue full and a queue empty?</a:t>
            </a:r>
          </a:p>
        </p:txBody>
      </p:sp>
    </p:spTree>
    <p:extLst>
      <p:ext uri="{BB962C8B-B14F-4D97-AF65-F5344CB8AC3E}">
        <p14:creationId xmlns:p14="http://schemas.microsoft.com/office/powerpoint/2010/main" val="334593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bd34eadb8b774401"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8d60aff5665418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402118" y="316041"/>
            <a:ext cx="8090795" cy="5878532"/>
          </a:xfrm>
          <a:prstGeom prst="rect">
            <a:avLst/>
          </a:prstGeom>
          <a:noFill/>
        </p:spPr>
        <p:txBody>
          <a:bodyPr wrap="square">
            <a:spAutoFit/>
          </a:bodyPr>
          <a:lstStyle/>
          <a:p>
            <a:pPr algn="just">
              <a:spcBef>
                <a:spcPts val="600"/>
              </a:spcBef>
              <a:spcAft>
                <a:spcPts val="600"/>
              </a:spcAft>
            </a:pPr>
            <a:r>
              <a:rPr lang="en-IN" sz="3600" b="1" dirty="0">
                <a:solidFill>
                  <a:srgbClr val="FF0000"/>
                </a:solidFill>
                <a:latin typeface="+mj-lt"/>
                <a:cs typeface="Times New Roman" panose="02020603050405020304" pitchFamily="18" charset="0"/>
              </a:rPr>
              <a:t>Solution:</a:t>
            </a:r>
          </a:p>
          <a:p>
            <a:pPr algn="just">
              <a:spcBef>
                <a:spcPts val="600"/>
              </a:spcBef>
              <a:spcAft>
                <a:spcPts val="600"/>
              </a:spcAft>
            </a:pPr>
            <a:endParaRPr lang="en-IN"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IN" sz="2000" b="1" i="1" dirty="0">
                <a:latin typeface="Times New Roman" panose="02020603050405020304" pitchFamily="18" charset="0"/>
                <a:cs typeface="Times New Roman" panose="02020603050405020304" pitchFamily="18" charset="0"/>
              </a:rPr>
              <a:t>Explanation: </a:t>
            </a:r>
            <a:r>
              <a:rPr lang="en-IN" sz="2000" dirty="0">
                <a:latin typeface="Times New Roman" panose="02020603050405020304" pitchFamily="18" charset="0"/>
                <a:cs typeface="Times New Roman" panose="02020603050405020304" pitchFamily="18" charset="0"/>
              </a:rPr>
              <a:t>Suppose we start filling the queue.</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Let the </a:t>
            </a:r>
            <a:r>
              <a:rPr lang="en-US" sz="2000" dirty="0">
                <a:latin typeface="Times New Roman" panose="02020603050405020304" pitchFamily="18" charset="0"/>
                <a:cs typeface="Times New Roman" panose="02020603050405020304" pitchFamily="18" charset="0"/>
              </a:rPr>
              <a:t>maximum </a:t>
            </a:r>
            <a:r>
              <a:rPr lang="en-US" sz="2000" dirty="0" err="1">
                <a:latin typeface="Times New Roman" panose="02020603050405020304" pitchFamily="18" charset="0"/>
                <a:cs typeface="Times New Roman" panose="02020603050405020304" pitchFamily="18" charset="0"/>
              </a:rPr>
              <a:t>QueueSize</a:t>
            </a:r>
            <a:r>
              <a:rPr lang="en-US" sz="2000" dirty="0">
                <a:latin typeface="Times New Roman" panose="02020603050405020304" pitchFamily="18" charset="0"/>
                <a:cs typeface="Times New Roman" panose="02020603050405020304" pitchFamily="18" charset="0"/>
              </a:rPr>
              <a:t> (Capacity of the Queue) be</a:t>
            </a:r>
            <a:r>
              <a:rPr lang="en-IN" sz="2000" dirty="0">
                <a:latin typeface="Times New Roman" panose="02020603050405020304" pitchFamily="18" charset="0"/>
                <a:cs typeface="Times New Roman" panose="02020603050405020304" pitchFamily="18" charset="0"/>
              </a:rPr>
              <a:t> 4. Therefore, the size of the array used to implement this circular queue is 5, which is n. In the beginning when the queue is empty, FRONT and REAR point to 0 index in the array. REAR represents insertion at the REAR index. FRONT represents deletion from the FRONT index.</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enqueue(“a”); REAR = (REAR+1)%5; ( FRONT = 0, REAR = 1)</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enqueue(“b”); REAR = (REAR+1)%5; ( FRONT = 0, REAR = 2)</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enqueue(“c”); REAR = (REAR+1)%5; ( FRONT = 0, REAR = 3)</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enqueue(“d”); REAR = (REAR+1)%5; ( FRONT = 0, REAR = 4)</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Now the queue size is 4, which is equal to the </a:t>
            </a:r>
            <a:r>
              <a:rPr lang="en-IN" sz="2000" dirty="0" err="1">
                <a:latin typeface="Times New Roman" panose="02020603050405020304" pitchFamily="18" charset="0"/>
                <a:cs typeface="Times New Roman" panose="02020603050405020304" pitchFamily="18" charset="0"/>
              </a:rPr>
              <a:t>maxQueueSize</a:t>
            </a:r>
            <a:r>
              <a:rPr lang="en-IN" sz="2000" dirty="0">
                <a:latin typeface="Times New Roman" panose="02020603050405020304" pitchFamily="18" charset="0"/>
                <a:cs typeface="Times New Roman" panose="02020603050405020304" pitchFamily="18" charset="0"/>
              </a:rPr>
              <a:t>. Hence overflow condition is reached.</a:t>
            </a:r>
            <a:endParaRPr lang="en-IN" sz="2400" dirty="0"/>
          </a:p>
        </p:txBody>
      </p:sp>
    </p:spTree>
    <p:extLst>
      <p:ext uri="{BB962C8B-B14F-4D97-AF65-F5344CB8AC3E}">
        <p14:creationId xmlns:p14="http://schemas.microsoft.com/office/powerpoint/2010/main" val="1203641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849bc14dc1c40b8" cstate="print">
            <a:extLst>
              <a:ext uri="{28A0092B-C50C-407E-A947-70E740481C1C}">
                <a14:useLocalDpi xmlns:a14="http://schemas.microsoft.com/office/drawing/2010/main" val="0"/>
              </a:ext>
            </a:extLst>
          </a:blip>
          <a:stretch>
            <a:fillRect/>
          </a:stretch>
        </p:blipFill>
        <p:spPr>
          <a:xfrm>
            <a:off x="1"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c03ea27dd91a4e8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95536" y="1308662"/>
            <a:ext cx="8064897" cy="4851777"/>
          </a:xfrm>
          <a:prstGeom prst="rect">
            <a:avLst/>
          </a:prstGeom>
          <a:noFill/>
        </p:spPr>
        <p:txBody>
          <a:bodyPr wrap="square">
            <a:spAutoFit/>
          </a:bodyPr>
          <a:lstStyle/>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Now, we can check for the conditions.</a:t>
            </a:r>
          </a:p>
          <a:p>
            <a:pPr algn="just">
              <a:lnSpc>
                <a:spcPct val="150000"/>
              </a:lnSpc>
              <a:spcBef>
                <a:spcPts val="600"/>
              </a:spcBef>
            </a:pPr>
            <a:r>
              <a:rPr lang="en-IN" sz="2400" b="1" dirty="0">
                <a:latin typeface="Times New Roman" panose="02020603050405020304" pitchFamily="18" charset="0"/>
                <a:cs typeface="Times New Roman" panose="02020603050405020304" pitchFamily="18" charset="0"/>
              </a:rPr>
              <a:t>When Queue Full :</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 REAR+1)%n = (4+1)%5 = 0</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FRONT is also 0. Hence, ( REAR + 1 ) %n is equal to FRONT.</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When the Queue is Empty :</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REAR was equal to FRONT when empty (because in the starting before filling the queue, FRONT = REAR = 0 )</a:t>
            </a:r>
          </a:p>
          <a:p>
            <a:pPr algn="just">
              <a:lnSpc>
                <a:spcPct val="150000"/>
              </a:lnSpc>
            </a:pPr>
            <a:endParaRPr lang="en-IN" sz="2400" dirty="0"/>
          </a:p>
        </p:txBody>
      </p:sp>
      <p:sp>
        <p:nvSpPr>
          <p:cNvPr id="5" name="TextBox 4">
            <a:extLst>
              <a:ext uri="{FF2B5EF4-FFF2-40B4-BE49-F238E27FC236}">
                <a16:creationId xmlns:a16="http://schemas.microsoft.com/office/drawing/2014/main" id="{6EAB51F0-C0A2-E59D-DD3E-9B6A46A40E89}"/>
              </a:ext>
            </a:extLst>
          </p:cNvPr>
          <p:cNvSpPr txBox="1"/>
          <p:nvPr/>
        </p:nvSpPr>
        <p:spPr>
          <a:xfrm>
            <a:off x="395536" y="296715"/>
            <a:ext cx="4599708" cy="646331"/>
          </a:xfrm>
          <a:prstGeom prst="rect">
            <a:avLst/>
          </a:prstGeom>
          <a:noFill/>
        </p:spPr>
        <p:txBody>
          <a:bodyPr wrap="square">
            <a:spAutoFit/>
          </a:bodyPr>
          <a:lstStyle/>
          <a:p>
            <a:pPr algn="just">
              <a:spcBef>
                <a:spcPts val="600"/>
              </a:spcBef>
            </a:pPr>
            <a:r>
              <a:rPr lang="en-IN" sz="3600" b="1" dirty="0">
                <a:solidFill>
                  <a:srgbClr val="FF0000"/>
                </a:solidFill>
                <a:latin typeface="+mj-lt"/>
                <a:cs typeface="Times New Roman" panose="02020603050405020304" pitchFamily="18" charset="0"/>
              </a:rPr>
              <a:t>Solution:</a:t>
            </a:r>
          </a:p>
        </p:txBody>
      </p:sp>
    </p:spTree>
    <p:extLst>
      <p:ext uri="{BB962C8B-B14F-4D97-AF65-F5344CB8AC3E}">
        <p14:creationId xmlns:p14="http://schemas.microsoft.com/office/powerpoint/2010/main" val="2652067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8c20b211cc464ec8" cstate="print">
            <a:extLst>
              <a:ext uri="{28A0092B-C50C-407E-A947-70E740481C1C}">
                <a14:useLocalDpi xmlns:a14="http://schemas.microsoft.com/office/drawing/2010/main" val="0"/>
              </a:ext>
            </a:extLst>
          </a:blip>
          <a:stretch>
            <a:fillRect/>
          </a:stretch>
        </p:blipFill>
        <p:spPr>
          <a:xfrm>
            <a:off x="0" y="-1456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1b2ba82611e47d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569660"/>
          </a:xfrm>
          <a:prstGeom prst="rect">
            <a:avLst/>
          </a:prstGeom>
          <a:noFill/>
        </p:spPr>
        <p:txBody>
          <a:bodyPr wrap="square" rtlCol="0">
            <a:spAutoFit/>
          </a:bodyPr>
          <a:lstStyle/>
          <a:p>
            <a:endParaRPr lang="en-US" sz="2400" b="1" u="sng" dirty="0"/>
          </a:p>
          <a:p>
            <a:r>
              <a:rPr lang="en-US" sz="3600" b="1" kern="100" dirty="0">
                <a:solidFill>
                  <a:srgbClr val="E31E24"/>
                </a:solidFill>
                <a:latin typeface="+mj-lt"/>
                <a:cs typeface="Times New Roman" panose="02020603050405020304" pitchFamily="18" charset="0"/>
                <a:sym typeface="Arial"/>
              </a:rPr>
              <a:t>Queue</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20975" y="1308662"/>
            <a:ext cx="8283473" cy="3359061"/>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Question 2:</a:t>
            </a:r>
          </a:p>
          <a:p>
            <a:pPr algn="just">
              <a:lnSpc>
                <a:spcPct val="150000"/>
              </a:lnSpc>
            </a:pPr>
            <a:r>
              <a:rPr lang="en-IN" sz="2400" dirty="0">
                <a:latin typeface="Times New Roman" panose="02020603050405020304" pitchFamily="18" charset="0"/>
                <a:cs typeface="Times New Roman" panose="02020603050405020304" pitchFamily="18" charset="0"/>
              </a:rPr>
              <a:t>Implement a circular queue using an array with a capacity of 5 elements. Perform enqueue operations with values 2, 4, 6, and 8. What will be the front and rear indices of the queue after these operations?</a:t>
            </a:r>
          </a:p>
          <a:p>
            <a:pPr algn="just">
              <a:lnSpc>
                <a:spcPct val="150000"/>
              </a:lnSpc>
            </a:pPr>
            <a:endParaRPr lang="en-IN" sz="2400" dirty="0"/>
          </a:p>
        </p:txBody>
      </p:sp>
    </p:spTree>
    <p:extLst>
      <p:ext uri="{BB962C8B-B14F-4D97-AF65-F5344CB8AC3E}">
        <p14:creationId xmlns:p14="http://schemas.microsoft.com/office/powerpoint/2010/main" val="3263746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75638a14f6e5431c" cstate="print">
            <a:extLst>
              <a:ext uri="{28A0092B-C50C-407E-A947-70E740481C1C}">
                <a14:useLocalDpi xmlns:a14="http://schemas.microsoft.com/office/drawing/2010/main" val="0"/>
              </a:ext>
            </a:extLst>
          </a:blip>
          <a:stretch>
            <a:fillRect/>
          </a:stretch>
        </p:blipFill>
        <p:spPr>
          <a:xfrm>
            <a:off x="0"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0d4e8a86aa074b6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2007" y="157237"/>
            <a:ext cx="8319985" cy="6217087"/>
          </a:xfrm>
          <a:prstGeom prst="rect">
            <a:avLst/>
          </a:prstGeom>
          <a:noFill/>
        </p:spPr>
        <p:txBody>
          <a:bodyPr wrap="square" rtlCol="0">
            <a:spAutoFit/>
          </a:bodyPr>
          <a:lstStyle/>
          <a:p>
            <a:pPr lvl="0" algn="just">
              <a:spcBef>
                <a:spcPts val="600"/>
              </a:spcBef>
            </a:pPr>
            <a:r>
              <a:rPr lang="en-US" sz="3600" b="1" dirty="0">
                <a:solidFill>
                  <a:srgbClr val="FF0000"/>
                </a:solidFill>
                <a:latin typeface="+mj-lt"/>
                <a:cs typeface="Times New Roman" panose="02020603050405020304" pitchFamily="18" charset="0"/>
              </a:rPr>
              <a:t>Solutions:-</a:t>
            </a:r>
          </a:p>
          <a:p>
            <a:pPr lvl="0" algn="just">
              <a:spcBef>
                <a:spcPts val="600"/>
              </a:spcBef>
            </a:pPr>
            <a:endParaRPr lang="en-IN" sz="2400" dirty="0">
              <a:latin typeface="Times New Roman" panose="02020603050405020304" pitchFamily="18" charset="0"/>
              <a:cs typeface="Times New Roman" panose="02020603050405020304" pitchFamily="18" charset="0"/>
            </a:endParaRPr>
          </a:p>
          <a:p>
            <a:pPr>
              <a:spcBef>
                <a:spcPts val="600"/>
              </a:spcBef>
            </a:pPr>
            <a:r>
              <a:rPr lang="en-IN" sz="2400" dirty="0">
                <a:latin typeface="Times New Roman" panose="02020603050405020304" pitchFamily="18" charset="0"/>
                <a:cs typeface="Times New Roman" panose="02020603050405020304" pitchFamily="18" charset="0"/>
              </a:rPr>
              <a:t>To implement a circular queue using an array with a capacity of 5 elements and perform the specified operations, let's follow these steps:</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Initialize the circular queue:</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an array of size 5.</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Initialize front and rear indices to -1 to indicate that the queue is initially empty.</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Enqueue operations:</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2</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4</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6</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8</a:t>
            </a:r>
          </a:p>
        </p:txBody>
      </p:sp>
    </p:spTree>
    <p:extLst>
      <p:ext uri="{BB962C8B-B14F-4D97-AF65-F5344CB8AC3E}">
        <p14:creationId xmlns:p14="http://schemas.microsoft.com/office/powerpoint/2010/main" val="1876596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6ef956db1cff4d62"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055aa66f9438420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82932" y="404664"/>
            <a:ext cx="8066173" cy="4708981"/>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Circular Queue Initialization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Array: [ , , , , ]  // Initial empty array of size 5 , Front: -1, Rear: -1</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Enqueue Operation 1: Enqueue 2</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Since the queue is initially empty (front is -1), set front to 0.</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Increment rear to 0 and place the value at index 0.makefile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Array: [2, , , , ] Front: 0 Rear: 0</a:t>
            </a:r>
          </a:p>
        </p:txBody>
      </p:sp>
    </p:spTree>
    <p:extLst>
      <p:ext uri="{BB962C8B-B14F-4D97-AF65-F5344CB8AC3E}">
        <p14:creationId xmlns:p14="http://schemas.microsoft.com/office/powerpoint/2010/main" val="1785474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49843f790644c28" cstate="print">
            <a:extLst>
              <a:ext uri="{28A0092B-C50C-407E-A947-70E740481C1C}">
                <a14:useLocalDpi xmlns:a14="http://schemas.microsoft.com/office/drawing/2010/main" val="0"/>
              </a:ext>
            </a:extLst>
          </a:blip>
          <a:stretch>
            <a:fillRect/>
          </a:stretch>
        </p:blipFill>
        <p:spPr>
          <a:xfrm>
            <a:off x="4455"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466c4fe69654c8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3792" y="192859"/>
            <a:ext cx="8352928" cy="5970865"/>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pPr lvl="0" algn="just"/>
            <a:endParaRPr lang="en-IN" sz="2400" dirty="0">
              <a:latin typeface="Times New Roman" panose="02020603050405020304" pitchFamily="18" charset="0"/>
              <a:cs typeface="Times New Roman" panose="02020603050405020304" pitchFamily="18" charset="0"/>
            </a:endParaRPr>
          </a:p>
          <a:p>
            <a:pPr lvl="0" algn="just"/>
            <a:r>
              <a:rPr lang="en-IN" sz="2300" b="1" dirty="0">
                <a:latin typeface="Times New Roman" panose="02020603050405020304" pitchFamily="18" charset="0"/>
                <a:cs typeface="Times New Roman" panose="02020603050405020304" pitchFamily="18" charset="0"/>
              </a:rPr>
              <a:t>Enqueue Operation 2: </a:t>
            </a:r>
            <a:r>
              <a:rPr lang="en-IN" sz="2300" dirty="0">
                <a:latin typeface="Times New Roman" panose="02020603050405020304" pitchFamily="18" charset="0"/>
                <a:cs typeface="Times New Roman" panose="02020603050405020304" pitchFamily="18" charset="0"/>
              </a:rPr>
              <a:t>Enqueue 4, Increment rear to 1, and place the value at index 1.</a:t>
            </a:r>
          </a:p>
          <a:p>
            <a:pPr lvl="0" algn="just"/>
            <a:r>
              <a:rPr lang="en-IN" sz="2300" dirty="0">
                <a:latin typeface="Times New Roman" panose="02020603050405020304" pitchFamily="18" charset="0"/>
                <a:cs typeface="Times New Roman" panose="02020603050405020304" pitchFamily="18" charset="0"/>
              </a:rPr>
              <a:t>Array: [2, 4, , , ] Front: 0, Rear: 1</a:t>
            </a:r>
          </a:p>
          <a:p>
            <a:pPr lvl="0" algn="just"/>
            <a:r>
              <a:rPr lang="en-IN" sz="2300" b="1" dirty="0">
                <a:latin typeface="Times New Roman" panose="02020603050405020304" pitchFamily="18" charset="0"/>
                <a:cs typeface="Times New Roman" panose="02020603050405020304" pitchFamily="18" charset="0"/>
              </a:rPr>
              <a:t>Enqueue Operation 3: </a:t>
            </a:r>
            <a:r>
              <a:rPr lang="en-IN" sz="2300" dirty="0">
                <a:latin typeface="Times New Roman" panose="02020603050405020304" pitchFamily="18" charset="0"/>
                <a:cs typeface="Times New Roman" panose="02020603050405020304" pitchFamily="18" charset="0"/>
              </a:rPr>
              <a:t>Enqueue 6, Increment rear to 2, and place the value at index 2.</a:t>
            </a:r>
          </a:p>
          <a:p>
            <a:pPr lvl="0" algn="just"/>
            <a:r>
              <a:rPr lang="en-IN" sz="2300" dirty="0">
                <a:latin typeface="Times New Roman" panose="02020603050405020304" pitchFamily="18" charset="0"/>
                <a:cs typeface="Times New Roman" panose="02020603050405020304" pitchFamily="18" charset="0"/>
              </a:rPr>
              <a:t>Array: [2, 4, 6, , ]Front: 0, Rear: 2</a:t>
            </a:r>
          </a:p>
          <a:p>
            <a:pPr lvl="0" algn="just"/>
            <a:r>
              <a:rPr lang="en-IN" sz="2300" b="1" dirty="0">
                <a:latin typeface="Times New Roman" panose="02020603050405020304" pitchFamily="18" charset="0"/>
                <a:cs typeface="Times New Roman" panose="02020603050405020304" pitchFamily="18" charset="0"/>
              </a:rPr>
              <a:t>Enqueue Operation 4: </a:t>
            </a:r>
            <a:r>
              <a:rPr lang="en-IN" sz="2300" dirty="0">
                <a:latin typeface="Times New Roman" panose="02020603050405020304" pitchFamily="18" charset="0"/>
                <a:cs typeface="Times New Roman" panose="02020603050405020304" pitchFamily="18" charset="0"/>
              </a:rPr>
              <a:t>Enqueue 8, Increment rear to 3, and place the value at index 3.</a:t>
            </a:r>
          </a:p>
          <a:p>
            <a:pPr lvl="0" algn="just"/>
            <a:r>
              <a:rPr lang="en-IN" sz="2300" dirty="0">
                <a:latin typeface="Times New Roman" panose="02020603050405020304" pitchFamily="18" charset="0"/>
                <a:cs typeface="Times New Roman" panose="02020603050405020304" pitchFamily="18" charset="0"/>
              </a:rPr>
              <a:t>Array: [2, 4, 6, 8, ] Front: 0, Rear: 3</a:t>
            </a:r>
          </a:p>
          <a:p>
            <a:pPr lvl="0" algn="just"/>
            <a:endParaRPr lang="en-IN" sz="23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Final State of the Circular Queue</a:t>
            </a:r>
          </a:p>
          <a:p>
            <a:r>
              <a:rPr lang="en-IN" sz="2300" dirty="0">
                <a:latin typeface="Times New Roman" panose="02020603050405020304" pitchFamily="18" charset="0"/>
                <a:cs typeface="Times New Roman" panose="02020603050405020304" pitchFamily="18" charset="0"/>
              </a:rPr>
              <a:t>After performing all the enqueue operations, the circular queue looks like this:</a:t>
            </a:r>
          </a:p>
          <a:p>
            <a:r>
              <a:rPr lang="en-IN" sz="2300" dirty="0">
                <a:latin typeface="Times New Roman" panose="02020603050405020304" pitchFamily="18" charset="0"/>
                <a:cs typeface="Times New Roman" panose="02020603050405020304" pitchFamily="18" charset="0"/>
              </a:rPr>
              <a:t>Array: [2, 4, 6, 8, ] Front: 0, Rear: 3</a:t>
            </a:r>
            <a:endParaRPr lang="en-US" sz="2300" dirty="0"/>
          </a:p>
        </p:txBody>
      </p:sp>
    </p:spTree>
    <p:extLst>
      <p:ext uri="{BB962C8B-B14F-4D97-AF65-F5344CB8AC3E}">
        <p14:creationId xmlns:p14="http://schemas.microsoft.com/office/powerpoint/2010/main" val="3110973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42D7-BC10-C39D-065B-76026F706F0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37B89A-2364-93F4-EBB8-C15D29EDB91A}"/>
              </a:ext>
            </a:extLst>
          </p:cNvPr>
          <p:cNvPicPr>
            <a:picLocks noChangeAspect="1"/>
          </p:cNvPicPr>
          <p:nvPr/>
        </p:nvPicPr>
        <p:blipFill>
          <a:blip r:embed="R437994c7f75b428b"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338E794D-79AB-EFED-5148-D75BFD2BE84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C027D7-0DB6-14B1-D338-33C95483A40C}"/>
              </a:ext>
            </a:extLst>
          </p:cNvPr>
          <p:cNvPicPr>
            <a:picLocks noChangeAspect="1"/>
          </p:cNvPicPr>
          <p:nvPr/>
        </p:nvPicPr>
        <p:blipFill>
          <a:blip r:embed="Re6e2acd1e1294e7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DFF4A50-691F-5804-65AC-E4C4576AF3E9}"/>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1CC5BA0-6639-F449-EB20-3A9971F35A96}"/>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Queue Applications</a:t>
            </a:r>
          </a:p>
        </p:txBody>
      </p:sp>
      <p:sp>
        <p:nvSpPr>
          <p:cNvPr id="3" name="Footer Placeholder 2">
            <a:extLst>
              <a:ext uri="{FF2B5EF4-FFF2-40B4-BE49-F238E27FC236}">
                <a16:creationId xmlns:a16="http://schemas.microsoft.com/office/drawing/2014/main" id="{7C00D4FD-6A0A-62E3-6A67-28AB1D75453D}"/>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6551C775-AFE0-5998-C3A5-AE2F03B87FF7}"/>
              </a:ext>
            </a:extLst>
          </p:cNvPr>
          <p:cNvSpPr>
            <a:spLocks noGrp="1"/>
          </p:cNvSpPr>
          <p:nvPr>
            <p:ph idx="1"/>
          </p:nvPr>
        </p:nvSpPr>
        <p:spPr>
          <a:xfrm>
            <a:off x="457200" y="1307308"/>
            <a:ext cx="8229600" cy="4525963"/>
          </a:xfrm>
        </p:spPr>
        <p:txBody>
          <a:bodyPr>
            <a:no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Operating Systems:</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CPU Scheduling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Printer Spooling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Disk Scheduling</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Networking: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Packet Buffering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Traffic Management: </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Data Processing: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Asynchronous Data Transfer</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Breadth-First Search (BFS): Graph traversal algorithm.</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Simulation</a:t>
            </a:r>
          </a:p>
        </p:txBody>
      </p:sp>
    </p:spTree>
    <p:extLst>
      <p:ext uri="{BB962C8B-B14F-4D97-AF65-F5344CB8AC3E}">
        <p14:creationId xmlns:p14="http://schemas.microsoft.com/office/powerpoint/2010/main" val="4030999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19FE-5807-BB64-E5D3-333E2130C38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D97AB3-5301-3B1E-ACE1-190C4E22B193}"/>
              </a:ext>
            </a:extLst>
          </p:cNvPr>
          <p:cNvPicPr>
            <a:picLocks noChangeAspect="1"/>
          </p:cNvPicPr>
          <p:nvPr/>
        </p:nvPicPr>
        <p:blipFill>
          <a:blip r:embed="R077cc67652a24f10"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DE09B821-0CDF-2108-C4F9-C77C481F6DD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E877E7-9BF0-83AA-9E91-42A852EDFE8F}"/>
              </a:ext>
            </a:extLst>
          </p:cNvPr>
          <p:cNvPicPr>
            <a:picLocks noChangeAspect="1"/>
          </p:cNvPicPr>
          <p:nvPr/>
        </p:nvPicPr>
        <p:blipFill>
          <a:blip r:embed="R1b3165dc681f483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4286716-5A46-A43C-C0C8-3D9701B886B6}"/>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7AF2BF-F451-6A42-AEE7-B9FC5A23AF69}"/>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Key Takeaways</a:t>
            </a:r>
          </a:p>
        </p:txBody>
      </p:sp>
      <p:sp>
        <p:nvSpPr>
          <p:cNvPr id="3" name="Footer Placeholder 2">
            <a:extLst>
              <a:ext uri="{FF2B5EF4-FFF2-40B4-BE49-F238E27FC236}">
                <a16:creationId xmlns:a16="http://schemas.microsoft.com/office/drawing/2014/main" id="{58815DEE-6F91-9C68-9D22-F918033112C4}"/>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B38F06A6-760A-EE84-293C-56909AAC9CAB}"/>
              </a:ext>
            </a:extLst>
          </p:cNvPr>
          <p:cNvSpPr>
            <a:spLocks noGrp="1"/>
          </p:cNvSpPr>
          <p:nvPr>
            <p:ph idx="1"/>
          </p:nvPr>
        </p:nvSpPr>
        <p:spPr>
          <a:xfrm>
            <a:off x="457200" y="1176543"/>
            <a:ext cx="8229600" cy="4525963"/>
          </a:xfrm>
        </p:spPr>
        <p:txBody>
          <a:bodyPr>
            <a:noAutofit/>
          </a:bodyPr>
          <a:lstStyle/>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Arrays store elements in </a:t>
            </a:r>
            <a:r>
              <a:rPr lang="en-US" altLang="en-US" sz="2300" b="1" dirty="0">
                <a:latin typeface="Times New Roman" panose="02020603050405020304" pitchFamily="18" charset="0"/>
                <a:cs typeface="Times New Roman" panose="02020603050405020304" pitchFamily="18" charset="0"/>
              </a:rPr>
              <a:t>contiguous memory</a:t>
            </a:r>
            <a:r>
              <a:rPr lang="en-US" altLang="en-US" sz="2300" dirty="0">
                <a:latin typeface="Times New Roman" panose="02020603050405020304" pitchFamily="18" charset="0"/>
                <a:cs typeface="Times New Roman" panose="02020603050405020304" pitchFamily="18" charset="0"/>
              </a:rPr>
              <a:t>; linked lists use </a:t>
            </a:r>
            <a:r>
              <a:rPr lang="en-US" altLang="en-US" sz="2300" b="1" dirty="0">
                <a:latin typeface="Times New Roman" panose="02020603050405020304" pitchFamily="18" charset="0"/>
                <a:cs typeface="Times New Roman" panose="02020603050405020304" pitchFamily="18" charset="0"/>
              </a:rPr>
              <a:t>non-contiguous memory</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Static arrays have </a:t>
            </a:r>
            <a:r>
              <a:rPr lang="en-US" altLang="en-US" sz="2300" b="1" dirty="0">
                <a:latin typeface="Times New Roman" panose="02020603050405020304" pitchFamily="18" charset="0"/>
                <a:cs typeface="Times New Roman" panose="02020603050405020304" pitchFamily="18" charset="0"/>
              </a:rPr>
              <a:t>fixed size</a:t>
            </a:r>
            <a:r>
              <a:rPr lang="en-US" altLang="en-US" sz="2300" dirty="0">
                <a:latin typeface="Times New Roman" panose="02020603050405020304" pitchFamily="18" charset="0"/>
                <a:cs typeface="Times New Roman" panose="02020603050405020304" pitchFamily="18" charset="0"/>
              </a:rPr>
              <a:t>; dynamic arrays are </a:t>
            </a:r>
            <a:r>
              <a:rPr lang="en-US" altLang="en-US" sz="2300" b="1" dirty="0">
                <a:latin typeface="Times New Roman" panose="02020603050405020304" pitchFamily="18" charset="0"/>
                <a:cs typeface="Times New Roman" panose="02020603050405020304" pitchFamily="18" charset="0"/>
              </a:rPr>
              <a:t>resizable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Linked lists support </a:t>
            </a:r>
            <a:r>
              <a:rPr lang="en-US" altLang="en-US" sz="2300" b="1" dirty="0">
                <a:latin typeface="Times New Roman" panose="02020603050405020304" pitchFamily="18" charset="0"/>
                <a:cs typeface="Times New Roman" panose="02020603050405020304" pitchFamily="18" charset="0"/>
              </a:rPr>
              <a:t>efficient insertion/deletion</a:t>
            </a:r>
            <a:r>
              <a:rPr lang="en-US" altLang="en-US" sz="2300" dirty="0">
                <a:latin typeface="Times New Roman" panose="02020603050405020304" pitchFamily="18" charset="0"/>
                <a:cs typeface="Times New Roman" panose="02020603050405020304" pitchFamily="18" charset="0"/>
              </a:rPr>
              <a:t> but lack direct access.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Stack is a </a:t>
            </a:r>
            <a:r>
              <a:rPr lang="en-US" altLang="en-US" sz="2300" b="1" dirty="0">
                <a:latin typeface="Times New Roman" panose="02020603050405020304" pitchFamily="18" charset="0"/>
                <a:cs typeface="Times New Roman" panose="02020603050405020304" pitchFamily="18" charset="0"/>
              </a:rPr>
              <a:t>LIFO</a:t>
            </a:r>
            <a:r>
              <a:rPr lang="en-US" altLang="en-US" sz="2300" dirty="0">
                <a:latin typeface="Times New Roman" panose="02020603050405020304" pitchFamily="18" charset="0"/>
                <a:cs typeface="Times New Roman" panose="02020603050405020304" pitchFamily="18" charset="0"/>
              </a:rPr>
              <a:t> structure used in expression evaluation, recursion, and backtracking.</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Queue is a </a:t>
            </a:r>
            <a:r>
              <a:rPr lang="en-US" altLang="en-US" sz="2300" b="1" dirty="0">
                <a:latin typeface="Times New Roman" panose="02020603050405020304" pitchFamily="18" charset="0"/>
                <a:cs typeface="Times New Roman" panose="02020603050405020304" pitchFamily="18" charset="0"/>
              </a:rPr>
              <a:t>FIFO</a:t>
            </a:r>
            <a:r>
              <a:rPr lang="en-US" altLang="en-US" sz="2300" dirty="0">
                <a:latin typeface="Times New Roman" panose="02020603050405020304" pitchFamily="18" charset="0"/>
                <a:cs typeface="Times New Roman" panose="02020603050405020304" pitchFamily="18" charset="0"/>
              </a:rPr>
              <a:t> structure used in scheduling, buffering, and BFS.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Circular queues improve </a:t>
            </a:r>
            <a:r>
              <a:rPr lang="en-US" altLang="en-US" sz="2300" b="1" dirty="0">
                <a:latin typeface="Times New Roman" panose="02020603050405020304" pitchFamily="18" charset="0"/>
                <a:cs typeface="Times New Roman" panose="02020603050405020304" pitchFamily="18" charset="0"/>
              </a:rPr>
              <a:t>memory utilization</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BFS traverses graphs </a:t>
            </a:r>
            <a:r>
              <a:rPr lang="en-US" altLang="en-US" sz="2300" b="1" dirty="0">
                <a:latin typeface="Times New Roman" panose="02020603050405020304" pitchFamily="18" charset="0"/>
                <a:cs typeface="Times New Roman" panose="02020603050405020304" pitchFamily="18" charset="0"/>
              </a:rPr>
              <a:t>level by level using a queue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Correct pointer/index updates are crucial in stack and queue operations.</a:t>
            </a:r>
          </a:p>
        </p:txBody>
      </p:sp>
    </p:spTree>
    <p:extLst>
      <p:ext uri="{BB962C8B-B14F-4D97-AF65-F5344CB8AC3E}">
        <p14:creationId xmlns:p14="http://schemas.microsoft.com/office/powerpoint/2010/main" val="34213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f5dd4d626da74ac5"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94cf4768e9114611"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4816703"/>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fontAlgn="ctr">
              <a:spcBef>
                <a:spcPts val="600"/>
              </a:spcBef>
            </a:pPr>
            <a:r>
              <a:rPr lang="en-IN" dirty="0">
                <a:latin typeface="Times New Roman" panose="02020603050405020304" pitchFamily="18" charset="0"/>
                <a:cs typeface="Times New Roman" panose="02020603050405020304" pitchFamily="18" charset="0"/>
                <a:hlinkClick r:id="rcId1c69974d954448d4"/>
              </a:rPr>
              <a:t>https://www.geeksforgeeks.org/dsa/dsa-tutorial-learn-data-structures-and-algorithms/</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cId36d0187678e54d56"/>
              </a:rPr>
              <a:t>https://www.w3schools.com/dsa/dsa_data_stacks.php</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cId9ac7d41ab4754eeb"/>
              </a:rPr>
              <a:t>https://www.programiz.com/dsa/queue</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cId6dc520fdc3ea496e"/>
              </a:rPr>
              <a:t>https://www.tutorialspoint.com/data_structures_algorithms/linked_list_algorithms.htm</a:t>
            </a:r>
            <a:endParaRPr lang="en-IN" dirty="0">
              <a:latin typeface="Times New Roman" panose="02020603050405020304" pitchFamily="18" charset="0"/>
              <a:cs typeface="Times New Roman" panose="02020603050405020304" pitchFamily="18" charset="0"/>
            </a:endParaRPr>
          </a:p>
          <a:p>
            <a:pPr fontAlgn="ctr">
              <a:spcBef>
                <a:spcPts val="600"/>
              </a:spcBef>
            </a:pP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a:t>47</a:t>
            </a:fld>
            <a:endParaRPr lang="en-IN"/>
          </a:p>
        </p:txBody>
      </p:sp>
    </p:spTree>
    <p:extLst>
      <p:ext uri="{BB962C8B-B14F-4D97-AF65-F5344CB8AC3E}">
        <p14:creationId xmlns:p14="http://schemas.microsoft.com/office/powerpoint/2010/main" val="3150133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bd2602008d564161"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918bbf575430483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a:t>48</a:t>
            </a:fld>
            <a:endParaRPr lang="en-IN"/>
          </a:p>
        </p:txBody>
      </p:sp>
    </p:spTree>
    <p:extLst>
      <p:ext uri="{BB962C8B-B14F-4D97-AF65-F5344CB8AC3E}">
        <p14:creationId xmlns:p14="http://schemas.microsoft.com/office/powerpoint/2010/main" val="2784960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7e0bd18b107145c7"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f039b79d029b4d32"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58b4f3fbbf64bdb"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ea5a8dd610f4c1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2faccb9cc41c49b1"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11861324b77c4d86"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948772" y="1478462"/>
            <a:ext cx="6588732" cy="4602029"/>
          </a:xfrm>
          <a:prstGeom prst="rect">
            <a:avLst/>
          </a:prstGeom>
          <a:noFill/>
        </p:spPr>
        <p:txBody>
          <a:bodyPr wrap="square">
            <a:spAutoFit/>
          </a:bodyPr>
          <a:lstStyle/>
          <a:p>
            <a:pPr marL="285750" lvl="0" indent="-285750" eaLnBrk="0" fontAlgn="base" hangingPunct="0">
              <a:lnSpc>
                <a:spcPct val="150000"/>
              </a:lnSpc>
              <a:buFont typeface="Arial" panose="020B0604020202020204" pitchFamily="34" charset="0"/>
              <a:buChar char="•"/>
            </a:pPr>
            <a:r>
              <a:rPr lang="en-US" sz="22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Introduction to Graphs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Graph Traversal Techniques (BFS &amp; DFS)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Breadth-First Search (BFS): Concept &amp; Properties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BFS Algorithm (Steps)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BFS – Worked Example (Level-order traversal)</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BFS Implementation using Queue </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Applications of BFS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Key Takeaways</a:t>
            </a:r>
          </a:p>
          <a:p>
            <a:pPr marL="342900" lvl="0" indent="-342900" eaLnBrk="0" fontAlgn="base" hangingPunct="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References</a:t>
            </a: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19</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BFS using Queue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2cb56089d5d4d6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ad206bb9820e40a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5150449"/>
          </a:xfrm>
          <a:prstGeom prst="rect">
            <a:avLst/>
          </a:prstGeom>
          <a:noFill/>
        </p:spPr>
        <p:txBody>
          <a:bodyPr wrap="square" rtlCol="0">
            <a:spAutoFit/>
          </a:bodyPr>
          <a:lstStyle/>
          <a:p>
            <a:pPr>
              <a:lnSpc>
                <a:spcPct val="200000"/>
              </a:lnSpc>
            </a:pPr>
            <a:r>
              <a:rPr lang="en-US" sz="2400" dirty="0">
                <a:latin typeface="Times New Roman" panose="02020603050405020304" pitchFamily="18" charset="0"/>
                <a:cs typeface="Times New Roman" panose="02020603050405020304" pitchFamily="18" charset="0"/>
              </a:rPr>
              <a:t>After this lecture, students will be able to:</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Define a graph and identify its components</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Differentiate between BFS and DFS</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Explain BFS as a level-by-level traversal technique</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Describe the role of a queue in BFS</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the algorithm and pseudocode for BFS</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Implement BFS using a queue</a:t>
            </a:r>
          </a:p>
        </p:txBody>
      </p:sp>
    </p:spTree>
    <p:extLst>
      <p:ext uri="{BB962C8B-B14F-4D97-AF65-F5344CB8AC3E}">
        <p14:creationId xmlns:p14="http://schemas.microsoft.com/office/powerpoint/2010/main" val="3274074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2902e04e20f4122"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7cdbf1ce5414100"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Queue Applications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5" y="1297491"/>
            <a:ext cx="8580969" cy="4411785"/>
          </a:xfrm>
          <a:prstGeom prst="rect">
            <a:avLst/>
          </a:prstGeom>
          <a:noFill/>
        </p:spPr>
        <p:txBody>
          <a:bodyPr wrap="square" rtlCol="0">
            <a:spAutoFit/>
          </a:bodyPr>
          <a:lstStyle/>
          <a:p>
            <a:pPr marL="176213" lvl="0" indent="-17621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Queues implement FIFO for fair task processing.</a:t>
            </a:r>
          </a:p>
          <a:p>
            <a:pPr marL="176213" lvl="0" indent="-17621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Used in CPU scheduling, printer spooling, BFS, packet handling, customer service, and traffic control.</a:t>
            </a:r>
          </a:p>
          <a:p>
            <a:pPr marL="176213" lvl="0" indent="-17621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Circular queues optimize memory usage.</a:t>
            </a:r>
          </a:p>
          <a:p>
            <a:pPr marL="176213" lvl="0" indent="-17621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Priority queues serve high-priority tasks first.</a:t>
            </a:r>
          </a:p>
          <a:p>
            <a:pPr marL="176213" lvl="0" indent="-17621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operations are efficient and essential for system design.</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e712660e527a4e57"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f33fcb4f6004468f"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304786" y="1280189"/>
            <a:ext cx="8580969" cy="4842672"/>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Circular queue overcomes the problem of __________ in linear queue.</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 queue that serves higher priority elements first is called __________ queue.</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Which operation inserts an element into a queue?</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Which operation removes an element?</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Name one OS application of queue.</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261809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39b52b7b0154058"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a3fa6bd742f4ff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323530" y="1235756"/>
            <a:ext cx="8640958" cy="4411785"/>
          </a:xfrm>
          <a:prstGeom prst="rect">
            <a:avLst/>
          </a:prstGeom>
          <a:noFill/>
        </p:spPr>
        <p:txBody>
          <a:bodyPr wrap="square" rtlCol="0">
            <a:spAutoFit/>
          </a:bodyPr>
          <a:lstStyle/>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FIFO</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unused/vacant space</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Priority</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Enqueue</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Dequeue</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CPU scheduling/printer spooling</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7</a:t>
            </a:fld>
            <a:endParaRPr lang="en-IN"/>
          </a:p>
        </p:txBody>
      </p:sp>
    </p:spTree>
    <p:extLst>
      <p:ext uri="{BB962C8B-B14F-4D97-AF65-F5344CB8AC3E}">
        <p14:creationId xmlns:p14="http://schemas.microsoft.com/office/powerpoint/2010/main" val="1277970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24CFBBD-50BA-5AED-703C-8E89E17C05C0}"/>
              </a:ext>
            </a:extLst>
          </p:cNvPr>
          <p:cNvPicPr>
            <a:picLocks noGrp="1" noChangeAspect="1"/>
          </p:cNvPicPr>
          <p:nvPr>
            <p:ph idx="1"/>
          </p:nvPr>
        </p:nvPicPr>
        <p:blipFill>
          <a:blip r:embed="R24a5617991a04f2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59532" y="120815"/>
            <a:ext cx="64447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Introduction to Graphs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ab07350e6d424cb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B0734EE-9746-9E1E-DD18-BF795A5F179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59532" y="1033592"/>
            <a:ext cx="8424936" cy="225106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graph is a non-linear data structure made up of nodes or vertices and edges.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edges connect any two nodes in the graph, and the nodes are also known as vertices.</a:t>
            </a:r>
            <a:endParaRPr lang="en-IN" sz="2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771800" y="5925932"/>
            <a:ext cx="5846156" cy="369332"/>
          </a:xfrm>
          <a:prstGeom prst="rect">
            <a:avLst/>
          </a:prstGeom>
          <a:noFill/>
        </p:spPr>
        <p:txBody>
          <a:bodyPr wrap="square" rtlCol="0">
            <a:spAutoFit/>
          </a:bodyPr>
          <a:lstStyle/>
          <a:p>
            <a:endParaRPr lang="en-IN" dirty="0"/>
          </a:p>
        </p:txBody>
      </p:sp>
      <p:pic>
        <p:nvPicPr>
          <p:cNvPr id="10" name="Picture 9"/>
          <p:cNvPicPr>
            <a:picLocks noChangeAspect="1"/>
          </p:cNvPicPr>
          <p:nvPr/>
        </p:nvPicPr>
        <p:blipFill>
          <a:blip r:embed="R940101b85d0e4170"/>
          <a:stretch>
            <a:fillRect/>
          </a:stretch>
        </p:blipFill>
        <p:spPr>
          <a:xfrm>
            <a:off x="2771799" y="3595296"/>
            <a:ext cx="4391025" cy="2853109"/>
          </a:xfrm>
          <a:prstGeom prst="rect">
            <a:avLst/>
          </a:prstGeom>
        </p:spPr>
      </p:pic>
    </p:spTree>
    <p:extLst>
      <p:ext uri="{BB962C8B-B14F-4D97-AF65-F5344CB8AC3E}">
        <p14:creationId xmlns:p14="http://schemas.microsoft.com/office/powerpoint/2010/main" val="29623696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1a93538506044a0f"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fbe9736598447b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23529" y="329420"/>
            <a:ext cx="82252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Graph Traversal</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453461" y="1578099"/>
            <a:ext cx="8496944" cy="3785652"/>
          </a:xfrm>
          <a:prstGeom prst="rect">
            <a:avLst/>
          </a:prstGeom>
        </p:spPr>
        <p:txBody>
          <a:bodyPr wrap="square">
            <a:spAutoFit/>
          </a:bodyPr>
          <a:lstStyle/>
          <a:p>
            <a:pPr marL="342900" indent="-342900" fontAlgn="base">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Graph traversal is a method used to search nodes in a graph. </a:t>
            </a:r>
          </a:p>
          <a:p>
            <a:pPr marL="342900" indent="-342900" fontAlgn="base">
              <a:lnSpc>
                <a:spcPct val="2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two traversal Techniques :</a:t>
            </a:r>
          </a:p>
          <a:p>
            <a:pPr marL="720725" indent="-360363" fontAlgn="base">
              <a:lnSpc>
                <a:spcPct val="2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Breadth First Search   </a:t>
            </a:r>
          </a:p>
          <a:p>
            <a:pPr marL="720725" indent="-360363" fontAlgn="base">
              <a:lnSpc>
                <a:spcPct val="2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Depth First Search</a:t>
            </a:r>
          </a:p>
          <a:p>
            <a:pPr marL="342900" indent="-342900" fontAlgn="base">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7ed3c943ee5d45e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spTree>
    <p:extLst>
      <p:ext uri="{BB962C8B-B14F-4D97-AF65-F5344CB8AC3E}">
        <p14:creationId xmlns:p14="http://schemas.microsoft.com/office/powerpoint/2010/main" val="7403965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70a1ed7322a4211"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757f8feb61e4e4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467543" y="329420"/>
            <a:ext cx="8081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rPr>
              <a:t>BFS (Breadth-First Search)</a:t>
            </a: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467543" y="1107776"/>
            <a:ext cx="8352928" cy="3231654"/>
          </a:xfrm>
          <a:prstGeom prst="rect">
            <a:avLst/>
          </a:prstGeom>
        </p:spPr>
        <p:txBody>
          <a:bodyPr wrap="square">
            <a:spAutoFit/>
          </a:bodyPr>
          <a:lstStyle/>
          <a:p>
            <a:pPr algn="just" fontAlgn="base">
              <a:lnSpc>
                <a:spcPct val="150000"/>
              </a:lnSpc>
            </a:pPr>
            <a:endParaRPr lang="en-US" sz="2400" dirty="0"/>
          </a:p>
          <a:p>
            <a:pPr marL="342900" indent="-342900" algn="just" fontAlgn="base">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Breadth-First Search (BFS)</a:t>
            </a:r>
            <a:r>
              <a:rPr lang="en-US" sz="2400" dirty="0">
                <a:latin typeface="Times New Roman" panose="02020603050405020304" pitchFamily="18" charset="0"/>
                <a:cs typeface="Times New Roman" panose="02020603050405020304" pitchFamily="18" charset="0"/>
              </a:rPr>
              <a:t> is a graph traversal algorithm, where we start from a selected(source) node and traverse the graph level by level, by exploring the neighbor nodes at each level.</a:t>
            </a:r>
          </a:p>
          <a:p>
            <a:pPr marL="342900" indent="-342900" fontAlgn="base">
              <a:buFont typeface="Wingdings" panose="05000000000000000000" pitchFamily="2" charset="2"/>
              <a:buChar char="Ø"/>
            </a:pPr>
            <a:endParaRPr lang="en-US" sz="2400" dirty="0"/>
          </a:p>
        </p:txBody>
      </p:sp>
      <p:pic>
        <p:nvPicPr>
          <p:cNvPr id="1026" name="Picture 2" descr="Ezoic"/>
          <p:cNvPicPr>
            <a:picLocks noChangeAspect="1" noChangeArrowheads="1"/>
          </p:cNvPicPr>
          <p:nvPr/>
        </p:nvPicPr>
        <p:blipFill>
          <a:blip r:embed="R1a6fe6b3d982469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12" name="Picture 11"/>
          <p:cNvPicPr/>
          <p:nvPr/>
        </p:nvPicPr>
        <p:blipFill>
          <a:blip r:embed="R8b45b78df73b4325"/>
          <a:stretch>
            <a:fillRect/>
          </a:stretch>
        </p:blipFill>
        <p:spPr>
          <a:xfrm>
            <a:off x="2555775" y="3716401"/>
            <a:ext cx="5433060" cy="2538095"/>
          </a:xfrm>
          <a:prstGeom prst="rect">
            <a:avLst/>
          </a:prstGeom>
        </p:spPr>
      </p:pic>
    </p:spTree>
    <p:extLst>
      <p:ext uri="{BB962C8B-B14F-4D97-AF65-F5344CB8AC3E}">
        <p14:creationId xmlns:p14="http://schemas.microsoft.com/office/powerpoint/2010/main" val="29963457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a4378d577044ab9"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514617" y="273900"/>
            <a:ext cx="42851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buSzPct val="25000"/>
            </a:pPr>
            <a:r>
              <a:rPr lang="en-US" sz="32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rPr>
              <a:t>Algorithm for BFS</a:t>
            </a:r>
            <a:endParaRPr lang="en-IN" sz="32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endParaRPr>
          </a:p>
        </p:txBody>
      </p:sp>
      <p:cxnSp>
        <p:nvCxnSpPr>
          <p:cNvPr id="7" name="Straight Connector 6"/>
          <p:cNvCxnSpPr/>
          <p:nvPr/>
        </p:nvCxnSpPr>
        <p:spPr>
          <a:xfrm>
            <a:off x="-36513" y="90194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76fd5dc44d54c1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p:cNvSpPr>
            <a:spLocks noGrp="1" noChangeArrowheads="1"/>
          </p:cNvSpPr>
          <p:nvPr/>
        </p:nvSpPr>
        <p:spPr bwMode="auto">
          <a:xfrm>
            <a:off x="611560" y="994995"/>
            <a:ext cx="8258683" cy="5221271"/>
          </a:xfrm>
          <a:prstGeom prst="rect">
            <a:avLst/>
          </a:prstGeom>
          <a:solidFill>
            <a:srgbClr val="CCECFF"/>
          </a:solidFill>
          <a:ln>
            <a:solidFill>
              <a:schemeClr val="tx1"/>
            </a:solidFill>
            <a:miter lim="800000"/>
            <a:headEnd/>
            <a:tailEnd/>
          </a:ln>
          <a:effectLst>
            <a:outerShdw dist="107763" dir="2700000" algn="ctr" rotWithShape="0">
              <a:schemeClr val="bg2"/>
            </a:outerShdw>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w"/>
              <a:defRPr sz="3200" kern="1200">
                <a:solidFill>
                  <a:srgbClr val="01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08585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42875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177165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800" dirty="0">
                <a:latin typeface="Times New Roman" panose="02020603050405020304" pitchFamily="18" charset="0"/>
                <a:cs typeface="Times New Roman" panose="02020603050405020304" pitchFamily="18" charset="0"/>
              </a:rPr>
              <a:t>Step 1 : Define a queue based on the number of nodes.</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Step 2 : Start from any node, visit it, and add it to the queue.</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Step 3 : Visit non-visited adjacent nodes in the queue.</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Step 4 : Delete nodes without edges and not in the queue.</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Step 5 : Empty the queue and form the spanning tree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5330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f5c19e4792f44aa"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4244bcb201e41d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467543" y="329420"/>
            <a:ext cx="8081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525428" y="1507637"/>
            <a:ext cx="8129658" cy="3349956"/>
          </a:xfrm>
          <a:prstGeom prst="rect">
            <a:avLst/>
          </a:prstGeom>
        </p:spPr>
        <p:txBody>
          <a:bodyPr wrap="square">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BFS stands for __________ First Search.</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BFS explores nodes __________ by __________.</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data structure used in BFS is a __________.</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Why is a queue suitable for BFS?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traversal technique explores deep before wide?</a:t>
            </a:r>
          </a:p>
        </p:txBody>
      </p:sp>
      <p:pic>
        <p:nvPicPr>
          <p:cNvPr id="1026" name="Picture 2" descr="Ezoic"/>
          <p:cNvPicPr>
            <a:picLocks noChangeAspect="1" noChangeArrowheads="1"/>
          </p:cNvPicPr>
          <p:nvPr/>
        </p:nvPicPr>
        <p:blipFill>
          <a:blip r:embed="Ra1b7097ee6cd445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spTree>
    <p:extLst>
      <p:ext uri="{BB962C8B-B14F-4D97-AF65-F5344CB8AC3E}">
        <p14:creationId xmlns:p14="http://schemas.microsoft.com/office/powerpoint/2010/main" val="20166037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E681-632B-E6FE-B7F1-56ACAAD0D1A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7F47CAE-F561-BB09-9484-6923B8F8A68D}"/>
              </a:ext>
            </a:extLst>
          </p:cNvPr>
          <p:cNvPicPr>
            <a:picLocks noGrp="1" noChangeAspect="1"/>
          </p:cNvPicPr>
          <p:nvPr>
            <p:ph idx="1"/>
          </p:nvPr>
        </p:nvPicPr>
        <p:blipFill>
          <a:blip r:embed="Rf78bfa3345ce403b"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F8A131D-BC94-E10A-F12D-4AB2FE13DC4D}"/>
              </a:ext>
            </a:extLst>
          </p:cNvPr>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329F5E3-145B-DF70-BA64-4BC4AB4E1CC1}"/>
              </a:ext>
            </a:extLst>
          </p:cNvPr>
          <p:cNvPicPr>
            <a:picLocks noChangeAspect="1"/>
          </p:cNvPicPr>
          <p:nvPr/>
        </p:nvPicPr>
        <p:blipFill>
          <a:blip r:embed="Re5dd54597ee84d3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D24342F-0A2F-9BBB-AC4B-DDBEBF48EBF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45EB428-C044-6504-8347-01A6975F048F}"/>
              </a:ext>
            </a:extLst>
          </p:cNvPr>
          <p:cNvSpPr>
            <a:spLocks noChangeArrowheads="1"/>
          </p:cNvSpPr>
          <p:nvPr/>
        </p:nvSpPr>
        <p:spPr bwMode="auto">
          <a:xfrm>
            <a:off x="467543" y="329420"/>
            <a:ext cx="8081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50CB395E-9A08-DDD9-4DFC-7BD69CBFCCAF}"/>
              </a:ext>
            </a:extLst>
          </p:cNvPr>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a:extLst>
              <a:ext uri="{FF2B5EF4-FFF2-40B4-BE49-F238E27FC236}">
                <a16:creationId xmlns:a16="http://schemas.microsoft.com/office/drawing/2014/main" id="{EC3C1467-E6F7-3B37-DE84-EFE82F358CE8}"/>
              </a:ext>
            </a:extLst>
          </p:cNvPr>
          <p:cNvSpPr/>
          <p:nvPr/>
        </p:nvSpPr>
        <p:spPr>
          <a:xfrm>
            <a:off x="539552" y="1107776"/>
            <a:ext cx="8129658" cy="3231654"/>
          </a:xfrm>
          <a:prstGeom prst="rect">
            <a:avLst/>
          </a:prstGeom>
        </p:spPr>
        <p:txBody>
          <a:bodyPr wrap="square">
            <a:spAutoFit/>
          </a:bodyPr>
          <a:lstStyle/>
          <a:p>
            <a:pPr fontAlgn="base"/>
            <a:endParaRPr lang="en-US"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Starting from the root, all the nodes at a particular level are visited first, and then the nodes of the next level are traversed till all the nodes are visited.</a:t>
            </a:r>
          </a:p>
          <a:p>
            <a:pPr marL="342900" indent="-342900" fontAlgn="base">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8B33A121-0813-B229-32AC-F6A427AC6716}"/>
              </a:ext>
            </a:extLst>
          </p:cNvPr>
          <p:cNvPicPr>
            <a:picLocks noChangeAspect="1" noChangeArrowheads="1"/>
          </p:cNvPicPr>
          <p:nvPr/>
        </p:nvPicPr>
        <p:blipFill>
          <a:blip r:embed="Rfaacc7f9158b446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CCC90D57-EE2A-5D0F-A51D-F3EF9F4F980B}"/>
              </a:ext>
            </a:extLst>
          </p:cNvPr>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a:extLst>
              <a:ext uri="{FF2B5EF4-FFF2-40B4-BE49-F238E27FC236}">
                <a16:creationId xmlns:a16="http://schemas.microsoft.com/office/drawing/2014/main" id="{396F3F43-8561-7284-30C9-BEDA6070AA78}"/>
              </a:ext>
            </a:extLst>
          </p:cNvPr>
          <p:cNvPicPr>
            <a:picLocks noChangeAspect="1"/>
          </p:cNvPicPr>
          <p:nvPr/>
        </p:nvPicPr>
        <p:blipFill>
          <a:blip r:embed="Rc9bd2848794643fc"/>
          <a:stretch>
            <a:fillRect/>
          </a:stretch>
        </p:blipFill>
        <p:spPr>
          <a:xfrm>
            <a:off x="1619672" y="3442692"/>
            <a:ext cx="6797204" cy="3008380"/>
          </a:xfrm>
          <a:prstGeom prst="rect">
            <a:avLst/>
          </a:prstGeom>
        </p:spPr>
      </p:pic>
    </p:spTree>
    <p:extLst>
      <p:ext uri="{BB962C8B-B14F-4D97-AF65-F5344CB8AC3E}">
        <p14:creationId xmlns:p14="http://schemas.microsoft.com/office/powerpoint/2010/main" val="701920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08a9b863258c43f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bbaccd03e2c40a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95535" y="329420"/>
            <a:ext cx="8153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1569660"/>
          </a:xfrm>
          <a:prstGeom prst="rect">
            <a:avLst/>
          </a:prstGeom>
        </p:spPr>
        <p:txBody>
          <a:bodyPr wrap="square">
            <a:spAutoFit/>
          </a:bodyPr>
          <a:lstStyle/>
          <a:p>
            <a:pPr fontAlgn="base"/>
            <a:endParaRPr lang="en-US" sz="2400" dirty="0"/>
          </a:p>
          <a:p>
            <a:pPr fontAlgn="base"/>
            <a:endParaRPr lang="en-US" sz="2400" dirty="0"/>
          </a:p>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dirty="0"/>
          </a:p>
        </p:txBody>
      </p:sp>
      <p:pic>
        <p:nvPicPr>
          <p:cNvPr id="1026" name="Picture 2" descr="Ezoic"/>
          <p:cNvPicPr>
            <a:picLocks noChangeAspect="1" noChangeArrowheads="1"/>
          </p:cNvPicPr>
          <p:nvPr/>
        </p:nvPicPr>
        <p:blipFill>
          <a:blip r:embed="Rb9d70a0f6fc6491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p:cNvPicPr>
            <a:picLocks noChangeAspect="1"/>
          </p:cNvPicPr>
          <p:nvPr/>
        </p:nvPicPr>
        <p:blipFill>
          <a:blip r:embed="R23b47d5fef884177"/>
          <a:stretch>
            <a:fillRect/>
          </a:stretch>
        </p:blipFill>
        <p:spPr>
          <a:xfrm>
            <a:off x="474790" y="1702130"/>
            <a:ext cx="8280226" cy="3324534"/>
          </a:xfrm>
          <a:prstGeom prst="rect">
            <a:avLst/>
          </a:prstGeom>
        </p:spPr>
      </p:pic>
    </p:spTree>
    <p:extLst>
      <p:ext uri="{BB962C8B-B14F-4D97-AF65-F5344CB8AC3E}">
        <p14:creationId xmlns:p14="http://schemas.microsoft.com/office/powerpoint/2010/main" val="4212938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bb59466e86c4859"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89086aa40404d3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95535" y="329420"/>
            <a:ext cx="8153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1569660"/>
          </a:xfrm>
          <a:prstGeom prst="rect">
            <a:avLst/>
          </a:prstGeom>
        </p:spPr>
        <p:txBody>
          <a:bodyPr wrap="square">
            <a:spAutoFit/>
          </a:bodyPr>
          <a:lstStyle/>
          <a:p>
            <a:pPr fontAlgn="base"/>
            <a:endParaRPr lang="en-US" sz="2400" dirty="0"/>
          </a:p>
          <a:p>
            <a:pPr fontAlgn="base"/>
            <a:endParaRPr lang="en-US" sz="2400" dirty="0"/>
          </a:p>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dirty="0"/>
          </a:p>
        </p:txBody>
      </p:sp>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p:cNvPicPr>
            <a:picLocks noChangeAspect="1"/>
          </p:cNvPicPr>
          <p:nvPr/>
        </p:nvPicPr>
        <p:blipFill>
          <a:blip r:embed="R4f8f014192684802"/>
          <a:stretch>
            <a:fillRect/>
          </a:stretch>
        </p:blipFill>
        <p:spPr>
          <a:xfrm>
            <a:off x="463658" y="1724705"/>
            <a:ext cx="8241556" cy="3885874"/>
          </a:xfrm>
          <a:prstGeom prst="rect">
            <a:avLst/>
          </a:prstGeom>
        </p:spPr>
      </p:pic>
    </p:spTree>
    <p:extLst>
      <p:ext uri="{BB962C8B-B14F-4D97-AF65-F5344CB8AC3E}">
        <p14:creationId xmlns:p14="http://schemas.microsoft.com/office/powerpoint/2010/main" val="3800858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a189242f0be461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36073aca8d0490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23529" y="329420"/>
            <a:ext cx="82252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1569660"/>
          </a:xfrm>
          <a:prstGeom prst="rect">
            <a:avLst/>
          </a:prstGeom>
        </p:spPr>
        <p:txBody>
          <a:bodyPr wrap="square">
            <a:spAutoFit/>
          </a:bodyPr>
          <a:lstStyle/>
          <a:p>
            <a:pPr fontAlgn="base"/>
            <a:endParaRPr lang="en-US" sz="2400" dirty="0"/>
          </a:p>
          <a:p>
            <a:pPr fontAlgn="base"/>
            <a:endParaRPr lang="en-US" sz="2400" dirty="0"/>
          </a:p>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dirty="0"/>
          </a:p>
        </p:txBody>
      </p:sp>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p:cNvPicPr>
            <a:picLocks noChangeAspect="1"/>
          </p:cNvPicPr>
          <p:nvPr/>
        </p:nvPicPr>
        <p:blipFill>
          <a:blip r:embed="R41798744d9bf46b6"/>
          <a:stretch>
            <a:fillRect/>
          </a:stretch>
        </p:blipFill>
        <p:spPr>
          <a:xfrm>
            <a:off x="355077" y="1666628"/>
            <a:ext cx="8458150" cy="4013475"/>
          </a:xfrm>
          <a:prstGeom prst="rect">
            <a:avLst/>
          </a:prstGeom>
        </p:spPr>
      </p:pic>
    </p:spTree>
    <p:extLst>
      <p:ext uri="{BB962C8B-B14F-4D97-AF65-F5344CB8AC3E}">
        <p14:creationId xmlns:p14="http://schemas.microsoft.com/office/powerpoint/2010/main" val="41341173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836c2e98c424e0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5c3c94345ac1455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23529" y="329420"/>
            <a:ext cx="82252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830997"/>
          </a:xfrm>
          <a:prstGeom prst="rect">
            <a:avLst/>
          </a:prstGeom>
        </p:spPr>
        <p:txBody>
          <a:bodyPr wrap="square">
            <a:spAutoFit/>
          </a:bodyPr>
          <a:lstStyle/>
          <a:p>
            <a:pPr fontAlgn="base"/>
            <a:endParaRPr lang="en-US" sz="2400" dirty="0"/>
          </a:p>
          <a:p>
            <a:pPr fontAlgn="base"/>
            <a:endParaRPr lang="en-US" sz="2400" dirty="0"/>
          </a:p>
        </p:txBody>
      </p:sp>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p:cNvPicPr>
            <a:picLocks noChangeAspect="1"/>
          </p:cNvPicPr>
          <p:nvPr/>
        </p:nvPicPr>
        <p:blipFill>
          <a:blip r:embed="Rf704e8a3c9a84d2d"/>
          <a:stretch>
            <a:fillRect/>
          </a:stretch>
        </p:blipFill>
        <p:spPr>
          <a:xfrm>
            <a:off x="331836" y="1804725"/>
            <a:ext cx="8553400" cy="3988845"/>
          </a:xfrm>
          <a:prstGeom prst="rect">
            <a:avLst/>
          </a:prstGeom>
        </p:spPr>
      </p:pic>
    </p:spTree>
    <p:extLst>
      <p:ext uri="{BB962C8B-B14F-4D97-AF65-F5344CB8AC3E}">
        <p14:creationId xmlns:p14="http://schemas.microsoft.com/office/powerpoint/2010/main" val="10289811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ab6e5c3a81749c6"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8d2553674560488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395535" y="329420"/>
            <a:ext cx="8153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1569660"/>
          </a:xfrm>
          <a:prstGeom prst="rect">
            <a:avLst/>
          </a:prstGeom>
        </p:spPr>
        <p:txBody>
          <a:bodyPr wrap="square">
            <a:spAutoFit/>
          </a:bodyPr>
          <a:lstStyle/>
          <a:p>
            <a:pPr fontAlgn="base"/>
            <a:endParaRPr lang="en-US" sz="2400" dirty="0"/>
          </a:p>
          <a:p>
            <a:pPr fontAlgn="base"/>
            <a:endParaRPr lang="en-US" sz="2400" dirty="0"/>
          </a:p>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dirty="0"/>
          </a:p>
        </p:txBody>
      </p:sp>
      <p:pic>
        <p:nvPicPr>
          <p:cNvPr id="1026" name="Picture 2" descr="Ezoic"/>
          <p:cNvPicPr>
            <a:picLocks noChangeAspect="1" noChangeArrowheads="1"/>
          </p:cNvPicPr>
          <p:nvPr/>
        </p:nvPicPr>
        <p:blipFill>
          <a:blip r:embed="R598392488b1f412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8" name="Picture 7"/>
          <p:cNvPicPr>
            <a:picLocks noChangeAspect="1"/>
          </p:cNvPicPr>
          <p:nvPr/>
        </p:nvPicPr>
        <p:blipFill>
          <a:blip r:embed="Rc7461e30729c49c8"/>
          <a:stretch>
            <a:fillRect/>
          </a:stretch>
        </p:blipFill>
        <p:spPr>
          <a:xfrm>
            <a:off x="485517" y="1620593"/>
            <a:ext cx="8453388" cy="4537785"/>
          </a:xfrm>
          <a:prstGeom prst="rect">
            <a:avLst/>
          </a:prstGeom>
        </p:spPr>
      </p:pic>
    </p:spTree>
    <p:extLst>
      <p:ext uri="{BB962C8B-B14F-4D97-AF65-F5344CB8AC3E}">
        <p14:creationId xmlns:p14="http://schemas.microsoft.com/office/powerpoint/2010/main" val="12987619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66af13e83524907"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p:cNvCxnSpPr/>
          <p:nvPr/>
        </p:nvCxnSpPr>
        <p:spPr>
          <a:xfrm>
            <a:off x="1" y="123575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652675e6bf5419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539551" y="329420"/>
            <a:ext cx="80092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Example of BFS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dirty="0"/>
          </a:p>
          <a:p>
            <a:endParaRPr lang="en-IN" dirty="0"/>
          </a:p>
        </p:txBody>
      </p:sp>
      <p:sp>
        <p:nvSpPr>
          <p:cNvPr id="5" name="Rectangle 4"/>
          <p:cNvSpPr/>
          <p:nvPr/>
        </p:nvSpPr>
        <p:spPr>
          <a:xfrm>
            <a:off x="107504" y="1107776"/>
            <a:ext cx="8784976" cy="1569660"/>
          </a:xfrm>
          <a:prstGeom prst="rect">
            <a:avLst/>
          </a:prstGeom>
        </p:spPr>
        <p:txBody>
          <a:bodyPr wrap="square">
            <a:spAutoFit/>
          </a:bodyPr>
          <a:lstStyle/>
          <a:p>
            <a:pPr fontAlgn="base"/>
            <a:endParaRPr lang="en-US" sz="2400" dirty="0"/>
          </a:p>
          <a:p>
            <a:pPr fontAlgn="base"/>
            <a:endParaRPr lang="en-US" sz="2400" dirty="0"/>
          </a:p>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dirty="0"/>
          </a:p>
        </p:txBody>
      </p:sp>
      <p:sp>
        <p:nvSpPr>
          <p:cNvPr id="10" name="Rectangle 9"/>
          <p:cNvSpPr/>
          <p:nvPr/>
        </p:nvSpPr>
        <p:spPr>
          <a:xfrm>
            <a:off x="250357" y="3655590"/>
            <a:ext cx="8418853" cy="738664"/>
          </a:xfrm>
          <a:prstGeom prst="rect">
            <a:avLst/>
          </a:prstGeom>
        </p:spPr>
        <p:txBody>
          <a:bodyPr wrap="square">
            <a:spAutoFit/>
          </a:bodyPr>
          <a:lstStyle/>
          <a:p>
            <a:endParaRPr lang="en-US" sz="2400" b="1" dirty="0"/>
          </a:p>
          <a:p>
            <a:endParaRPr lang="en-IN" dirty="0"/>
          </a:p>
        </p:txBody>
      </p:sp>
      <p:pic>
        <p:nvPicPr>
          <p:cNvPr id="11" name="Picture 10"/>
          <p:cNvPicPr>
            <a:picLocks noChangeAspect="1"/>
          </p:cNvPicPr>
          <p:nvPr/>
        </p:nvPicPr>
        <p:blipFill>
          <a:blip r:embed="Rd632a8c3b7124d90"/>
          <a:stretch>
            <a:fillRect/>
          </a:stretch>
        </p:blipFill>
        <p:spPr>
          <a:xfrm>
            <a:off x="669205" y="1384407"/>
            <a:ext cx="8202750" cy="4801610"/>
          </a:xfrm>
          <a:prstGeom prst="rect">
            <a:avLst/>
          </a:prstGeom>
        </p:spPr>
      </p:pic>
    </p:spTree>
    <p:extLst>
      <p:ext uri="{BB962C8B-B14F-4D97-AF65-F5344CB8AC3E}">
        <p14:creationId xmlns:p14="http://schemas.microsoft.com/office/powerpoint/2010/main" val="23781443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a:extLst>
              <a:ext uri="{FF2B5EF4-FFF2-40B4-BE49-F238E27FC236}">
                <a16:creationId xmlns:a16="http://schemas.microsoft.com/office/drawing/2014/main" id="{EDDC7670-4613-13C9-8F8E-471A2782A884}"/>
              </a:ext>
            </a:extLst>
          </p:cNvPr>
          <p:cNvPicPr>
            <a:picLocks noChangeAspect="1"/>
          </p:cNvPicPr>
          <p:nvPr/>
        </p:nvPicPr>
        <p:blipFill>
          <a:blip r:embed="Ra87773e78efb44e4"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10242" name="Title 1"/>
          <p:cNvSpPr>
            <a:spLocks noGrp="1"/>
          </p:cNvSpPr>
          <p:nvPr>
            <p:ph type="title"/>
          </p:nvPr>
        </p:nvSpPr>
        <p:spPr>
          <a:xfrm>
            <a:off x="251520" y="25260"/>
            <a:ext cx="8568952" cy="857250"/>
          </a:xfrm>
        </p:spPr>
        <p:txBody>
          <a:bodyPr>
            <a:normAutofit fontScale="90000"/>
          </a:bodyPr>
          <a:lstStyle/>
          <a:p>
            <a:r>
              <a:rPr lang="en-CA" altLang="en-US" sz="32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rPr>
              <a:t>Implementing BFS traversal in Graph</a:t>
            </a:r>
          </a:p>
        </p:txBody>
      </p:sp>
      <p:sp>
        <p:nvSpPr>
          <p:cNvPr id="10243" name="Content Placeholder 2"/>
          <p:cNvSpPr>
            <a:spLocks noGrp="1"/>
          </p:cNvSpPr>
          <p:nvPr>
            <p:ph idx="1"/>
          </p:nvPr>
        </p:nvSpPr>
        <p:spPr/>
        <p:txBody>
          <a:bodyPr>
            <a:normAutofit/>
          </a:bodyPr>
          <a:lstStyle/>
          <a:p>
            <a:pPr>
              <a:buFont typeface="Arial" charset="0"/>
              <a:buNone/>
            </a:pPr>
            <a:r>
              <a:rPr lang="en-CA" altLang="en-US" sz="1800" dirty="0">
                <a:latin typeface="Arial" charset="0"/>
                <a:cs typeface="Arial" charset="0"/>
              </a:rPr>
              <a:t>	</a:t>
            </a:r>
          </a:p>
        </p:txBody>
      </p:sp>
      <p:cxnSp>
        <p:nvCxnSpPr>
          <p:cNvPr id="5" name="Straight Connector 4">
            <a:extLst>
              <a:ext uri="{FF2B5EF4-FFF2-40B4-BE49-F238E27FC236}">
                <a16:creationId xmlns:a16="http://schemas.microsoft.com/office/drawing/2014/main" id="{6550C769-3FF2-465E-2CF3-1703CA2E5E23}"/>
              </a:ext>
            </a:extLst>
          </p:cNvPr>
          <p:cNvCxnSpPr/>
          <p:nvPr/>
        </p:nvCxnSpPr>
        <p:spPr>
          <a:xfrm flipV="1">
            <a:off x="0" y="868530"/>
            <a:ext cx="9144000" cy="2796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B7A1180-1697-901D-882B-382076FF1CCE}"/>
              </a:ext>
            </a:extLst>
          </p:cNvPr>
          <p:cNvPicPr>
            <a:picLocks noChangeAspect="1"/>
          </p:cNvPicPr>
          <p:nvPr/>
        </p:nvPicPr>
        <p:blipFill>
          <a:blip r:embed="R781f3426075d463c" cstate="print">
            <a:extLst>
              <a:ext uri="{28A0092B-C50C-407E-A947-70E740481C1C}">
                <a14:useLocalDpi xmlns:a14="http://schemas.microsoft.com/office/drawing/2010/main" val="0"/>
              </a:ext>
            </a:extLst>
          </a:blip>
          <a:stretch>
            <a:fillRect/>
          </a:stretch>
        </p:blipFill>
        <p:spPr>
          <a:xfrm>
            <a:off x="251520" y="6381328"/>
            <a:ext cx="1808820" cy="260018"/>
          </a:xfrm>
          <a:prstGeom prst="rect">
            <a:avLst/>
          </a:prstGeom>
        </p:spPr>
      </p:pic>
      <p:sp>
        <p:nvSpPr>
          <p:cNvPr id="2" name="Rectangle 1"/>
          <p:cNvSpPr/>
          <p:nvPr/>
        </p:nvSpPr>
        <p:spPr>
          <a:xfrm>
            <a:off x="385293" y="1063660"/>
            <a:ext cx="7981460" cy="733981"/>
          </a:xfrm>
          <a:prstGeom prst="rect">
            <a:avLst/>
          </a:prstGeom>
          <a:solidFill>
            <a:srgbClr val="FFC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b="1" dirty="0">
                <a:solidFill>
                  <a:schemeClr val="tx1"/>
                </a:solidFill>
              </a:rPr>
              <a:t>BFS Traversal (PYTHON)</a:t>
            </a:r>
            <a:endParaRPr lang="en-IN" sz="2400" b="1" dirty="0">
              <a:solidFill>
                <a:schemeClr val="tx1"/>
              </a:solidFill>
            </a:endParaRPr>
          </a:p>
        </p:txBody>
      </p:sp>
      <p:sp>
        <p:nvSpPr>
          <p:cNvPr id="3" name="Rectangle 2"/>
          <p:cNvSpPr/>
          <p:nvPr/>
        </p:nvSpPr>
        <p:spPr>
          <a:xfrm>
            <a:off x="400601" y="1675043"/>
            <a:ext cx="7984641" cy="4130221"/>
          </a:xfrm>
          <a:prstGeom prst="rect">
            <a:avLst/>
          </a:prstGeom>
          <a:solidFill>
            <a:schemeClr val="accent6">
              <a:lumMod val="40000"/>
              <a:lumOff val="60000"/>
            </a:schemeClr>
          </a:solidFill>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from collections import deque</a:t>
            </a:r>
          </a:p>
          <a:p>
            <a:endParaRPr lang="en-US" sz="2000" dirty="0"/>
          </a:p>
          <a:p>
            <a:r>
              <a:rPr lang="en-US" sz="2000" dirty="0"/>
              <a:t>def </a:t>
            </a:r>
            <a:r>
              <a:rPr lang="en-US" sz="2000" dirty="0" err="1"/>
              <a:t>bfs</a:t>
            </a:r>
            <a:r>
              <a:rPr lang="en-US" sz="2000" dirty="0"/>
              <a:t>(graph, start):</a:t>
            </a:r>
          </a:p>
          <a:p>
            <a:r>
              <a:rPr lang="en-US" sz="2000" dirty="0"/>
              <a:t>    visited = set()          # to keep track of visited nodes</a:t>
            </a:r>
          </a:p>
          <a:p>
            <a:r>
              <a:rPr lang="en-US" sz="2000" dirty="0"/>
              <a:t>    queue = deque()          # queue for BFS</a:t>
            </a:r>
          </a:p>
          <a:p>
            <a:endParaRPr lang="en-US" sz="2000" dirty="0"/>
          </a:p>
          <a:p>
            <a:r>
              <a:rPr lang="en-US" sz="2000" dirty="0"/>
              <a:t>    </a:t>
            </a:r>
            <a:r>
              <a:rPr lang="en-US" sz="2000" dirty="0" err="1"/>
              <a:t>visited.add</a:t>
            </a:r>
            <a:r>
              <a:rPr lang="en-US" sz="2000" dirty="0"/>
              <a:t>(start)</a:t>
            </a:r>
          </a:p>
          <a:p>
            <a:r>
              <a:rPr lang="en-US" sz="2000" dirty="0"/>
              <a:t>    </a:t>
            </a:r>
            <a:r>
              <a:rPr lang="en-US" sz="2000" dirty="0" err="1"/>
              <a:t>queue.append</a:t>
            </a:r>
            <a:r>
              <a:rPr lang="en-US" sz="2000" dirty="0"/>
              <a:t>(start)</a:t>
            </a:r>
          </a:p>
          <a:p>
            <a:endParaRPr lang="en-US" sz="2000" dirty="0"/>
          </a:p>
          <a:p>
            <a:r>
              <a:rPr lang="en-US" sz="2000" dirty="0"/>
              <a:t>    print("BFS Traversal:", end=" ")</a:t>
            </a:r>
          </a:p>
          <a:p>
            <a:endParaRPr lang="en-US" sz="2000" dirty="0"/>
          </a:p>
        </p:txBody>
      </p:sp>
      <p:sp>
        <p:nvSpPr>
          <p:cNvPr id="4" name="Rectangle 3"/>
          <p:cNvSpPr/>
          <p:nvPr/>
        </p:nvSpPr>
        <p:spPr>
          <a:xfrm>
            <a:off x="2329400" y="6366497"/>
            <a:ext cx="184731" cy="923330"/>
          </a:xfrm>
          <a:prstGeom prst="rect">
            <a:avLst/>
          </a:prstGeom>
        </p:spPr>
        <p:txBody>
          <a:bodyPr wrap="none">
            <a:spAutoFit/>
          </a:bodyPr>
          <a:lstStyle/>
          <a:p>
            <a:endParaRPr lang="en-IN" dirty="0"/>
          </a:p>
          <a:p>
            <a:endParaRPr lang="en-IN" dirty="0"/>
          </a:p>
          <a:p>
            <a:endParaRPr lang="en-IN" dirty="0"/>
          </a:p>
        </p:txBody>
      </p:sp>
    </p:spTree>
    <p:extLst>
      <p:ext uri="{BB962C8B-B14F-4D97-AF65-F5344CB8AC3E}">
        <p14:creationId xmlns:p14="http://schemas.microsoft.com/office/powerpoint/2010/main" val="15428018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F8B88-9B51-283A-4F55-41AA13EAD6CA}"/>
            </a:ext>
          </a:extLst>
        </p:cNvPr>
        <p:cNvGrpSpPr/>
        <p:nvPr/>
      </p:nvGrpSpPr>
      <p:grpSpPr>
        <a:xfrm>
          <a:off x="0" y="0"/>
          <a:ext cx="0" cy="0"/>
          <a:chOff x="0" y="0"/>
          <a:chExt cx="0" cy="0"/>
        </a:xfrm>
      </p:grpSpPr>
      <p:pic>
        <p:nvPicPr>
          <p:cNvPr id="7" name="Content Placeholder 3">
            <a:extLst>
              <a:ext uri="{FF2B5EF4-FFF2-40B4-BE49-F238E27FC236}">
                <a16:creationId xmlns:a16="http://schemas.microsoft.com/office/drawing/2014/main" id="{4732B4CC-E5AC-B5CE-CE6C-B8718662874C}"/>
              </a:ext>
            </a:extLst>
          </p:cNvPr>
          <p:cNvPicPr>
            <a:picLocks noChangeAspect="1"/>
          </p:cNvPicPr>
          <p:nvPr/>
        </p:nvPicPr>
        <p:blipFill>
          <a:blip r:embed="Rfd41449a11684c55"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10242" name="Title 1">
            <a:extLst>
              <a:ext uri="{FF2B5EF4-FFF2-40B4-BE49-F238E27FC236}">
                <a16:creationId xmlns:a16="http://schemas.microsoft.com/office/drawing/2014/main" id="{BE9B90BD-2C99-26B3-9DA8-5AA6ABDF2631}"/>
              </a:ext>
            </a:extLst>
          </p:cNvPr>
          <p:cNvSpPr>
            <a:spLocks noGrp="1"/>
          </p:cNvSpPr>
          <p:nvPr>
            <p:ph type="title"/>
          </p:nvPr>
        </p:nvSpPr>
        <p:spPr>
          <a:xfrm>
            <a:off x="251520" y="25260"/>
            <a:ext cx="8568952" cy="857250"/>
          </a:xfrm>
        </p:spPr>
        <p:txBody>
          <a:bodyPr>
            <a:normAutofit fontScale="90000"/>
          </a:bodyPr>
          <a:lstStyle/>
          <a:p>
            <a:r>
              <a:rPr lang="en-CA" altLang="en-US" sz="32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rPr>
              <a:t>Implementing BFS traversal in Graph</a:t>
            </a:r>
          </a:p>
        </p:txBody>
      </p:sp>
      <p:sp>
        <p:nvSpPr>
          <p:cNvPr id="10243" name="Content Placeholder 2">
            <a:extLst>
              <a:ext uri="{FF2B5EF4-FFF2-40B4-BE49-F238E27FC236}">
                <a16:creationId xmlns:a16="http://schemas.microsoft.com/office/drawing/2014/main" id="{A13F13B5-2BF1-A888-9AF9-171F429B70FC}"/>
              </a:ext>
            </a:extLst>
          </p:cNvPr>
          <p:cNvSpPr>
            <a:spLocks noGrp="1"/>
          </p:cNvSpPr>
          <p:nvPr>
            <p:ph idx="1"/>
          </p:nvPr>
        </p:nvSpPr>
        <p:spPr/>
        <p:txBody>
          <a:bodyPr>
            <a:normAutofit/>
          </a:bodyPr>
          <a:lstStyle/>
          <a:p>
            <a:pPr>
              <a:buFont typeface="Arial" charset="0"/>
              <a:buNone/>
            </a:pPr>
            <a:r>
              <a:rPr lang="en-CA" altLang="en-US" sz="1800" dirty="0">
                <a:latin typeface="Arial" charset="0"/>
                <a:cs typeface="Arial" charset="0"/>
              </a:rPr>
              <a:t>	</a:t>
            </a:r>
          </a:p>
        </p:txBody>
      </p:sp>
      <p:cxnSp>
        <p:nvCxnSpPr>
          <p:cNvPr id="5" name="Straight Connector 4">
            <a:extLst>
              <a:ext uri="{FF2B5EF4-FFF2-40B4-BE49-F238E27FC236}">
                <a16:creationId xmlns:a16="http://schemas.microsoft.com/office/drawing/2014/main" id="{9D8BED1B-4A85-8028-19B7-2D4B083BE775}"/>
              </a:ext>
            </a:extLst>
          </p:cNvPr>
          <p:cNvCxnSpPr/>
          <p:nvPr/>
        </p:nvCxnSpPr>
        <p:spPr>
          <a:xfrm flipV="1">
            <a:off x="0" y="868530"/>
            <a:ext cx="9144000" cy="2796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00A5000-69F2-96AC-0889-528C47697335}"/>
              </a:ext>
            </a:extLst>
          </p:cNvPr>
          <p:cNvPicPr>
            <a:picLocks noChangeAspect="1"/>
          </p:cNvPicPr>
          <p:nvPr/>
        </p:nvPicPr>
        <p:blipFill>
          <a:blip r:embed="Rdd97f3e806bb409b" cstate="print">
            <a:extLst>
              <a:ext uri="{28A0092B-C50C-407E-A947-70E740481C1C}">
                <a14:useLocalDpi xmlns:a14="http://schemas.microsoft.com/office/drawing/2010/main" val="0"/>
              </a:ext>
            </a:extLst>
          </a:blip>
          <a:stretch>
            <a:fillRect/>
          </a:stretch>
        </p:blipFill>
        <p:spPr>
          <a:xfrm>
            <a:off x="251520" y="6381328"/>
            <a:ext cx="1808820" cy="260018"/>
          </a:xfrm>
          <a:prstGeom prst="rect">
            <a:avLst/>
          </a:prstGeom>
        </p:spPr>
      </p:pic>
      <p:sp>
        <p:nvSpPr>
          <p:cNvPr id="2" name="Rectangle 1">
            <a:extLst>
              <a:ext uri="{FF2B5EF4-FFF2-40B4-BE49-F238E27FC236}">
                <a16:creationId xmlns:a16="http://schemas.microsoft.com/office/drawing/2014/main" id="{7775694E-B36D-860D-7E8F-2DA5F01C9C70}"/>
              </a:ext>
            </a:extLst>
          </p:cNvPr>
          <p:cNvSpPr/>
          <p:nvPr/>
        </p:nvSpPr>
        <p:spPr>
          <a:xfrm>
            <a:off x="385293" y="1063660"/>
            <a:ext cx="7981460" cy="733981"/>
          </a:xfrm>
          <a:prstGeom prst="rect">
            <a:avLst/>
          </a:prstGeom>
          <a:solidFill>
            <a:srgbClr val="FFC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b="1" dirty="0">
                <a:solidFill>
                  <a:schemeClr val="tx1"/>
                </a:solidFill>
              </a:rPr>
              <a:t>BFS Traversal (PYTHON)</a:t>
            </a:r>
            <a:endParaRPr lang="en-IN" sz="2400" b="1" dirty="0">
              <a:solidFill>
                <a:schemeClr val="tx1"/>
              </a:solidFill>
            </a:endParaRPr>
          </a:p>
        </p:txBody>
      </p:sp>
      <p:sp>
        <p:nvSpPr>
          <p:cNvPr id="3" name="Rectangle 2">
            <a:extLst>
              <a:ext uri="{FF2B5EF4-FFF2-40B4-BE49-F238E27FC236}">
                <a16:creationId xmlns:a16="http://schemas.microsoft.com/office/drawing/2014/main" id="{95EEFD2F-F751-5ACC-31E9-D2F2076A522B}"/>
              </a:ext>
            </a:extLst>
          </p:cNvPr>
          <p:cNvSpPr/>
          <p:nvPr/>
        </p:nvSpPr>
        <p:spPr>
          <a:xfrm>
            <a:off x="400601" y="1675043"/>
            <a:ext cx="7984641" cy="4130221"/>
          </a:xfrm>
          <a:prstGeom prst="rect">
            <a:avLst/>
          </a:prstGeom>
          <a:solidFill>
            <a:schemeClr val="accent6">
              <a:lumMod val="40000"/>
              <a:lumOff val="60000"/>
            </a:schemeClr>
          </a:solidFill>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 while queue:</a:t>
            </a:r>
          </a:p>
          <a:p>
            <a:r>
              <a:rPr lang="en-US" sz="2000" dirty="0"/>
              <a:t>        node = </a:t>
            </a:r>
            <a:r>
              <a:rPr lang="en-US" sz="2000" dirty="0" err="1"/>
              <a:t>queue.popleft</a:t>
            </a:r>
            <a:r>
              <a:rPr lang="en-US" sz="2000" dirty="0"/>
              <a:t>()     # dequeue</a:t>
            </a:r>
          </a:p>
          <a:p>
            <a:r>
              <a:rPr lang="en-US" sz="2000" dirty="0"/>
              <a:t>        print(node, end=" ")</a:t>
            </a:r>
          </a:p>
          <a:p>
            <a:endParaRPr lang="en-US" sz="2000" dirty="0"/>
          </a:p>
          <a:p>
            <a:r>
              <a:rPr lang="en-US" sz="2000" dirty="0"/>
              <a:t>        for neighbor in graph[node]:</a:t>
            </a:r>
          </a:p>
          <a:p>
            <a:r>
              <a:rPr lang="en-US" sz="2000" dirty="0"/>
              <a:t>            if neighbor not in visited:</a:t>
            </a:r>
          </a:p>
          <a:p>
            <a:r>
              <a:rPr lang="en-US" sz="2000" dirty="0"/>
              <a:t>                </a:t>
            </a:r>
            <a:r>
              <a:rPr lang="en-US" sz="2000" dirty="0" err="1"/>
              <a:t>visited.add</a:t>
            </a:r>
            <a:r>
              <a:rPr lang="en-US" sz="2000" dirty="0"/>
              <a:t>(neighbor)</a:t>
            </a:r>
          </a:p>
          <a:p>
            <a:r>
              <a:rPr lang="en-US" sz="2000" dirty="0"/>
              <a:t>                </a:t>
            </a:r>
            <a:r>
              <a:rPr lang="en-US" sz="2000" dirty="0" err="1"/>
              <a:t>queue.append</a:t>
            </a:r>
            <a:r>
              <a:rPr lang="en-US" sz="2000" dirty="0"/>
              <a:t>(neighbor)</a:t>
            </a:r>
          </a:p>
          <a:p>
            <a:endParaRPr lang="en-US" sz="2000" dirty="0"/>
          </a:p>
        </p:txBody>
      </p:sp>
      <p:sp>
        <p:nvSpPr>
          <p:cNvPr id="4" name="Rectangle 3">
            <a:extLst>
              <a:ext uri="{FF2B5EF4-FFF2-40B4-BE49-F238E27FC236}">
                <a16:creationId xmlns:a16="http://schemas.microsoft.com/office/drawing/2014/main" id="{AD42095D-F64E-C1B4-2E33-91E8832A7372}"/>
              </a:ext>
            </a:extLst>
          </p:cNvPr>
          <p:cNvSpPr/>
          <p:nvPr/>
        </p:nvSpPr>
        <p:spPr>
          <a:xfrm>
            <a:off x="2329400" y="6366497"/>
            <a:ext cx="184731" cy="923330"/>
          </a:xfrm>
          <a:prstGeom prst="rect">
            <a:avLst/>
          </a:prstGeom>
        </p:spPr>
        <p:txBody>
          <a:bodyPr wrap="none">
            <a:spAutoFit/>
          </a:bodyPr>
          <a:lstStyle/>
          <a:p>
            <a:endParaRPr lang="en-IN" dirty="0"/>
          </a:p>
          <a:p>
            <a:endParaRPr lang="en-IN" dirty="0"/>
          </a:p>
          <a:p>
            <a:endParaRPr lang="en-IN" dirty="0"/>
          </a:p>
        </p:txBody>
      </p:sp>
    </p:spTree>
    <p:extLst>
      <p:ext uri="{BB962C8B-B14F-4D97-AF65-F5344CB8AC3E}">
        <p14:creationId xmlns:p14="http://schemas.microsoft.com/office/powerpoint/2010/main" val="41887249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7218-4A91-3A12-13D2-DB0BC37C9407}"/>
            </a:ext>
          </a:extLst>
        </p:cNvPr>
        <p:cNvGrpSpPr/>
        <p:nvPr/>
      </p:nvGrpSpPr>
      <p:grpSpPr>
        <a:xfrm>
          <a:off x="0" y="0"/>
          <a:ext cx="0" cy="0"/>
          <a:chOff x="0" y="0"/>
          <a:chExt cx="0" cy="0"/>
        </a:xfrm>
      </p:grpSpPr>
      <p:pic>
        <p:nvPicPr>
          <p:cNvPr id="7" name="Content Placeholder 3">
            <a:extLst>
              <a:ext uri="{FF2B5EF4-FFF2-40B4-BE49-F238E27FC236}">
                <a16:creationId xmlns:a16="http://schemas.microsoft.com/office/drawing/2014/main" id="{1387FDF4-9AFC-A78A-5EEF-821D09EA8BFA}"/>
              </a:ext>
            </a:extLst>
          </p:cNvPr>
          <p:cNvPicPr>
            <a:picLocks noChangeAspect="1"/>
          </p:cNvPicPr>
          <p:nvPr/>
        </p:nvPicPr>
        <p:blipFill>
          <a:blip r:embed="Rbb8f8db4d7c74775"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10242" name="Title 1">
            <a:extLst>
              <a:ext uri="{FF2B5EF4-FFF2-40B4-BE49-F238E27FC236}">
                <a16:creationId xmlns:a16="http://schemas.microsoft.com/office/drawing/2014/main" id="{0AE96BEB-4153-3E76-A1D1-BCB3F08B6576}"/>
              </a:ext>
            </a:extLst>
          </p:cNvPr>
          <p:cNvSpPr>
            <a:spLocks noGrp="1"/>
          </p:cNvSpPr>
          <p:nvPr>
            <p:ph type="title"/>
          </p:nvPr>
        </p:nvSpPr>
        <p:spPr>
          <a:xfrm>
            <a:off x="251520" y="25260"/>
            <a:ext cx="8568952" cy="857250"/>
          </a:xfrm>
        </p:spPr>
        <p:txBody>
          <a:bodyPr>
            <a:normAutofit fontScale="90000"/>
          </a:bodyPr>
          <a:lstStyle/>
          <a:p>
            <a:r>
              <a:rPr lang="en-CA" altLang="en-US" sz="32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rPr>
              <a:t>Implementing BFS traversal in Graph</a:t>
            </a:r>
          </a:p>
        </p:txBody>
      </p:sp>
      <p:sp>
        <p:nvSpPr>
          <p:cNvPr id="10243" name="Content Placeholder 2">
            <a:extLst>
              <a:ext uri="{FF2B5EF4-FFF2-40B4-BE49-F238E27FC236}">
                <a16:creationId xmlns:a16="http://schemas.microsoft.com/office/drawing/2014/main" id="{CF4BE9DF-D932-148C-864A-7E1BC938D8E3}"/>
              </a:ext>
            </a:extLst>
          </p:cNvPr>
          <p:cNvSpPr>
            <a:spLocks noGrp="1"/>
          </p:cNvSpPr>
          <p:nvPr>
            <p:ph idx="1"/>
          </p:nvPr>
        </p:nvSpPr>
        <p:spPr/>
        <p:txBody>
          <a:bodyPr>
            <a:normAutofit/>
          </a:bodyPr>
          <a:lstStyle/>
          <a:p>
            <a:pPr>
              <a:buFont typeface="Arial" charset="0"/>
              <a:buNone/>
            </a:pPr>
            <a:r>
              <a:rPr lang="en-CA" altLang="en-US" sz="1800" dirty="0">
                <a:latin typeface="Arial" charset="0"/>
                <a:cs typeface="Arial" charset="0"/>
              </a:rPr>
              <a:t>	</a:t>
            </a:r>
          </a:p>
        </p:txBody>
      </p:sp>
      <p:cxnSp>
        <p:nvCxnSpPr>
          <p:cNvPr id="5" name="Straight Connector 4">
            <a:extLst>
              <a:ext uri="{FF2B5EF4-FFF2-40B4-BE49-F238E27FC236}">
                <a16:creationId xmlns:a16="http://schemas.microsoft.com/office/drawing/2014/main" id="{0A0C9A0C-5D2D-22B6-13CD-D645A320B00B}"/>
              </a:ext>
            </a:extLst>
          </p:cNvPr>
          <p:cNvCxnSpPr/>
          <p:nvPr/>
        </p:nvCxnSpPr>
        <p:spPr>
          <a:xfrm flipV="1">
            <a:off x="0" y="868530"/>
            <a:ext cx="9144000" cy="2796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C9A7FA0-37E2-2250-71B1-A21683532633}"/>
              </a:ext>
            </a:extLst>
          </p:cNvPr>
          <p:cNvPicPr>
            <a:picLocks noChangeAspect="1"/>
          </p:cNvPicPr>
          <p:nvPr/>
        </p:nvPicPr>
        <p:blipFill>
          <a:blip r:embed="Rce512be0e3f24530" cstate="print">
            <a:extLst>
              <a:ext uri="{28A0092B-C50C-407E-A947-70E740481C1C}">
                <a14:useLocalDpi xmlns:a14="http://schemas.microsoft.com/office/drawing/2010/main" val="0"/>
              </a:ext>
            </a:extLst>
          </a:blip>
          <a:stretch>
            <a:fillRect/>
          </a:stretch>
        </p:blipFill>
        <p:spPr>
          <a:xfrm>
            <a:off x="251520" y="6381328"/>
            <a:ext cx="1808820" cy="260018"/>
          </a:xfrm>
          <a:prstGeom prst="rect">
            <a:avLst/>
          </a:prstGeom>
        </p:spPr>
      </p:pic>
      <p:sp>
        <p:nvSpPr>
          <p:cNvPr id="2" name="Rectangle 1">
            <a:extLst>
              <a:ext uri="{FF2B5EF4-FFF2-40B4-BE49-F238E27FC236}">
                <a16:creationId xmlns:a16="http://schemas.microsoft.com/office/drawing/2014/main" id="{A0C444F3-7FFE-565A-E524-BC20FC3D7924}"/>
              </a:ext>
            </a:extLst>
          </p:cNvPr>
          <p:cNvSpPr/>
          <p:nvPr/>
        </p:nvSpPr>
        <p:spPr>
          <a:xfrm>
            <a:off x="385293" y="1063660"/>
            <a:ext cx="7981460" cy="733981"/>
          </a:xfrm>
          <a:prstGeom prst="rect">
            <a:avLst/>
          </a:prstGeom>
          <a:solidFill>
            <a:srgbClr val="FFC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b="1" dirty="0">
                <a:solidFill>
                  <a:schemeClr val="tx1"/>
                </a:solidFill>
              </a:rPr>
              <a:t>BFS Traversal (PYTHON)</a:t>
            </a:r>
            <a:endParaRPr lang="en-IN" sz="2400" b="1" dirty="0">
              <a:solidFill>
                <a:schemeClr val="tx1"/>
              </a:solidFill>
            </a:endParaRPr>
          </a:p>
        </p:txBody>
      </p:sp>
      <p:sp>
        <p:nvSpPr>
          <p:cNvPr id="3" name="Rectangle 2">
            <a:extLst>
              <a:ext uri="{FF2B5EF4-FFF2-40B4-BE49-F238E27FC236}">
                <a16:creationId xmlns:a16="http://schemas.microsoft.com/office/drawing/2014/main" id="{1C6BEF9A-6899-52D3-C438-10062A29D084}"/>
              </a:ext>
            </a:extLst>
          </p:cNvPr>
          <p:cNvSpPr/>
          <p:nvPr/>
        </p:nvSpPr>
        <p:spPr>
          <a:xfrm>
            <a:off x="400601" y="1675043"/>
            <a:ext cx="7984641" cy="4130221"/>
          </a:xfrm>
          <a:prstGeom prst="rect">
            <a:avLst/>
          </a:prstGeom>
          <a:solidFill>
            <a:schemeClr val="accent6">
              <a:lumMod val="40000"/>
              <a:lumOff val="60000"/>
            </a:schemeClr>
          </a:solidFill>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 Example graph (adjacency list)</a:t>
            </a:r>
          </a:p>
          <a:p>
            <a:r>
              <a:rPr lang="en-US" sz="2000" dirty="0"/>
              <a:t>graph = {</a:t>
            </a:r>
          </a:p>
          <a:p>
            <a:r>
              <a:rPr lang="en-US" sz="2000" dirty="0"/>
              <a:t>    'A': ['B', 'C'],</a:t>
            </a:r>
          </a:p>
          <a:p>
            <a:r>
              <a:rPr lang="en-US" sz="2000" dirty="0"/>
              <a:t>    'B': ['A', 'D', 'E'],</a:t>
            </a:r>
          </a:p>
          <a:p>
            <a:r>
              <a:rPr lang="en-US" sz="2000" dirty="0"/>
              <a:t>    'C': ['A', 'F'],</a:t>
            </a:r>
          </a:p>
          <a:p>
            <a:r>
              <a:rPr lang="en-US" sz="2000" dirty="0"/>
              <a:t>    'D': ['B'],</a:t>
            </a:r>
          </a:p>
          <a:p>
            <a:r>
              <a:rPr lang="en-US" sz="2000" dirty="0"/>
              <a:t>    'E': ['B', 'F'],</a:t>
            </a:r>
          </a:p>
          <a:p>
            <a:r>
              <a:rPr lang="en-US" sz="2000" dirty="0"/>
              <a:t>    'F': ['C', 'E']</a:t>
            </a:r>
          </a:p>
          <a:p>
            <a:r>
              <a:rPr lang="en-US" sz="2000" dirty="0"/>
              <a:t>}</a:t>
            </a:r>
          </a:p>
          <a:p>
            <a:endParaRPr lang="en-US" sz="2000" dirty="0"/>
          </a:p>
          <a:p>
            <a:r>
              <a:rPr lang="en-US" sz="2000" dirty="0"/>
              <a:t># Call BFS</a:t>
            </a:r>
          </a:p>
          <a:p>
            <a:r>
              <a:rPr lang="en-US" sz="2000" dirty="0" err="1"/>
              <a:t>bfs</a:t>
            </a:r>
            <a:r>
              <a:rPr lang="en-US" sz="2000" dirty="0"/>
              <a:t>(graph, 'A')</a:t>
            </a:r>
          </a:p>
        </p:txBody>
      </p:sp>
      <p:sp>
        <p:nvSpPr>
          <p:cNvPr id="4" name="Rectangle 3">
            <a:extLst>
              <a:ext uri="{FF2B5EF4-FFF2-40B4-BE49-F238E27FC236}">
                <a16:creationId xmlns:a16="http://schemas.microsoft.com/office/drawing/2014/main" id="{63444934-85DE-D963-7832-8F1D7C1535CF}"/>
              </a:ext>
            </a:extLst>
          </p:cNvPr>
          <p:cNvSpPr/>
          <p:nvPr/>
        </p:nvSpPr>
        <p:spPr>
          <a:xfrm>
            <a:off x="2329400" y="6366497"/>
            <a:ext cx="184731" cy="923330"/>
          </a:xfrm>
          <a:prstGeom prst="rect">
            <a:avLst/>
          </a:prstGeom>
        </p:spPr>
        <p:txBody>
          <a:bodyPr wrap="none">
            <a:spAutoFit/>
          </a:bodyPr>
          <a:lstStyle/>
          <a:p>
            <a:endParaRPr lang="en-IN" dirty="0"/>
          </a:p>
          <a:p>
            <a:endParaRPr lang="en-IN" dirty="0"/>
          </a:p>
          <a:p>
            <a:endParaRPr lang="en-IN" dirty="0"/>
          </a:p>
        </p:txBody>
      </p:sp>
    </p:spTree>
    <p:extLst>
      <p:ext uri="{BB962C8B-B14F-4D97-AF65-F5344CB8AC3E}">
        <p14:creationId xmlns:p14="http://schemas.microsoft.com/office/powerpoint/2010/main" val="15601572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8D60C-80F7-2430-9E52-57AC2EF8E1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562DBF-CD28-DCF3-D706-B05E26C08E74}"/>
              </a:ext>
            </a:extLst>
          </p:cNvPr>
          <p:cNvPicPr>
            <a:picLocks noGrp="1" noChangeAspect="1"/>
          </p:cNvPicPr>
          <p:nvPr>
            <p:ph idx="1"/>
          </p:nvPr>
        </p:nvPicPr>
        <p:blipFill>
          <a:blip r:embed="R59f7568daf78451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A8E884E-BF82-A5DC-EC61-221ACB47310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A487C52-81B5-3511-46F9-74DE51AE5FF7}"/>
              </a:ext>
            </a:extLst>
          </p:cNvPr>
          <p:cNvPicPr>
            <a:picLocks noChangeAspect="1"/>
          </p:cNvPicPr>
          <p:nvPr/>
        </p:nvPicPr>
        <p:blipFill>
          <a:blip r:embed="R3f195557b0ff402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16B0486-9E5D-CA65-D71C-2CF2335D513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7E729CE-D988-D882-0E22-9B77DF310035}"/>
              </a:ext>
            </a:extLst>
          </p:cNvPr>
          <p:cNvSpPr txBox="1"/>
          <p:nvPr/>
        </p:nvSpPr>
        <p:spPr>
          <a:xfrm>
            <a:off x="179512" y="1458149"/>
            <a:ext cx="8748463" cy="646331"/>
          </a:xfrm>
          <a:prstGeom prst="rect">
            <a:avLst/>
          </a:prstGeom>
          <a:noFill/>
        </p:spPr>
        <p:txBody>
          <a:bodyPr wrap="square" rtlCol="0">
            <a:spAutoFit/>
          </a:bodyPr>
          <a:lstStyle/>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b="1" dirty="0"/>
          </a:p>
        </p:txBody>
      </p:sp>
      <p:sp>
        <p:nvSpPr>
          <p:cNvPr id="10" name="Rectangle 1">
            <a:extLst>
              <a:ext uri="{FF2B5EF4-FFF2-40B4-BE49-F238E27FC236}">
                <a16:creationId xmlns:a16="http://schemas.microsoft.com/office/drawing/2014/main" id="{634DAF49-DC24-1791-F5D6-8F5B5809D0DF}"/>
              </a:ext>
            </a:extLst>
          </p:cNvPr>
          <p:cNvSpPr>
            <a:spLocks noChangeArrowheads="1"/>
          </p:cNvSpPr>
          <p:nvPr/>
        </p:nvSpPr>
        <p:spPr bwMode="auto">
          <a:xfrm>
            <a:off x="395536" y="177325"/>
            <a:ext cx="80334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QUICK CHECK</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EBCAB96D-0B47-8D5F-6E74-DE483F38C9AE}"/>
              </a:ext>
            </a:extLst>
          </p:cNvPr>
          <p:cNvSpPr txBox="1"/>
          <p:nvPr/>
        </p:nvSpPr>
        <p:spPr>
          <a:xfrm>
            <a:off x="36004" y="1131316"/>
            <a:ext cx="9071992" cy="1200329"/>
          </a:xfrm>
          <a:prstGeom prst="rect">
            <a:avLst/>
          </a:prstGeom>
          <a:noFill/>
        </p:spPr>
        <p:txBody>
          <a:bodyPr wrap="square" rtlCol="0">
            <a:spAutoFit/>
          </a:bodyPr>
          <a:lstStyle/>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b="1" dirty="0">
              <a:solidFill>
                <a:srgbClr val="FF0000"/>
              </a:solidFill>
            </a:endParaRPr>
          </a:p>
          <a:p>
            <a:pPr marL="342900" indent="-342900">
              <a:buFont typeface="Wingdings" panose="05000000000000000000" pitchFamily="2" charset="2"/>
              <a:buChar char="Ø"/>
            </a:pPr>
            <a:endParaRPr lang="en-IN" sz="2400" dirty="0"/>
          </a:p>
        </p:txBody>
      </p:sp>
      <p:sp>
        <p:nvSpPr>
          <p:cNvPr id="5" name="Rectangle 4">
            <a:extLst>
              <a:ext uri="{FF2B5EF4-FFF2-40B4-BE49-F238E27FC236}">
                <a16:creationId xmlns:a16="http://schemas.microsoft.com/office/drawing/2014/main" id="{DD5F1535-BEE7-30F0-817C-BD82A0D46DD5}"/>
              </a:ext>
            </a:extLst>
          </p:cNvPr>
          <p:cNvSpPr/>
          <p:nvPr/>
        </p:nvSpPr>
        <p:spPr>
          <a:xfrm>
            <a:off x="395537" y="1293834"/>
            <a:ext cx="8208912" cy="2241960"/>
          </a:xfrm>
          <a:prstGeom prst="rect">
            <a:avLst/>
          </a:prstGeom>
        </p:spPr>
        <p:txBody>
          <a:bodyPr wrap="square">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How many times is a node visited in BFS?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enqueued first: the start node or its neighbors?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operation removes a vertex from the queue?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State one application of BFS.</a:t>
            </a:r>
          </a:p>
        </p:txBody>
      </p:sp>
    </p:spTree>
    <p:extLst>
      <p:ext uri="{BB962C8B-B14F-4D97-AF65-F5344CB8AC3E}">
        <p14:creationId xmlns:p14="http://schemas.microsoft.com/office/powerpoint/2010/main" val="9793353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728b812468da41ad"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0fc24b68c8f4476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2" y="1458149"/>
            <a:ext cx="8748463" cy="646331"/>
          </a:xfrm>
          <a:prstGeom prst="rect">
            <a:avLst/>
          </a:prstGeom>
          <a:noFill/>
        </p:spPr>
        <p:txBody>
          <a:bodyPr wrap="square" rtlCol="0">
            <a:spAutoFit/>
          </a:bodyPr>
          <a:lstStyle/>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b="1" dirty="0"/>
          </a:p>
        </p:txBody>
      </p:sp>
      <p:sp>
        <p:nvSpPr>
          <p:cNvPr id="10"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177325"/>
            <a:ext cx="80334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BFS APPLICATIONS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6004" y="1131316"/>
            <a:ext cx="9071992" cy="1200329"/>
          </a:xfrm>
          <a:prstGeom prst="rect">
            <a:avLst/>
          </a:prstGeom>
          <a:noFill/>
        </p:spPr>
        <p:txBody>
          <a:bodyPr wrap="square" rtlCol="0">
            <a:spAutoFit/>
          </a:bodyPr>
          <a:lstStyle/>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b="1" dirty="0">
              <a:solidFill>
                <a:srgbClr val="FF0000"/>
              </a:solidFill>
            </a:endParaRPr>
          </a:p>
          <a:p>
            <a:pPr marL="342900" indent="-342900">
              <a:buFont typeface="Wingdings" panose="05000000000000000000" pitchFamily="2" charset="2"/>
              <a:buChar char="Ø"/>
            </a:pPr>
            <a:endParaRPr lang="en-IN" sz="2400" dirty="0"/>
          </a:p>
        </p:txBody>
      </p:sp>
      <p:sp>
        <p:nvSpPr>
          <p:cNvPr id="5" name="Rectangle 4"/>
          <p:cNvSpPr/>
          <p:nvPr/>
        </p:nvSpPr>
        <p:spPr>
          <a:xfrm>
            <a:off x="360295" y="1330264"/>
            <a:ext cx="8388169" cy="4708981"/>
          </a:xfrm>
          <a:prstGeom prst="rect">
            <a:avLst/>
          </a:prstGeom>
        </p:spPr>
        <p:txBody>
          <a:bodyPr wrap="square">
            <a:spAutoFit/>
          </a:bodyPr>
          <a:lstStyle/>
          <a:p>
            <a:pPr marL="268288" lvl="0" indent="-268288"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GPS and Map Navigation (Unweighted paths): </a:t>
            </a:r>
            <a:r>
              <a:rPr lang="en-US" altLang="en-US" sz="2400" dirty="0">
                <a:latin typeface="Times New Roman" panose="02020603050405020304" pitchFamily="18" charset="0"/>
                <a:cs typeface="Times New Roman" panose="02020603050405020304" pitchFamily="18" charset="0"/>
              </a:rPr>
              <a:t>Determines shortest routes when all edges have equal weight.</a:t>
            </a:r>
          </a:p>
          <a:p>
            <a:pPr marL="268288" lvl="0" indent="-268288"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Network Broadcasting: </a:t>
            </a:r>
            <a:r>
              <a:rPr lang="en-US" altLang="en-US" sz="2400" dirty="0">
                <a:latin typeface="Times New Roman" panose="02020603050405020304" pitchFamily="18" charset="0"/>
                <a:cs typeface="Times New Roman" panose="02020603050405020304" pitchFamily="18" charset="0"/>
              </a:rPr>
              <a:t>Used to send data to all nodes in minimum time steps.</a:t>
            </a:r>
          </a:p>
          <a:p>
            <a:pPr marL="268288" lvl="0" indent="-268288"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Social Network Analysis: </a:t>
            </a:r>
            <a:r>
              <a:rPr lang="en-US" altLang="en-US" sz="2400" dirty="0">
                <a:latin typeface="Times New Roman" panose="02020603050405020304" pitchFamily="18" charset="0"/>
                <a:cs typeface="Times New Roman" panose="02020603050405020304" pitchFamily="18" charset="0"/>
              </a:rPr>
              <a:t>Finds people at a certain “distance” (friends, friends of friends).</a:t>
            </a:r>
          </a:p>
          <a:p>
            <a:pPr marL="268288" lvl="0" indent="-268288"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Puzzle Solving &amp; Game AI: </a:t>
            </a:r>
            <a:r>
              <a:rPr lang="en-US" altLang="en-US" sz="2400" dirty="0">
                <a:latin typeface="Times New Roman" panose="02020603050405020304" pitchFamily="18" charset="0"/>
                <a:cs typeface="Times New Roman" panose="02020603050405020304" pitchFamily="18" charset="0"/>
              </a:rPr>
              <a:t>Used in problems like maze solving and minimum-move puzzles.</a:t>
            </a:r>
          </a:p>
          <a:p>
            <a:pPr marL="268288" lvl="0" indent="-268288"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Garbage Collection Algorithms: </a:t>
            </a:r>
            <a:r>
              <a:rPr lang="en-US" altLang="en-US" sz="2400" dirty="0">
                <a:latin typeface="Times New Roman" panose="02020603050405020304" pitchFamily="18" charset="0"/>
                <a:cs typeface="Times New Roman" panose="02020603050405020304" pitchFamily="18" charset="0"/>
              </a:rPr>
              <a:t>Marks reachable memory blocks in memory management.</a:t>
            </a:r>
          </a:p>
        </p:txBody>
      </p:sp>
    </p:spTree>
    <p:extLst>
      <p:ext uri="{BB962C8B-B14F-4D97-AF65-F5344CB8AC3E}">
        <p14:creationId xmlns:p14="http://schemas.microsoft.com/office/powerpoint/2010/main" val="1626590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bae45ca3984464c"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1" y="824789"/>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e6476b7f05e49c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823656"/>
            <a:ext cx="8424934" cy="5339923"/>
          </a:xfrm>
          <a:prstGeom prst="rect">
            <a:avLst/>
          </a:prstGeom>
          <a:noFill/>
        </p:spPr>
        <p:txBody>
          <a:bodyPr wrap="square" rtlCol="0">
            <a:spAutoFit/>
          </a:bodyPr>
          <a:lstStyle/>
          <a:p>
            <a:pPr>
              <a:spcBef>
                <a:spcPts val="600"/>
              </a:spcBef>
            </a:pPr>
            <a:endParaRPr lang="en-US" dirty="0">
              <a:latin typeface="Times New Roman" panose="02020603050405020304" pitchFamily="18" charset="0"/>
              <a:cs typeface="Times New Roman" panose="02020603050405020304" pitchFamily="18" charset="0"/>
            </a:endParaRPr>
          </a:p>
          <a:p>
            <a:pPr>
              <a:spcBef>
                <a:spcPts val="600"/>
              </a:spcBef>
            </a:pPr>
            <a:r>
              <a:rPr lang="en-US" b="1" dirty="0">
                <a:latin typeface="Times New Roman" panose="02020603050405020304" pitchFamily="18" charset="0"/>
                <a:cs typeface="Times New Roman" panose="02020603050405020304" pitchFamily="18" charset="0"/>
              </a:rPr>
              <a:t>Q1 A person wants to visit some places. He starts from a vertex and then wants to visit every place connected to this vertex and so on. What algorithm he should use?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Depth First Search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Breadth First Search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Trim’s algorithm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a:t>
            </a:r>
            <a:r>
              <a:rPr lang="en-US" dirty="0" err="1">
                <a:latin typeface="Times New Roman" panose="02020603050405020304" pitchFamily="18" charset="0"/>
                <a:cs typeface="Times New Roman" panose="02020603050405020304" pitchFamily="18" charset="0"/>
              </a:rPr>
              <a:t>Kruskal’s</a:t>
            </a:r>
            <a:r>
              <a:rPr lang="en-US" dirty="0">
                <a:latin typeface="Times New Roman" panose="02020603050405020304" pitchFamily="18" charset="0"/>
                <a:cs typeface="Times New Roman" panose="02020603050405020304" pitchFamily="18" charset="0"/>
              </a:rPr>
              <a:t> algorithm</a:t>
            </a:r>
            <a:endParaRPr lang="en-US" b="1" dirty="0">
              <a:latin typeface="Times New Roman" panose="02020603050405020304" pitchFamily="18" charset="0"/>
              <a:cs typeface="Times New Roman" panose="02020603050405020304" pitchFamily="18" charset="0"/>
            </a:endParaRPr>
          </a:p>
          <a:p>
            <a:pPr>
              <a:spcBef>
                <a:spcPts val="600"/>
              </a:spcBef>
            </a:pPr>
            <a:endParaRPr lang="en-US" b="1" dirty="0">
              <a:latin typeface="Times New Roman" panose="02020603050405020304" pitchFamily="18" charset="0"/>
              <a:cs typeface="Times New Roman" panose="02020603050405020304" pitchFamily="18" charset="0"/>
            </a:endParaRPr>
          </a:p>
          <a:p>
            <a:pPr>
              <a:spcBef>
                <a:spcPts val="600"/>
              </a:spcBef>
            </a:pPr>
            <a:r>
              <a:rPr lang="en-US" b="1" dirty="0">
                <a:latin typeface="Times New Roman" panose="02020603050405020304" pitchFamily="18" charset="0"/>
                <a:cs typeface="Times New Roman" panose="02020603050405020304" pitchFamily="18" charset="0"/>
              </a:rPr>
              <a:t>Answer (B)</a:t>
            </a:r>
          </a:p>
          <a:p>
            <a:pPr>
              <a:spcBef>
                <a:spcPts val="600"/>
              </a:spcBef>
            </a:pPr>
            <a:endParaRPr lang="en-US" b="1" dirty="0">
              <a:latin typeface="Times New Roman" panose="02020603050405020304" pitchFamily="18" charset="0"/>
              <a:cs typeface="Times New Roman" panose="02020603050405020304" pitchFamily="18" charset="0"/>
            </a:endParaRPr>
          </a:p>
          <a:p>
            <a:pPr>
              <a:spcBef>
                <a:spcPts val="600"/>
              </a:spcBef>
            </a:pPr>
            <a:r>
              <a:rPr lang="en-US" b="1" dirty="0">
                <a:latin typeface="Times New Roman" panose="02020603050405020304" pitchFamily="18" charset="0"/>
                <a:cs typeface="Times New Roman" panose="02020603050405020304" pitchFamily="18" charset="0"/>
              </a:rPr>
              <a:t>Q2 Which of the following is not an application of Breadth First Search?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Finding shortest path between two nodes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Finding </a:t>
            </a:r>
            <a:r>
              <a:rPr lang="en-US" dirty="0" err="1">
                <a:latin typeface="Times New Roman" panose="02020603050405020304" pitchFamily="18" charset="0"/>
                <a:cs typeface="Times New Roman" panose="02020603050405020304" pitchFamily="18" charset="0"/>
              </a:rPr>
              <a:t>bipartiteness</a:t>
            </a:r>
            <a:r>
              <a:rPr lang="en-US" dirty="0">
                <a:latin typeface="Times New Roman" panose="02020603050405020304" pitchFamily="18" charset="0"/>
                <a:cs typeface="Times New Roman" panose="02020603050405020304" pitchFamily="18" charset="0"/>
              </a:rPr>
              <a:t> of a graph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GPS navigation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Path Finding</a:t>
            </a:r>
          </a:p>
          <a:p>
            <a:pPr>
              <a:spcBef>
                <a:spcPts val="600"/>
              </a:spcBef>
            </a:pPr>
            <a:endParaRPr lang="en-US" b="1" dirty="0">
              <a:latin typeface="Times New Roman" panose="02020603050405020304" pitchFamily="18" charset="0"/>
              <a:cs typeface="Times New Roman" panose="02020603050405020304" pitchFamily="18" charset="0"/>
            </a:endParaRPr>
          </a:p>
          <a:p>
            <a:pPr>
              <a:spcBef>
                <a:spcPts val="600"/>
              </a:spcBef>
            </a:pPr>
            <a:r>
              <a:rPr lang="en-US" b="1" dirty="0">
                <a:latin typeface="Times New Roman" panose="02020603050405020304" pitchFamily="18" charset="0"/>
                <a:cs typeface="Times New Roman" panose="02020603050405020304" pitchFamily="18" charset="0"/>
              </a:rPr>
              <a:t>Answer (D)</a:t>
            </a:r>
            <a:endParaRPr lang="en-IN" dirty="0">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4" y="177325"/>
            <a:ext cx="80334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Test Your Knowledge</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216266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e1124603f2846d5"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1" y="824789"/>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95e022b7b4940c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463452" y="823656"/>
            <a:ext cx="8357018" cy="4708981"/>
          </a:xfrm>
          <a:prstGeom prst="rect">
            <a:avLst/>
          </a:prstGeom>
          <a:noFill/>
        </p:spPr>
        <p:txBody>
          <a:bodyPr wrap="square" rtlCol="0">
            <a:spAutoFit/>
          </a:bodyPr>
          <a:lstStyle/>
          <a:p>
            <a:pPr>
              <a:spcBef>
                <a:spcPts val="600"/>
              </a:spcBef>
            </a:pPr>
            <a:endParaRPr lang="en-US" dirty="0">
              <a:latin typeface="Times New Roman" panose="02020603050405020304" pitchFamily="18" charset="0"/>
              <a:cs typeface="Times New Roman" panose="02020603050405020304" pitchFamily="18" charset="0"/>
            </a:endParaRPr>
          </a:p>
          <a:p>
            <a:pPr>
              <a:spcBef>
                <a:spcPts val="600"/>
              </a:spcBef>
            </a:pPr>
            <a:r>
              <a:rPr lang="en-US" dirty="0">
                <a:latin typeface="Times New Roman" panose="02020603050405020304" pitchFamily="18" charset="0"/>
                <a:cs typeface="Times New Roman" panose="02020603050405020304" pitchFamily="18" charset="0"/>
              </a:rPr>
              <a:t>Q3  In BFS, how many times a node is visited?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Once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Twice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Equivalent to number of </a:t>
            </a:r>
            <a:r>
              <a:rPr lang="en-US" dirty="0" err="1">
                <a:latin typeface="Times New Roman" panose="02020603050405020304" pitchFamily="18" charset="0"/>
                <a:cs typeface="Times New Roman" panose="02020603050405020304" pitchFamily="18" charset="0"/>
              </a:rPr>
              <a:t>indegree</a:t>
            </a:r>
            <a:r>
              <a:rPr lang="en-US" dirty="0">
                <a:latin typeface="Times New Roman" panose="02020603050405020304" pitchFamily="18" charset="0"/>
                <a:cs typeface="Times New Roman" panose="02020603050405020304" pitchFamily="18" charset="0"/>
              </a:rPr>
              <a:t> of the node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Thrice</a:t>
            </a:r>
            <a:endParaRPr lang="en-US" b="1" dirty="0">
              <a:latin typeface="Times New Roman" panose="02020603050405020304" pitchFamily="18" charset="0"/>
              <a:cs typeface="Times New Roman" panose="02020603050405020304" pitchFamily="18" charset="0"/>
            </a:endParaRPr>
          </a:p>
          <a:p>
            <a:pPr>
              <a:spcBef>
                <a:spcPts val="600"/>
              </a:spcBef>
            </a:pPr>
            <a:r>
              <a:rPr lang="en-US" b="1" dirty="0">
                <a:latin typeface="Times New Roman" panose="02020603050405020304" pitchFamily="18" charset="0"/>
                <a:cs typeface="Times New Roman" panose="02020603050405020304" pitchFamily="18" charset="0"/>
              </a:rPr>
              <a:t>Answer (C)</a:t>
            </a:r>
          </a:p>
          <a:p>
            <a:pPr>
              <a:spcBef>
                <a:spcPts val="600"/>
              </a:spcBef>
            </a:pPr>
            <a:endParaRPr lang="en-US" b="1" dirty="0">
              <a:latin typeface="Times New Roman" panose="02020603050405020304" pitchFamily="18" charset="0"/>
              <a:cs typeface="Times New Roman" panose="02020603050405020304" pitchFamily="18" charset="0"/>
            </a:endParaRPr>
          </a:p>
          <a:p>
            <a:pPr>
              <a:spcBef>
                <a:spcPts val="600"/>
              </a:spcBef>
            </a:pPr>
            <a:r>
              <a:rPr lang="en-US" dirty="0">
                <a:latin typeface="Times New Roman" panose="02020603050405020304" pitchFamily="18" charset="0"/>
                <a:cs typeface="Times New Roman" panose="02020603050405020304" pitchFamily="18" charset="0"/>
              </a:rPr>
              <a:t>Q4 </a:t>
            </a:r>
            <a:r>
              <a:rPr lang="en-IN" dirty="0">
                <a:latin typeface="Times New Roman" panose="02020603050405020304" pitchFamily="18" charset="0"/>
                <a:cs typeface="Times New Roman" panose="02020603050405020304" pitchFamily="18" charset="0"/>
              </a:rPr>
              <a:t>Consider the following graph, Among the following sequences:</a:t>
            </a:r>
            <a:r>
              <a:rPr lang="en-US" dirty="0">
                <a:latin typeface="Times New Roman" panose="02020603050405020304" pitchFamily="18" charset="0"/>
                <a:cs typeface="Times New Roman" panose="02020603050405020304" pitchFamily="18" charset="0"/>
              </a:rPr>
              <a:t>Which is breadth first traversals of the above graph?</a:t>
            </a:r>
            <a:endParaRPr lang="en-IN" dirty="0">
              <a:latin typeface="Times New Roman" panose="02020603050405020304" pitchFamily="18" charset="0"/>
              <a:cs typeface="Times New Roman" panose="02020603050405020304" pitchFamily="18" charset="0"/>
            </a:endParaRPr>
          </a:p>
          <a:p>
            <a:pPr>
              <a:spcBef>
                <a:spcPts val="600"/>
              </a:spcBef>
            </a:pPr>
            <a:endParaRPr lang="en-US" b="1" dirty="0">
              <a:latin typeface="Times New Roman" panose="02020603050405020304" pitchFamily="18" charset="0"/>
              <a:cs typeface="Times New Roman" panose="02020603050405020304" pitchFamily="18" charset="0"/>
            </a:endParaRPr>
          </a:p>
          <a:p>
            <a:pPr>
              <a:spcBef>
                <a:spcPts val="600"/>
              </a:spcBef>
            </a:pP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a → e → b → f → g → h </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 → b → e → h → g → f</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a:t>
            </a:r>
            <a:r>
              <a:rPr lang="en-IN" dirty="0">
                <a:latin typeface="Times New Roman" panose="02020603050405020304" pitchFamily="18" charset="0"/>
                <a:cs typeface="Times New Roman" panose="02020603050405020304" pitchFamily="18" charset="0"/>
              </a:rPr>
              <a:t> a → f → b → e → h → g</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 a → e → g → b → h → f</a:t>
            </a:r>
          </a:p>
        </p:txBody>
      </p:sp>
      <p:sp>
        <p:nvSpPr>
          <p:cNvPr id="10" name="Rectangle 1">
            <a:extLst>
              <a:ext uri="{FF2B5EF4-FFF2-40B4-BE49-F238E27FC236}">
                <a16:creationId xmlns:a16="http://schemas.microsoft.com/office/drawing/2014/main" id="{64C06AB1-0FEA-D879-1F4C-A54AF13BBDA7}"/>
              </a:ext>
            </a:extLst>
          </p:cNvPr>
          <p:cNvSpPr>
            <a:spLocks noChangeArrowheads="1"/>
          </p:cNvSpPr>
          <p:nvPr/>
        </p:nvSpPr>
        <p:spPr bwMode="auto">
          <a:xfrm>
            <a:off x="463450" y="177325"/>
            <a:ext cx="79655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Test Your Knowledge</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8" name="Rectangle 7"/>
          <p:cNvSpPr/>
          <p:nvPr/>
        </p:nvSpPr>
        <p:spPr>
          <a:xfrm>
            <a:off x="463450" y="5564166"/>
            <a:ext cx="1315425"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Answer (A)</a:t>
            </a:r>
          </a:p>
        </p:txBody>
      </p:sp>
      <p:pic>
        <p:nvPicPr>
          <p:cNvPr id="3" name="Picture 2"/>
          <p:cNvPicPr>
            <a:picLocks noChangeAspect="1"/>
          </p:cNvPicPr>
          <p:nvPr/>
        </p:nvPicPr>
        <p:blipFill>
          <a:blip r:embed="Rc7b6a1f2d8fb4612"/>
          <a:stretch>
            <a:fillRect/>
          </a:stretch>
        </p:blipFill>
        <p:spPr>
          <a:xfrm>
            <a:off x="4932040" y="3995830"/>
            <a:ext cx="3429000" cy="2266950"/>
          </a:xfrm>
          <a:prstGeom prst="rect">
            <a:avLst/>
          </a:prstGeom>
        </p:spPr>
      </p:pic>
    </p:spTree>
    <p:extLst>
      <p:ext uri="{BB962C8B-B14F-4D97-AF65-F5344CB8AC3E}">
        <p14:creationId xmlns:p14="http://schemas.microsoft.com/office/powerpoint/2010/main" val="24574088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5A77-53E1-8164-937B-E5CCD2C6E80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8D9A99-2B01-64B8-086B-EA816819D06C}"/>
              </a:ext>
            </a:extLst>
          </p:cNvPr>
          <p:cNvPicPr>
            <a:picLocks noGrp="1" noChangeAspect="1"/>
          </p:cNvPicPr>
          <p:nvPr>
            <p:ph idx="1"/>
          </p:nvPr>
        </p:nvPicPr>
        <p:blipFill>
          <a:blip r:embed="R6e6be2f1534943d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07C3A5C-3DBA-4AED-0524-91970732C01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A079F8E-4F60-140D-EE48-8D649F1C8118}"/>
              </a:ext>
            </a:extLst>
          </p:cNvPr>
          <p:cNvPicPr>
            <a:picLocks noChangeAspect="1"/>
          </p:cNvPicPr>
          <p:nvPr/>
        </p:nvPicPr>
        <p:blipFill>
          <a:blip r:embed="Re9a94ed642214ac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8FAC2D-BD17-3014-0723-4F6CB3428B6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AC9E500-7413-C68A-E0B6-7CAF5905787F}"/>
              </a:ext>
            </a:extLst>
          </p:cNvPr>
          <p:cNvSpPr txBox="1"/>
          <p:nvPr/>
        </p:nvSpPr>
        <p:spPr>
          <a:xfrm>
            <a:off x="179512" y="1458149"/>
            <a:ext cx="8748463" cy="646331"/>
          </a:xfrm>
          <a:prstGeom prst="rect">
            <a:avLst/>
          </a:prstGeom>
          <a:noFill/>
        </p:spPr>
        <p:txBody>
          <a:bodyPr wrap="square" rtlCol="0">
            <a:spAutoFit/>
          </a:bodyPr>
          <a:lstStyle/>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b="1" dirty="0"/>
          </a:p>
        </p:txBody>
      </p:sp>
      <p:sp>
        <p:nvSpPr>
          <p:cNvPr id="10" name="Rectangle 1">
            <a:extLst>
              <a:ext uri="{FF2B5EF4-FFF2-40B4-BE49-F238E27FC236}">
                <a16:creationId xmlns:a16="http://schemas.microsoft.com/office/drawing/2014/main" id="{28B41AA7-15F5-4F4F-4630-C032159E2FC5}"/>
              </a:ext>
            </a:extLst>
          </p:cNvPr>
          <p:cNvSpPr>
            <a:spLocks noChangeArrowheads="1"/>
          </p:cNvSpPr>
          <p:nvPr/>
        </p:nvSpPr>
        <p:spPr bwMode="auto">
          <a:xfrm>
            <a:off x="395536" y="177325"/>
            <a:ext cx="80334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KEY TAKEAWAYS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1ECF32E-F877-131D-A60C-DED6A9372F2C}"/>
              </a:ext>
            </a:extLst>
          </p:cNvPr>
          <p:cNvSpPr txBox="1"/>
          <p:nvPr/>
        </p:nvSpPr>
        <p:spPr>
          <a:xfrm>
            <a:off x="36004" y="1131316"/>
            <a:ext cx="9071992" cy="1200329"/>
          </a:xfrm>
          <a:prstGeom prst="rect">
            <a:avLst/>
          </a:prstGeom>
          <a:noFill/>
        </p:spPr>
        <p:txBody>
          <a:bodyPr wrap="square" rtlCol="0">
            <a:spAutoFit/>
          </a:bodyPr>
          <a:lstStyle/>
          <a:p>
            <a:pPr marL="342900" indent="-342900" fontAlgn="base">
              <a:buFont typeface="Wingdings" panose="05000000000000000000" pitchFamily="2" charset="2"/>
              <a:buChar char="Ø"/>
            </a:pPr>
            <a:endParaRPr lang="en-US" sz="2400" dirty="0"/>
          </a:p>
          <a:p>
            <a:pPr marL="342900" indent="-342900" fontAlgn="base">
              <a:buFont typeface="Wingdings" panose="05000000000000000000" pitchFamily="2" charset="2"/>
              <a:buChar char="Ø"/>
            </a:pPr>
            <a:endParaRPr lang="en-US" sz="2400" b="1" dirty="0">
              <a:solidFill>
                <a:srgbClr val="FF0000"/>
              </a:solidFill>
            </a:endParaRPr>
          </a:p>
          <a:p>
            <a:pPr marL="342900" indent="-342900">
              <a:buFont typeface="Wingdings" panose="05000000000000000000" pitchFamily="2" charset="2"/>
              <a:buChar char="Ø"/>
            </a:pPr>
            <a:endParaRPr lang="en-IN" sz="2400" dirty="0"/>
          </a:p>
        </p:txBody>
      </p:sp>
      <p:sp>
        <p:nvSpPr>
          <p:cNvPr id="5" name="Rectangle 4">
            <a:extLst>
              <a:ext uri="{FF2B5EF4-FFF2-40B4-BE49-F238E27FC236}">
                <a16:creationId xmlns:a16="http://schemas.microsoft.com/office/drawing/2014/main" id="{330C1295-3C61-F6C3-118E-A37A447A7575}"/>
              </a:ext>
            </a:extLst>
          </p:cNvPr>
          <p:cNvSpPr/>
          <p:nvPr/>
        </p:nvSpPr>
        <p:spPr>
          <a:xfrm>
            <a:off x="363424" y="1293834"/>
            <a:ext cx="8313031" cy="4457952"/>
          </a:xfrm>
          <a:prstGeom prst="rect">
            <a:avLst/>
          </a:prstGeom>
        </p:spPr>
        <p:txBody>
          <a:bodyPr wrap="square">
            <a:spAutoFit/>
          </a:bodyPr>
          <a:lstStyle/>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BFS is a graph traversal algorithm that visits vertices level by level.</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It uses a queue (FIFO) to manage the traversal order.</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Each vertex is visited once and marked to avoid repetition.</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BFS is ideal for shortest path (unweighted graphs), bipartite checking, and level-order traversal.</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Time Complexity: O(V + E)</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Space Complexity: O(V) (for queue + visited array)</a:t>
            </a:r>
          </a:p>
        </p:txBody>
      </p:sp>
    </p:spTree>
    <p:extLst>
      <p:ext uri="{BB962C8B-B14F-4D97-AF65-F5344CB8AC3E}">
        <p14:creationId xmlns:p14="http://schemas.microsoft.com/office/powerpoint/2010/main" val="23817704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0d5846da3fde45c5" cstate="print">
            <a:extLst>
              <a:ext uri="{28A0092B-C50C-407E-A947-70E740481C1C}">
                <a14:useLocalDpi xmlns:a14="http://schemas.microsoft.com/office/drawing/2010/main" val="0"/>
              </a:ext>
            </a:extLst>
          </a:blip>
          <a:stretch>
            <a:fillRect/>
          </a:stretch>
        </p:blipFill>
        <p:spPr>
          <a:xfrm>
            <a:off x="13692" y="0"/>
            <a:ext cx="9144000" cy="6887292"/>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220560" y="1081481"/>
            <a:ext cx="62677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buSzPct val="25000"/>
            </a:pPr>
            <a:endParaRPr lang="en-IN" sz="24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13692" y="980728"/>
            <a:ext cx="9144000"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cb1beb5a7844ce3" cstate="print">
            <a:extLst>
              <a:ext uri="{28A0092B-C50C-407E-A947-70E740481C1C}">
                <a14:useLocalDpi xmlns:a14="http://schemas.microsoft.com/office/drawing/2010/main" val="0"/>
              </a:ext>
            </a:extLst>
          </a:blip>
          <a:stretch>
            <a:fillRect/>
          </a:stretch>
        </p:blipFill>
        <p:spPr>
          <a:xfrm>
            <a:off x="316150" y="6278894"/>
            <a:ext cx="1808820" cy="260018"/>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277634" y="1827625"/>
            <a:ext cx="6588732" cy="314638"/>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291327" y="1653336"/>
            <a:ext cx="6561347" cy="300082"/>
          </a:xfrm>
          <a:prstGeom prst="rect">
            <a:avLst/>
          </a:prstGeom>
          <a:noFill/>
        </p:spPr>
        <p:txBody>
          <a:bodyPr wrap="square" rtlCol="0">
            <a:spAutoFit/>
          </a:bodyPr>
          <a:lstStyle/>
          <a:p>
            <a:endParaRPr lang="en-IN" sz="1350" dirty="0"/>
          </a:p>
        </p:txBody>
      </p:sp>
      <p:sp>
        <p:nvSpPr>
          <p:cNvPr id="3" name="TextBox 2"/>
          <p:cNvSpPr txBox="1"/>
          <p:nvPr/>
        </p:nvSpPr>
        <p:spPr>
          <a:xfrm>
            <a:off x="539552" y="1511993"/>
            <a:ext cx="8208912" cy="3893374"/>
          </a:xfrm>
          <a:prstGeom prst="rect">
            <a:avLst/>
          </a:prstGeom>
          <a:noFill/>
        </p:spPr>
        <p:txBody>
          <a:bodyPr wrap="square" rtlCol="0">
            <a:spAutoFit/>
          </a:bodyPr>
          <a:lstStyle/>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5cbfc7c20d7b4e61"/>
              </a:rPr>
              <a:t>https://www.boardinfinity.com/blog/graphs-in-data-structure/</a:t>
            </a:r>
            <a:r>
              <a:rPr lang="en-IN" sz="2000" dirty="0"/>
              <a:t>.</a:t>
            </a:r>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0d2997b482654708"/>
              </a:rPr>
              <a:t>https://www.geeksforgeeks.org/what-is-graph-data-structure/</a:t>
            </a: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867f149d79924393"/>
              </a:rPr>
              <a:t>https://www.tutorialspoint.com/data_structures_algorithms/graph_data_structure.html</a:t>
            </a:r>
            <a:r>
              <a:rPr lang="en-IN" sz="2000" dirty="0"/>
              <a:t>.</a:t>
            </a:r>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d5475e53d6fc4c1a"/>
              </a:rPr>
              <a:t>https://www.simplilearn.com/tutorials/data-structure-tutorial/graphs-in-data-structure</a:t>
            </a: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8dc8aa059ebb4765"/>
              </a:rPr>
              <a:t>https://www.geeksforgeeks.org/applications-of-graph-data-structure/</a:t>
            </a: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3f50a0f1f13d4e12"/>
              </a:rPr>
              <a:t>https://www.upgrad.com/blog/graphs-in-data-structure/</a:t>
            </a: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r>
              <a:rPr lang="en-IN" sz="2000" dirty="0">
                <a:hlinkClick r:id="rcId11b9dddd859e4bbb"/>
              </a:rPr>
              <a:t>https://www.youtube.com/watch?v=4IZ80K72OXo</a:t>
            </a: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endParaRPr lang="en-IN" sz="200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endParaRPr lang="en-IN" sz="1350" dirty="0"/>
          </a:p>
          <a:p>
            <a:pPr marL="257175" indent="-257175">
              <a:buFont typeface="Wingdings" panose="05000000000000000000" pitchFamily="2" charset="2"/>
              <a:buChar char="Ø"/>
              <a:tabLst>
                <a:tab pos="683419" algn="l"/>
                <a:tab pos="1369219" algn="l"/>
                <a:tab pos="2055019" algn="l"/>
                <a:tab pos="2740819" algn="l"/>
                <a:tab pos="3426619" algn="l"/>
                <a:tab pos="4112419" algn="l"/>
                <a:tab pos="4798219" algn="l"/>
                <a:tab pos="5484019" algn="l"/>
                <a:tab pos="6169819" algn="l"/>
                <a:tab pos="6855619" algn="l"/>
                <a:tab pos="7541419" algn="l"/>
              </a:tabLst>
            </a:pPr>
            <a:endParaRPr lang="en-IN" sz="1350" dirty="0"/>
          </a:p>
        </p:txBody>
      </p:sp>
      <p:sp>
        <p:nvSpPr>
          <p:cNvPr id="10"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203420"/>
            <a:ext cx="5979732"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buSzPct val="25000"/>
            </a:pPr>
            <a:r>
              <a:rPr lang="en-US"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rPr>
              <a:t>References</a:t>
            </a:r>
            <a:endParaRPr lang="en-IN" sz="3600" b="1" kern="100" dirty="0">
              <a:solidFill>
                <a:srgbClr val="E31E24"/>
              </a:solidFill>
              <a:latin typeface="Verdana" panose="020B0604030504040204" pitchFamily="34" charset="0"/>
              <a:ea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1278868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e24c3db691c74e19"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a00661f9f0df48f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a:t>29</a:t>
            </a:fld>
            <a:endParaRPr lang="en-IN"/>
          </a:p>
        </p:txBody>
      </p:sp>
    </p:spTree>
    <p:extLst>
      <p:ext uri="{BB962C8B-B14F-4D97-AF65-F5344CB8AC3E}">
        <p14:creationId xmlns:p14="http://schemas.microsoft.com/office/powerpoint/2010/main" val="27849606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64884867aad0423a"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17e78bff1b834e22"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3acf156318d4f1d"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8453bc08b4349d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7d258fe991394e1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910970c2f006467e"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952651" y="1303053"/>
            <a:ext cx="6588732" cy="4613058"/>
          </a:xfrm>
          <a:prstGeom prst="rect">
            <a:avLst/>
          </a:prstGeom>
          <a:noFill/>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Introduction to Queue Applications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Why FIFO is important for real systems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Queue – Overview</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 Need &amp; Concept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Operations &amp; Algorithms (Array)</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Advantages &amp; Disadvantages of Circular Queue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Circular Queue</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 Concept &amp; Operations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Implementations (Array/Heap/Linked List)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Key Takeaways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References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18</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Queue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13484e6ccc714e85"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7244eff5ee9846e5"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Queue ADT</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5" y="1205129"/>
            <a:ext cx="8428555" cy="4411785"/>
          </a:xfrm>
          <a:prstGeom prst="rect">
            <a:avLst/>
          </a:prstGeom>
          <a:noFill/>
        </p:spPr>
        <p:txBody>
          <a:bodyPr wrap="square" rtlCol="0">
            <a:spAutoFit/>
          </a:bodyPr>
          <a:lstStyle/>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follows the FIFO principle.</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is done using enqueue at the rear.</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Deletion is done using dequeue from the front.</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Implementations: array-based and linked-list-based.</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Overflow occurs when the queue is full; underflow occurs when it is empty.</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6df992c2d43641f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b4438e7019f040c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d028db0aad724b09"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311511" y="1357755"/>
            <a:ext cx="8580969" cy="4365619"/>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pointer that indicates the first element is called __________.</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is __________.</a:t>
            </a:r>
          </a:p>
          <a:p>
            <a:pPr marL="457200" indent="-457200">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underflow occurs when __________.</a:t>
            </a:r>
          </a:p>
          <a:p>
            <a:pPr marL="457200" indent="-457200">
              <a:lnSpc>
                <a:spcPct val="150000"/>
              </a:lnSpc>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operation removes an element from a queue?</a:t>
            </a:r>
          </a:p>
          <a:p>
            <a:pPr marL="457200" indent="-457200">
              <a:lnSpc>
                <a:spcPct val="150000"/>
              </a:lnSpc>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Name one application of queue.</a:t>
            </a:r>
          </a:p>
          <a:p>
            <a:pPr marL="457200" indent="-457200">
              <a:lnSpc>
                <a:spcPct val="150000"/>
              </a:lnSpc>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implementation allows dynamic size?</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8d68e7b9e3e74fa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1606b27f8390441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e632a7abd874d3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80bf29718441496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385816"/>
          </a:xfrm>
          <a:prstGeom prst="rect">
            <a:avLst/>
          </a:prstGeom>
          <a:noFill/>
        </p:spPr>
        <p:txBody>
          <a:bodyPr wrap="square" rtlCol="0">
            <a:spAutoFit/>
          </a:bodyPr>
          <a:lstStyle/>
          <a:p>
            <a:pPr algn="just">
              <a:lnSpc>
                <a:spcPct val="150000"/>
              </a:lnSpc>
              <a:spcBef>
                <a:spcPts val="1200"/>
              </a:spcBef>
              <a:spcAft>
                <a:spcPts val="600"/>
              </a:spcAft>
            </a:pPr>
            <a:r>
              <a:rPr lang="en-US" sz="2400" dirty="0">
                <a:latin typeface="Times New Roman" panose="02020603050405020304" pitchFamily="18" charset="0"/>
                <a:cs typeface="Times New Roman" panose="02020603050405020304" pitchFamily="18" charset="0"/>
              </a:rPr>
              <a:t>After this lecture, students will be able to:</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Explain how queues are used in operating systems, networking, and algorithms</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Describe the role of FIFO in CPU scheduling, buffering, and BFS</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Differentiate between linear queue, circular queue, deque, and priority queue</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Apply queue operations to solve real-world problems</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Choose an appropriate queue type for a given application</a:t>
            </a:r>
          </a:p>
        </p:txBody>
      </p:sp>
    </p:spTree>
    <p:extLst>
      <p:ext uri="{BB962C8B-B14F-4D97-AF65-F5344CB8AC3E}">
        <p14:creationId xmlns:p14="http://schemas.microsoft.com/office/powerpoint/2010/main" val="7979588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B245-7209-F2A3-E674-D1AB553811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BECEE0-BDE1-AA5D-A3F9-F75C5119FB98}"/>
              </a:ext>
            </a:extLst>
          </p:cNvPr>
          <p:cNvPicPr>
            <a:picLocks noGrp="1" noChangeAspect="1"/>
          </p:cNvPicPr>
          <p:nvPr>
            <p:ph idx="1"/>
          </p:nvPr>
        </p:nvPicPr>
        <p:blipFill>
          <a:blip r:embed="Rac670d6513bd47ab"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0D0B86D5-A4E7-5A36-758B-5577CFD5CF2F}"/>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Applications of Queue</a:t>
            </a:r>
          </a:p>
        </p:txBody>
      </p:sp>
      <p:cxnSp>
        <p:nvCxnSpPr>
          <p:cNvPr id="7" name="Straight Connector 6">
            <a:extLst>
              <a:ext uri="{FF2B5EF4-FFF2-40B4-BE49-F238E27FC236}">
                <a16:creationId xmlns:a16="http://schemas.microsoft.com/office/drawing/2014/main" id="{0570E5F6-EEE6-A733-BF5B-EDF661897FA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29DD233-F30B-9F67-1619-5F6C07E4937A}"/>
              </a:ext>
            </a:extLst>
          </p:cNvPr>
          <p:cNvPicPr>
            <a:picLocks noChangeAspect="1"/>
          </p:cNvPicPr>
          <p:nvPr/>
        </p:nvPicPr>
        <p:blipFill>
          <a:blip r:embed="R8ca6df9601e44a1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6256884-BDED-7AB9-9AC6-033EBDE6850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7A90310-457C-A1FD-D2FF-3BAA8581C3DE}"/>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633C14BC-CC8B-1AA9-84A7-ED4F9DA528B5}"/>
              </a:ext>
            </a:extLst>
          </p:cNvPr>
          <p:cNvSpPr/>
          <p:nvPr/>
        </p:nvSpPr>
        <p:spPr>
          <a:xfrm>
            <a:off x="395536" y="1293834"/>
            <a:ext cx="8672262" cy="3903954"/>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CPU Scheduling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Printer Spooling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 Synchronization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Breadth-First Search (BFS)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Network Packet Handling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Service Systems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Traffic Management System</a:t>
            </a:r>
          </a:p>
        </p:txBody>
      </p:sp>
    </p:spTree>
    <p:extLst>
      <p:ext uri="{BB962C8B-B14F-4D97-AF65-F5344CB8AC3E}">
        <p14:creationId xmlns:p14="http://schemas.microsoft.com/office/powerpoint/2010/main" val="32864720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8DC4-FD33-5519-340F-66BD4CC68B8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01E9431-491F-C3EE-0E85-310EBBF6A45C}"/>
              </a:ext>
            </a:extLst>
          </p:cNvPr>
          <p:cNvPicPr>
            <a:picLocks noGrp="1" noChangeAspect="1"/>
          </p:cNvPicPr>
          <p:nvPr>
            <p:ph idx="1"/>
          </p:nvPr>
        </p:nvPicPr>
        <p:blipFill>
          <a:blip r:embed="R063dda294c8c4c46"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6FCD72CB-4A43-3928-633D-435F61B93C8F}"/>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D4AECBFD-AC98-E9F0-B470-3490EB6DF0E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3A77339-0139-558D-1407-2490E1AD006F}"/>
              </a:ext>
            </a:extLst>
          </p:cNvPr>
          <p:cNvPicPr>
            <a:picLocks noChangeAspect="1"/>
          </p:cNvPicPr>
          <p:nvPr/>
        </p:nvPicPr>
        <p:blipFill>
          <a:blip r:embed="R4e1020003aa84e3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D87CC80-ECCF-A309-BC17-5CD138CC8F1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58BFD5C-5852-1547-CFC4-C8C2984CBC26}"/>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0AF14C40-961E-34A4-DA24-C828316AE5AE}"/>
              </a:ext>
            </a:extLst>
          </p:cNvPr>
          <p:cNvSpPr/>
          <p:nvPr/>
        </p:nvSpPr>
        <p:spPr>
          <a:xfrm>
            <a:off x="282822" y="1293834"/>
            <a:ext cx="8177610" cy="4673395"/>
          </a:xfrm>
          <a:prstGeom prst="rect">
            <a:avLst/>
          </a:prstGeom>
        </p:spPr>
        <p:txBody>
          <a:bodyPr wrap="square">
            <a:spAutoFit/>
          </a:bodyPr>
          <a:lstStyle/>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Queue follows the __________ principle.</a:t>
            </a:r>
          </a:p>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CPU scheduling, processes wait in the __________ queue.</a:t>
            </a:r>
          </a:p>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BFS explores nodes __________ by __________.</a:t>
            </a:r>
          </a:p>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printer spooling, print jobs are processed in __________ order.</a:t>
            </a:r>
          </a:p>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Why is queue suitable for customer service systems?</a:t>
            </a:r>
          </a:p>
          <a:p>
            <a:pPr marL="342900" indent="-342900" algn="just">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Name one networking application of queue.</a:t>
            </a:r>
          </a:p>
        </p:txBody>
      </p:sp>
    </p:spTree>
    <p:extLst>
      <p:ext uri="{BB962C8B-B14F-4D97-AF65-F5344CB8AC3E}">
        <p14:creationId xmlns:p14="http://schemas.microsoft.com/office/powerpoint/2010/main" val="10674779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7650" name="Picture 2"/>
          <p:cNvPicPr>
            <a:picLocks noChangeAspect="1" noChangeArrowheads="1"/>
          </p:cNvPicPr>
          <p:nvPr/>
        </p:nvPicPr>
        <p:blipFill>
          <a:blip r:embed="R288ed4a0adaf441c">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50779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Why was the circular queue</a:t>
            </a:r>
            <a:r>
              <a:rPr lang="en-US" sz="3200" dirty="0">
                <a:solidFill>
                  <a:srgbClr val="FF0000"/>
                </a:solidFill>
              </a:rPr>
              <a: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d2f47fc2916f42e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006951"/>
            <a:ext cx="8583488" cy="2872902"/>
          </a:xfrm>
          <a:prstGeom prst="rect">
            <a:avLst/>
          </a:prstGeom>
        </p:spPr>
        <p:txBody>
          <a:bodyPr wrap="square">
            <a:spAutoFit/>
          </a:bodyPr>
          <a:lstStyle/>
          <a:p>
            <a:pPr marL="285750" indent="-285750" algn="just">
              <a:lnSpc>
                <a:spcPct val="150000"/>
              </a:lnSpc>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 If the rear reaches to the end position of the Queue then there might be possibility that some vacant spaces are left in the beginning which cannot be utilized. </a:t>
            </a:r>
          </a:p>
          <a:p>
            <a:pPr marL="285750" indent="-285750" algn="just">
              <a:lnSpc>
                <a:spcPct val="150000"/>
              </a:lnSpc>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To overcome such limitations, the concept of the circular queue was introduced.</a:t>
            </a:r>
          </a:p>
        </p:txBody>
      </p:sp>
      <p:sp>
        <p:nvSpPr>
          <p:cNvPr id="10" name="Rectangle 9"/>
          <p:cNvSpPr/>
          <p:nvPr/>
        </p:nvSpPr>
        <p:spPr>
          <a:xfrm>
            <a:off x="1632874" y="6343791"/>
            <a:ext cx="7539013" cy="369332"/>
          </a:xfrm>
          <a:prstGeom prst="rect">
            <a:avLst/>
          </a:prstGeom>
        </p:spPr>
        <p:txBody>
          <a:bodyPr wrap="square">
            <a:spAutoFit/>
          </a:bodyPr>
          <a:lstStyle/>
          <a:p>
            <a:r>
              <a:rPr lang="en-IN" dirty="0">
                <a:hlinkClick r:id="rcId8bb1ebdeb930415d"/>
              </a:rPr>
              <a:t>https://www.javatpoint.com/data-structure-queue</a:t>
            </a:r>
            <a:endParaRPr lang="en-IN" dirty="0"/>
          </a:p>
        </p:txBody>
      </p:sp>
      <p:pic>
        <p:nvPicPr>
          <p:cNvPr id="4098" name="Picture 2"/>
          <p:cNvPicPr>
            <a:picLocks noChangeAspect="1" noChangeArrowheads="1"/>
          </p:cNvPicPr>
          <p:nvPr/>
        </p:nvPicPr>
        <p:blipFill>
          <a:blip r:embed="R1eca0707043e4aa3">
            <a:extLst>
              <a:ext uri="{28A0092B-C50C-407E-A947-70E740481C1C}">
                <a14:useLocalDpi xmlns:a14="http://schemas.microsoft.com/office/drawing/2010/main" val="0"/>
              </a:ext>
            </a:extLst>
          </a:blip>
          <a:srcRect/>
          <a:stretch>
            <a:fillRect/>
          </a:stretch>
        </p:blipFill>
        <p:spPr bwMode="auto">
          <a:xfrm>
            <a:off x="3324544" y="3566120"/>
            <a:ext cx="470344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43015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8674" name="Picture 2"/>
          <p:cNvPicPr>
            <a:picLocks noChangeAspect="1" noChangeArrowheads="1"/>
          </p:cNvPicPr>
          <p:nvPr/>
        </p:nvPicPr>
        <p:blipFill>
          <a:blip r:embed="Rb4825fdca9bd45a1">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9406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Circular Queue?</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2581824f6c91407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251520" y="953869"/>
            <a:ext cx="8367464" cy="2241960"/>
          </a:xfrm>
          <a:prstGeom prst="rect">
            <a:avLst/>
          </a:prstGeom>
        </p:spPr>
        <p:txBody>
          <a:bodyPr wrap="square">
            <a:spAutoFit/>
          </a:bodyPr>
          <a:lstStyle/>
          <a:p>
            <a:pPr marL="285750" indent="-285750" algn="just">
              <a:lnSpc>
                <a:spcPct val="150000"/>
              </a:lnSpc>
              <a:buFont typeface="Wingdings" pitchFamily="2" charset="2"/>
              <a:buChar char="Ø"/>
            </a:pPr>
            <a:r>
              <a:rPr lang="en-IN" sz="2400" dirty="0"/>
              <a:t> </a:t>
            </a:r>
            <a:r>
              <a:rPr lang="en-IN" sz="2400" dirty="0">
                <a:latin typeface="Times New Roman" panose="02020603050405020304" pitchFamily="18" charset="0"/>
                <a:cs typeface="Times New Roman" panose="02020603050405020304" pitchFamily="18" charset="0"/>
              </a:rPr>
              <a:t>It is also based on the FIFO (First In First Out) principle except that the last position is connected to the first position in a circular queue that forms a circle. </a:t>
            </a:r>
          </a:p>
          <a:p>
            <a:pPr marL="285750" indent="-28575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It is also known as a </a:t>
            </a:r>
            <a:r>
              <a:rPr lang="en-IN" sz="2400" b="1" i="1" dirty="0">
                <a:latin typeface="Times New Roman" panose="02020603050405020304" pitchFamily="18" charset="0"/>
                <a:cs typeface="Times New Roman" panose="02020603050405020304" pitchFamily="18" charset="0"/>
              </a:rPr>
              <a:t>Ring Buffer</a:t>
            </a:r>
            <a:r>
              <a:rPr lang="en-IN" sz="2400" dirty="0">
                <a:latin typeface="Times New Roman" panose="02020603050405020304" pitchFamily="18" charset="0"/>
                <a:cs typeface="Times New Roman" panose="02020603050405020304" pitchFamily="18" charset="0"/>
              </a:rPr>
              <a:t>.</a:t>
            </a:r>
          </a:p>
        </p:txBody>
      </p:sp>
      <p:sp>
        <p:nvSpPr>
          <p:cNvPr id="10" name="Rectangle 9"/>
          <p:cNvSpPr/>
          <p:nvPr/>
        </p:nvSpPr>
        <p:spPr>
          <a:xfrm>
            <a:off x="1222232" y="6206090"/>
            <a:ext cx="7539013" cy="646331"/>
          </a:xfrm>
          <a:prstGeom prst="rect">
            <a:avLst/>
          </a:prstGeom>
        </p:spPr>
        <p:txBody>
          <a:bodyPr wrap="square">
            <a:spAutoFit/>
          </a:bodyPr>
          <a:lstStyle/>
          <a:p>
            <a:r>
              <a:rPr lang="en-IN" dirty="0">
                <a:hlinkClick r:id="rcId5e85763243a147a8"/>
              </a:rPr>
              <a:t>https://www.scaler.com/topics/data-structures/queue-in-data-structure/</a:t>
            </a:r>
            <a:endParaRPr lang="en-IN" dirty="0"/>
          </a:p>
          <a:p>
            <a:endParaRPr lang="en-IN" dirty="0"/>
          </a:p>
        </p:txBody>
      </p:sp>
      <p:pic>
        <p:nvPicPr>
          <p:cNvPr id="5122" name="Picture 2"/>
          <p:cNvPicPr>
            <a:picLocks noChangeAspect="1" noChangeArrowheads="1"/>
          </p:cNvPicPr>
          <p:nvPr/>
        </p:nvPicPr>
        <p:blipFill>
          <a:blip r:embed="Rcaf6a4755eb14db3">
            <a:extLst>
              <a:ext uri="{28A0092B-C50C-407E-A947-70E740481C1C}">
                <a14:useLocalDpi xmlns:a14="http://schemas.microsoft.com/office/drawing/2010/main" val="0"/>
              </a:ext>
            </a:extLst>
          </a:blip>
          <a:srcRect/>
          <a:stretch>
            <a:fillRect/>
          </a:stretch>
        </p:blipFill>
        <p:spPr bwMode="auto">
          <a:xfrm>
            <a:off x="1814043" y="3074172"/>
            <a:ext cx="4578366"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2192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c97127ece5f041e2" cstate="print">
            <a:extLst>
              <a:ext uri="{28A0092B-C50C-407E-A947-70E740481C1C}">
                <a14:useLocalDpi xmlns:a14="http://schemas.microsoft.com/office/drawing/2010/main" val="0"/>
              </a:ext>
            </a:extLst>
          </a:blip>
          <a:stretch>
            <a:fillRect/>
          </a:stretch>
        </p:blipFill>
        <p:spPr>
          <a:xfrm>
            <a:off x="2" y="-5196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1121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Operations</a:t>
            </a:r>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1b7b38bc17944e7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95536" y="1143000"/>
            <a:ext cx="8367464" cy="4570482"/>
          </a:xfrm>
          <a:prstGeom prst="rect">
            <a:avLst/>
          </a:prstGeom>
        </p:spPr>
        <p:txBody>
          <a:bodyPr wrap="square">
            <a:spAutoFit/>
          </a:bodyPr>
          <a:lstStyle/>
          <a:p>
            <a:pPr marL="342900" indent="-342900" algn="just">
              <a:lnSpc>
                <a:spcPct val="150000"/>
              </a:lnSpc>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Front:</a:t>
            </a:r>
            <a:r>
              <a:rPr lang="en-IN" sz="2400" dirty="0">
                <a:latin typeface="Times New Roman" panose="02020603050405020304" pitchFamily="18" charset="0"/>
                <a:cs typeface="Times New Roman" panose="02020603050405020304" pitchFamily="18" charset="0"/>
              </a:rPr>
              <a:t> It is used to get the front element from the Queue.</a:t>
            </a:r>
          </a:p>
          <a:p>
            <a:pPr marL="342900" indent="-342900" algn="just">
              <a:lnSpc>
                <a:spcPct val="150000"/>
              </a:lnSpc>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Rear:</a:t>
            </a:r>
            <a:r>
              <a:rPr lang="en-IN" sz="2400" dirty="0">
                <a:latin typeface="Times New Roman" panose="02020603050405020304" pitchFamily="18" charset="0"/>
                <a:cs typeface="Times New Roman" panose="02020603050405020304" pitchFamily="18" charset="0"/>
              </a:rPr>
              <a:t> It is used to get the rear element from the Queue.</a:t>
            </a:r>
          </a:p>
          <a:p>
            <a:pPr marL="342900" indent="-342900" algn="just">
              <a:lnSpc>
                <a:spcPct val="150000"/>
              </a:lnSpc>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(value):</a:t>
            </a:r>
            <a:r>
              <a:rPr lang="en-IN" sz="2400" dirty="0">
                <a:latin typeface="Times New Roman" panose="02020603050405020304" pitchFamily="18" charset="0"/>
                <a:cs typeface="Times New Roman" panose="02020603050405020304" pitchFamily="18" charset="0"/>
              </a:rPr>
              <a:t> This function is used to insert the new value in the Queue. The new element is always inserted from the rear end.</a:t>
            </a:r>
          </a:p>
          <a:p>
            <a:pPr marL="342900" indent="-342900" algn="just">
              <a:lnSpc>
                <a:spcPct val="150000"/>
              </a:lnSpc>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This function deletes an element from the Queue. The deletion in a Queue always takes place from the front end.</a:t>
            </a:r>
          </a:p>
          <a:p>
            <a:pPr algn="just"/>
            <a:endParaRPr lang="en-IN" sz="2400" dirty="0"/>
          </a:p>
        </p:txBody>
      </p:sp>
      <p:sp>
        <p:nvSpPr>
          <p:cNvPr id="2" name="Rectangle 1"/>
          <p:cNvSpPr/>
          <p:nvPr/>
        </p:nvSpPr>
        <p:spPr>
          <a:xfrm>
            <a:off x="742157" y="5477650"/>
            <a:ext cx="76962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cIdbd60795c2599471d"/>
              </a:rPr>
              <a:t>https://www.youtube.com/watch?app=desktop&amp;v=gYxdHbbjn_8</a:t>
            </a:r>
            <a:endParaRPr lang="en-IN" dirty="0"/>
          </a:p>
        </p:txBody>
      </p:sp>
    </p:spTree>
    <p:extLst>
      <p:ext uri="{BB962C8B-B14F-4D97-AF65-F5344CB8AC3E}">
        <p14:creationId xmlns:p14="http://schemas.microsoft.com/office/powerpoint/2010/main" val="10193021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10" name="Content Placeholder 3"/>
          <p:cNvPicPr>
            <a:picLocks noGrp="1" noChangeAspect="1"/>
          </p:cNvPicPr>
          <p:nvPr>
            <p:ph idx="1"/>
          </p:nvPr>
        </p:nvPicPr>
        <p:blipFill>
          <a:blip r:embed="R23ad3a20681347ca" cstate="print">
            <a:extLst>
              <a:ext uri="{28A0092B-C50C-407E-A947-70E740481C1C}">
                <a14:useLocalDpi xmlns:a14="http://schemas.microsoft.com/office/drawing/2010/main" val="0"/>
              </a:ext>
            </a:extLst>
          </a:blip>
          <a:stretch>
            <a:fillRect/>
          </a:stretch>
        </p:blipFill>
        <p:spPr>
          <a:xfrm>
            <a:off x="-38206" y="36871"/>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46863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3200" dirty="0">
                <a:solidFill>
                  <a:srgbClr val="FF0000"/>
                </a:solidFill>
              </a:rPr>
              <a:t>Representation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d84352baa4cb4d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143000"/>
            <a:ext cx="8583488" cy="461665"/>
          </a:xfrm>
          <a:prstGeom prst="rect">
            <a:avLst/>
          </a:prstGeom>
        </p:spPr>
        <p:txBody>
          <a:bodyPr wrap="square">
            <a:spAutoFit/>
          </a:bodyPr>
          <a:lstStyle/>
          <a:p>
            <a:pPr algn="just"/>
            <a:endParaRPr lang="en-IN" sz="2400" dirty="0"/>
          </a:p>
        </p:txBody>
      </p:sp>
      <p:sp>
        <p:nvSpPr>
          <p:cNvPr id="2" name="Rectangle 1"/>
          <p:cNvSpPr/>
          <p:nvPr/>
        </p:nvSpPr>
        <p:spPr>
          <a:xfrm>
            <a:off x="609600" y="5943600"/>
            <a:ext cx="7696200" cy="646331"/>
          </a:xfrm>
          <a:prstGeom prst="rect">
            <a:avLst/>
          </a:prstGeom>
        </p:spPr>
        <p:txBody>
          <a:bodyPr wrap="square">
            <a:spAutoFit/>
          </a:bodyPr>
          <a:lstStyle/>
          <a:p>
            <a:r>
              <a:rPr lang="en-IN" dirty="0">
                <a:hlinkClick r:id="rcId6c8666d3547d4bff"/>
              </a:rPr>
              <a:t>https://www.youtube.com/watch?app=desktop&amp;v=gYxdHbbjn_8</a:t>
            </a:r>
            <a:endParaRPr lang="en-IN" dirty="0"/>
          </a:p>
          <a:p>
            <a:endParaRPr lang="en-IN" dirty="0"/>
          </a:p>
        </p:txBody>
      </p:sp>
      <p:pic>
        <p:nvPicPr>
          <p:cNvPr id="3074" name="Picture 2"/>
          <p:cNvPicPr>
            <a:picLocks noChangeAspect="1" noChangeArrowheads="1"/>
          </p:cNvPicPr>
          <p:nvPr/>
        </p:nvPicPr>
        <p:blipFill rotWithShape="1">
          <a:blip r:embed="R787619b756c34ff1">
            <a:extLst>
              <a:ext uri="{28A0092B-C50C-407E-A947-70E740481C1C}">
                <a14:useLocalDpi xmlns:a14="http://schemas.microsoft.com/office/drawing/2010/main" val="0"/>
              </a:ext>
            </a:extLst>
          </a:blip>
          <a:srcRect l="9612" t="5582" r="8434" b="15267"/>
          <a:stretch>
            <a:fillRect/>
          </a:stretch>
        </p:blipFill>
        <p:spPr bwMode="auto">
          <a:xfrm>
            <a:off x="1217340" y="1164609"/>
            <a:ext cx="6480720" cy="452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653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6f7de5b4e7f94b9d"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888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47e8eab1ccf04f1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467544" y="922234"/>
            <a:ext cx="7711959" cy="5432256"/>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Insertion</a:t>
            </a:r>
          </a:p>
          <a:p>
            <a:pPr algn="just">
              <a:spcBef>
                <a:spcPts val="600"/>
              </a:spcBef>
            </a:pPr>
            <a:r>
              <a:rPr lang="en-IN" sz="2400" dirty="0">
                <a:latin typeface="Times New Roman" panose="02020603050405020304" pitchFamily="18" charset="0"/>
                <a:cs typeface="Times New Roman" panose="02020603050405020304" pitchFamily="18" charset="0"/>
              </a:rPr>
              <a:t>Step 1 : If FRONT = (REAR + 1) % MAXSIZE : then</a:t>
            </a:r>
          </a:p>
          <a:p>
            <a:pPr algn="just">
              <a:spcBef>
                <a:spcPts val="600"/>
              </a:spcBef>
            </a:pPr>
            <a:r>
              <a:rPr lang="en-IN" sz="2400" dirty="0">
                <a:latin typeface="Times New Roman" panose="02020603050405020304" pitchFamily="18" charset="0"/>
                <a:cs typeface="Times New Roman" panose="02020603050405020304" pitchFamily="18" charset="0"/>
              </a:rPr>
              <a:t> Write : “Queue Overflow”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Read NUM to be inserted in Circular Queue.</a:t>
            </a:r>
          </a:p>
          <a:p>
            <a:pPr algn="just">
              <a:spcBef>
                <a:spcPts val="600"/>
              </a:spcBef>
            </a:pPr>
            <a:r>
              <a:rPr lang="en-IN" sz="2400" dirty="0">
                <a:latin typeface="Times New Roman" panose="02020603050405020304" pitchFamily="18" charset="0"/>
                <a:cs typeface="Times New Roman" panose="02020603050405020304" pitchFamily="18" charset="0"/>
              </a:rPr>
              <a:t>Step 3 : If FRONT= -1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=0.</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REAR=(REAR + 1) % MAXSIZE.</a:t>
            </a:r>
          </a:p>
          <a:p>
            <a:pPr algn="just">
              <a:spcBef>
                <a:spcPts val="600"/>
              </a:spcBef>
            </a:pPr>
            <a:r>
              <a:rPr lang="en-IN" sz="2400" dirty="0">
                <a:latin typeface="Times New Roman" panose="02020603050405020304" pitchFamily="18" charset="0"/>
                <a:cs typeface="Times New Roman" panose="02020603050405020304" pitchFamily="18" charset="0"/>
              </a:rPr>
              <a:t> [End of If Else structure]</a:t>
            </a:r>
          </a:p>
          <a:p>
            <a:pPr algn="just">
              <a:spcBef>
                <a:spcPts val="600"/>
              </a:spcBef>
            </a:pPr>
            <a:r>
              <a:rPr lang="en-IN" sz="2400" dirty="0">
                <a:latin typeface="Times New Roman" panose="02020603050405020304" pitchFamily="18" charset="0"/>
                <a:cs typeface="Times New Roman" panose="02020603050405020304" pitchFamily="18" charset="0"/>
              </a:rPr>
              <a:t>Step 4 : Set CQUEUE[REAR]=NUM;</a:t>
            </a:r>
          </a:p>
          <a:p>
            <a:pPr algn="just">
              <a:spcBef>
                <a:spcPts val="600"/>
              </a:spcBef>
            </a:pPr>
            <a:r>
              <a:rPr lang="en-IN" sz="2400" dirty="0">
                <a:latin typeface="Times New Roman" panose="02020603050405020304" pitchFamily="18" charset="0"/>
                <a:cs typeface="Times New Roman" panose="02020603050405020304" pitchFamily="18" charset="0"/>
              </a:rPr>
              <a:t>Step 5 : Exit </a:t>
            </a:r>
          </a:p>
        </p:txBody>
      </p:sp>
    </p:spTree>
    <p:extLst>
      <p:ext uri="{BB962C8B-B14F-4D97-AF65-F5344CB8AC3E}">
        <p14:creationId xmlns:p14="http://schemas.microsoft.com/office/powerpoint/2010/main" val="6393396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fe46dbd1e9104fdf" cstate="print">
            <a:extLst>
              <a:ext uri="{28A0092B-C50C-407E-A947-70E740481C1C}">
                <a14:useLocalDpi xmlns:a14="http://schemas.microsoft.com/office/drawing/2010/main" val="0"/>
              </a:ext>
            </a:extLst>
          </a:blip>
          <a:stretch>
            <a:fillRect/>
          </a:stretch>
        </p:blipFill>
        <p:spPr>
          <a:xfrm>
            <a:off x="-36512" y="-34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539552" y="151593"/>
            <a:ext cx="66967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9a50554fbc3847a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611560" y="1124744"/>
            <a:ext cx="8153400" cy="4924425"/>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algn="just">
              <a:spcBef>
                <a:spcPts val="600"/>
              </a:spcBef>
            </a:pPr>
            <a:r>
              <a:rPr lang="en-IN" sz="2400" dirty="0">
                <a:latin typeface="Times New Roman" panose="02020603050405020304" pitchFamily="18" charset="0"/>
                <a:cs typeface="Times New Roman" panose="02020603050405020304" pitchFamily="18" charset="0"/>
              </a:rPr>
              <a:t>Step 1 : If FRONT = - 1 : then</a:t>
            </a:r>
          </a:p>
          <a:p>
            <a:pPr algn="just">
              <a:spcBef>
                <a:spcPts val="600"/>
              </a:spcBef>
            </a:pPr>
            <a:r>
              <a:rPr lang="en-IN" sz="2400" dirty="0">
                <a:latin typeface="Times New Roman" panose="02020603050405020304" pitchFamily="18" charset="0"/>
                <a:cs typeface="Times New Roman" panose="02020603050405020304" pitchFamily="18" charset="0"/>
              </a:rPr>
              <a:t> Write : “Queue Underflow”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Set NUM = CQUEUE[FRONT].</a:t>
            </a:r>
          </a:p>
          <a:p>
            <a:pPr algn="just">
              <a:spcBef>
                <a:spcPts val="600"/>
              </a:spcBef>
            </a:pPr>
            <a:r>
              <a:rPr lang="en-IN" sz="2400" dirty="0">
                <a:latin typeface="Times New Roman" panose="02020603050405020304" pitchFamily="18" charset="0"/>
                <a:cs typeface="Times New Roman" panose="02020603050405020304" pitchFamily="18" charset="0"/>
              </a:rPr>
              <a:t>Step 3 : Write ‘Deleted element from circular queue is : ",NUM.</a:t>
            </a:r>
          </a:p>
          <a:p>
            <a:pPr algn="just">
              <a:spcBef>
                <a:spcPts val="600"/>
              </a:spcBef>
            </a:pPr>
            <a:r>
              <a:rPr lang="en-IN" sz="2400" dirty="0">
                <a:latin typeface="Times New Roman" panose="02020603050405020304" pitchFamily="18" charset="0"/>
                <a:cs typeface="Times New Roman" panose="02020603050405020304" pitchFamily="18" charset="0"/>
              </a:rPr>
              <a:t>Step 4 : If FRONT = REAR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 -1;</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FRONT = (FRONT + 1) % MAXSIZE.</a:t>
            </a:r>
          </a:p>
          <a:p>
            <a:pPr algn="just">
              <a:spcBef>
                <a:spcPts val="600"/>
              </a:spcBef>
            </a:pPr>
            <a:r>
              <a:rPr lang="en-IN" sz="2400" dirty="0">
                <a:latin typeface="Times New Roman" panose="02020603050405020304" pitchFamily="18" charset="0"/>
                <a:cs typeface="Times New Roman" panose="02020603050405020304" pitchFamily="18" charset="0"/>
              </a:rPr>
              <a:t>Step 5 : Exit</a:t>
            </a:r>
          </a:p>
        </p:txBody>
      </p:sp>
    </p:spTree>
    <p:extLst>
      <p:ext uri="{BB962C8B-B14F-4D97-AF65-F5344CB8AC3E}">
        <p14:creationId xmlns:p14="http://schemas.microsoft.com/office/powerpoint/2010/main" val="14817282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934ec09884cb402f"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Illustration of Circular Queue Operations:</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20f2613a63324bf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3c9ba01a2f884fe6">
            <a:extLst>
              <a:ext uri="{28A0092B-C50C-407E-A947-70E740481C1C}">
                <a14:useLocalDpi xmlns:a14="http://schemas.microsoft.com/office/drawing/2010/main" val="0"/>
              </a:ext>
            </a:extLst>
          </a:blip>
          <a:srcRect/>
          <a:stretch>
            <a:fillRect/>
          </a:stretch>
        </p:blipFill>
        <p:spPr bwMode="auto">
          <a:xfrm>
            <a:off x="755576" y="1294791"/>
            <a:ext cx="7010400" cy="4267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77888" y="5836334"/>
            <a:ext cx="7332712" cy="646331"/>
          </a:xfrm>
          <a:prstGeom prst="rect">
            <a:avLst/>
          </a:prstGeom>
        </p:spPr>
        <p:txBody>
          <a:bodyPr wrap="square">
            <a:spAutoFit/>
          </a:bodyPr>
          <a:lstStyle/>
          <a:p>
            <a:r>
              <a:rPr lang="en-IN" dirty="0">
                <a:hlinkClick r:id="rcId93b39175d499421c"/>
              </a:rPr>
              <a:t>https://www.geeksforgeeks.org/introduction-to-circular-queue/</a:t>
            </a:r>
            <a:endParaRPr lang="en-IN" dirty="0"/>
          </a:p>
          <a:p>
            <a:endParaRPr lang="en-IN" dirty="0"/>
          </a:p>
        </p:txBody>
      </p:sp>
    </p:spTree>
    <p:extLst>
      <p:ext uri="{BB962C8B-B14F-4D97-AF65-F5344CB8AC3E}">
        <p14:creationId xmlns:p14="http://schemas.microsoft.com/office/powerpoint/2010/main" val="4645271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b48c3041fd5649b7"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Advantages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274d0d93a9bc4bf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95536" y="1052736"/>
            <a:ext cx="8136904" cy="4411785"/>
          </a:xfrm>
          <a:prstGeom prst="rect">
            <a:avLst/>
          </a:prstGeom>
        </p:spPr>
        <p:txBody>
          <a:bodyPr wrap="square">
            <a:spAutoFit/>
          </a:bodyPr>
          <a:lstStyle/>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Efficient space utilization: </a:t>
            </a:r>
            <a:r>
              <a:rPr lang="en-US" sz="2400" dirty="0">
                <a:latin typeface="Times New Roman" panose="02020603050405020304" pitchFamily="18" charset="0"/>
                <a:cs typeface="Times New Roman" panose="02020603050405020304" pitchFamily="18" charset="0"/>
              </a:rPr>
              <a:t>Circular queues efficiently use the available memory space.</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 shifting of elements: </a:t>
            </a:r>
            <a:r>
              <a:rPr lang="en-US" sz="2400" dirty="0">
                <a:latin typeface="Times New Roman" panose="02020603050405020304" pitchFamily="18" charset="0"/>
                <a:cs typeface="Times New Roman" panose="02020603050405020304" pitchFamily="18" charset="0"/>
              </a:rPr>
              <a:t>Elements are continuously added and removed without the need to shift remaining elements.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Simple implementation: </a:t>
            </a:r>
            <a:r>
              <a:rPr lang="en-US" sz="2400" dirty="0">
                <a:latin typeface="Times New Roman" panose="02020603050405020304" pitchFamily="18" charset="0"/>
                <a:cs typeface="Times New Roman" panose="02020603050405020304" pitchFamily="18" charset="0"/>
              </a:rPr>
              <a:t>It's relatively straightforward to implement a circular queue using an array.</a:t>
            </a:r>
          </a:p>
        </p:txBody>
      </p:sp>
    </p:spTree>
    <p:extLst>
      <p:ext uri="{BB962C8B-B14F-4D97-AF65-F5344CB8AC3E}">
        <p14:creationId xmlns:p14="http://schemas.microsoft.com/office/powerpoint/2010/main" val="27113568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1475f626ec0a4018"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75557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dirty="0">
                <a:solidFill>
                  <a:srgbClr val="FF0000"/>
                </a:solidFill>
              </a:rPr>
              <a:t> Disadvantage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41d066c2c0bb4c6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18865" y="1124744"/>
            <a:ext cx="8542784" cy="3673121"/>
          </a:xfrm>
          <a:prstGeom prst="rect">
            <a:avLst/>
          </a:prstGeom>
        </p:spPr>
        <p:txBody>
          <a:bodyPr wrap="square">
            <a:spAutoFit/>
          </a:bodyPr>
          <a:lstStyle/>
          <a:p>
            <a:pPr marL="342900" indent="-342900">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Fixed size: </a:t>
            </a:r>
            <a:r>
              <a:rPr lang="en-US" sz="2400" dirty="0">
                <a:latin typeface="Times New Roman" panose="02020603050405020304" pitchFamily="18" charset="0"/>
                <a:cs typeface="Times New Roman" panose="02020603050405020304" pitchFamily="18" charset="0"/>
              </a:rPr>
              <a:t>Circular queues have a fixed capacity determined by the size of the underlying array.</a:t>
            </a:r>
          </a:p>
          <a:p>
            <a:pPr marL="342900" indent="-342900">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Potential for confusion: </a:t>
            </a:r>
            <a:r>
              <a:rPr lang="en-US" sz="2400" dirty="0">
                <a:latin typeface="Times New Roman" panose="02020603050405020304" pitchFamily="18" charset="0"/>
                <a:cs typeface="Times New Roman" panose="02020603050405020304" pitchFamily="18" charset="0"/>
              </a:rPr>
              <a:t>The circular nature of the queue can sometimes lead to confusion in understanding its behavior, especially with wraparound scenarios.</a:t>
            </a:r>
          </a:p>
        </p:txBody>
      </p:sp>
    </p:spTree>
    <p:extLst>
      <p:ext uri="{BB962C8B-B14F-4D97-AF65-F5344CB8AC3E}">
        <p14:creationId xmlns:p14="http://schemas.microsoft.com/office/powerpoint/2010/main" val="20776286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ce15545ba4a14fff"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7048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Applications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af987b3ced3d4ab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1219200"/>
            <a:ext cx="8398768" cy="3451394"/>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Applications: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Operating systems for managing task scheduling.</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Networking for managing packets in routers and switches.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Memory management in embedded systems.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Simulation of resource allocation scenarios</a:t>
            </a:r>
            <a:r>
              <a:rPr lang="en-US" sz="2800" dirty="0">
                <a:latin typeface="Times New Roman" panose="02020603050405020304" pitchFamily="18" charset="0"/>
                <a:cs typeface="Times New Roman" panose="02020603050405020304" pitchFamily="18" charset="0"/>
              </a:rPr>
              <a:t>.</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9162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899711044aff42d9"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82370"/>
            <a:ext cx="87972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(Python)</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fc37d1201b384ee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600736" y="1128653"/>
            <a:ext cx="3816424" cy="5016758"/>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queue = [0] * 5</a:t>
            </a:r>
          </a:p>
          <a:p>
            <a:pPr fontAlgn="base"/>
            <a:r>
              <a:rPr lang="en-US" sz="2000" dirty="0">
                <a:latin typeface="Times New Roman" panose="02020603050405020304" pitchFamily="18" charset="0"/>
                <a:cs typeface="Times New Roman" panose="02020603050405020304" pitchFamily="18" charset="0"/>
              </a:rPr>
              <a:t>front = -1</a:t>
            </a:r>
          </a:p>
          <a:p>
            <a:pPr fontAlgn="base"/>
            <a:r>
              <a:rPr lang="en-US" sz="2000" dirty="0">
                <a:latin typeface="Times New Roman" panose="02020603050405020304" pitchFamily="18" charset="0"/>
                <a:cs typeface="Times New Roman" panose="02020603050405020304" pitchFamily="18" charset="0"/>
              </a:rPr>
              <a:t>rear = -1</a:t>
            </a:r>
          </a:p>
          <a:p>
            <a:pPr fontAlgn="base"/>
            <a:r>
              <a:rPr lang="en-US" sz="2000" dirty="0">
                <a:latin typeface="Times New Roman" panose="02020603050405020304" pitchFamily="18" charset="0"/>
                <a:cs typeface="Times New Roman" panose="02020603050405020304" pitchFamily="18" charset="0"/>
              </a:rPr>
              <a:t>size = 5</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def enqueue(value):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rear == size - 1:</a:t>
            </a:r>
          </a:p>
          <a:p>
            <a:pPr fontAlgn="base"/>
            <a:r>
              <a:rPr lang="en-US" sz="2000" dirty="0">
                <a:latin typeface="Times New Roman" panose="02020603050405020304" pitchFamily="18" charset="0"/>
                <a:cs typeface="Times New Roman" panose="02020603050405020304" pitchFamily="18" charset="0"/>
              </a:rPr>
              <a:t>        print("Queue Overflow")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if front == -1:</a:t>
            </a:r>
          </a:p>
          <a:p>
            <a:pPr fontAlgn="base"/>
            <a:r>
              <a:rPr lang="en-US" sz="2000" dirty="0">
                <a:latin typeface="Times New Roman" panose="02020603050405020304" pitchFamily="18" charset="0"/>
                <a:cs typeface="Times New Roman" panose="02020603050405020304" pitchFamily="18" charset="0"/>
              </a:rPr>
              <a:t>            front = 0</a:t>
            </a:r>
          </a:p>
          <a:p>
            <a:pPr fontAlgn="base"/>
            <a:r>
              <a:rPr lang="en-US" sz="2000" dirty="0">
                <a:latin typeface="Times New Roman" panose="02020603050405020304" pitchFamily="18" charset="0"/>
                <a:cs typeface="Times New Roman" panose="02020603050405020304" pitchFamily="18" charset="0"/>
              </a:rPr>
              <a:t>        rear += 1</a:t>
            </a:r>
          </a:p>
          <a:p>
            <a:pPr fontAlgn="base"/>
            <a:r>
              <a:rPr lang="en-US" sz="2000" dirty="0">
                <a:latin typeface="Times New Roman" panose="02020603050405020304" pitchFamily="18" charset="0"/>
                <a:cs typeface="Times New Roman" panose="02020603050405020304" pitchFamily="18" charset="0"/>
              </a:rPr>
              <a:t>        queue[rear] = value</a:t>
            </a:r>
          </a:p>
          <a:p>
            <a:pPr fontAlgn="base"/>
            <a:r>
              <a:rPr lang="en-US" sz="2000" dirty="0">
                <a:latin typeface="Times New Roman" panose="02020603050405020304" pitchFamily="18" charset="0"/>
                <a:cs typeface="Times New Roman" panose="02020603050405020304" pitchFamily="18" charset="0"/>
              </a:rPr>
              <a:t>        print(value, "inserted")</a:t>
            </a:r>
          </a:p>
          <a:p>
            <a:pPr fontAlgn="base"/>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4A7F17A-9FDA-35E0-8BD0-C87DB3A658F2}"/>
              </a:ext>
            </a:extLst>
          </p:cNvPr>
          <p:cNvSpPr txBox="1"/>
          <p:nvPr/>
        </p:nvSpPr>
        <p:spPr>
          <a:xfrm>
            <a:off x="4583415" y="1128653"/>
            <a:ext cx="3959849" cy="5016758"/>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def dequeue():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front == -1 or front &gt; rear:</a:t>
            </a:r>
          </a:p>
          <a:p>
            <a:pPr fontAlgn="base"/>
            <a:r>
              <a:rPr lang="en-US" sz="2000" dirty="0">
                <a:latin typeface="Times New Roman" panose="02020603050405020304" pitchFamily="18" charset="0"/>
                <a:cs typeface="Times New Roman" panose="02020603050405020304" pitchFamily="18" charset="0"/>
              </a:rPr>
              <a:t>        print("Queue Underflow")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print("Deleted element:", queue[front])</a:t>
            </a:r>
          </a:p>
          <a:p>
            <a:pPr fontAlgn="base"/>
            <a:r>
              <a:rPr lang="en-US" sz="2000" dirty="0">
                <a:latin typeface="Times New Roman" panose="02020603050405020304" pitchFamily="18" charset="0"/>
                <a:cs typeface="Times New Roman" panose="02020603050405020304" pitchFamily="18" charset="0"/>
              </a:rPr>
              <a:t>        front += 1</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 Example usage</a:t>
            </a:r>
          </a:p>
          <a:p>
            <a:pPr fontAlgn="base"/>
            <a:r>
              <a:rPr lang="en-US" sz="2000" dirty="0">
                <a:latin typeface="Times New Roman" panose="02020603050405020304" pitchFamily="18" charset="0"/>
                <a:cs typeface="Times New Roman" panose="02020603050405020304" pitchFamily="18" charset="0"/>
              </a:rPr>
              <a:t>enqueue(10)</a:t>
            </a:r>
          </a:p>
          <a:p>
            <a:pPr fontAlgn="base"/>
            <a:r>
              <a:rPr lang="en-US" sz="2000" dirty="0">
                <a:latin typeface="Times New Roman" panose="02020603050405020304" pitchFamily="18" charset="0"/>
                <a:cs typeface="Times New Roman" panose="02020603050405020304" pitchFamily="18" charset="0"/>
              </a:rPr>
              <a:t>enqueue(20)</a:t>
            </a:r>
          </a:p>
          <a:p>
            <a:pPr fontAlgn="base"/>
            <a:r>
              <a:rPr lang="en-US" sz="2000" dirty="0">
                <a:latin typeface="Times New Roman" panose="02020603050405020304" pitchFamily="18" charset="0"/>
                <a:cs typeface="Times New Roman" panose="02020603050405020304" pitchFamily="18" charset="0"/>
              </a:rPr>
              <a:t>enqueue(30)</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dequeue()</a:t>
            </a:r>
          </a:p>
          <a:p>
            <a:pPr fontAlgn="base"/>
            <a:r>
              <a:rPr lang="en-US" sz="2000" dirty="0">
                <a:latin typeface="Times New Roman" panose="02020603050405020304" pitchFamily="18" charset="0"/>
                <a:cs typeface="Times New Roman" panose="02020603050405020304" pitchFamily="18" charset="0"/>
              </a:rPr>
              <a:t>dequeue()</a:t>
            </a:r>
          </a:p>
        </p:txBody>
      </p:sp>
    </p:spTree>
    <p:extLst>
      <p:ext uri="{BB962C8B-B14F-4D97-AF65-F5344CB8AC3E}">
        <p14:creationId xmlns:p14="http://schemas.microsoft.com/office/powerpoint/2010/main" val="42065350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624929edc87140b6"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15841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Output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599cb222e4554a4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467544" y="914400"/>
            <a:ext cx="7609656" cy="4370427"/>
          </a:xfrm>
          <a:prstGeom prst="rect">
            <a:avLst/>
          </a:prstGeom>
          <a:noFill/>
        </p:spPr>
        <p:txBody>
          <a:bodyPr wrap="square" rtlCol="0">
            <a:spAutoFit/>
          </a:bodyPr>
          <a:lstStyle/>
          <a:p>
            <a:pPr fontAlgn="base">
              <a:lnSpc>
                <a:spcPct val="150000"/>
              </a:lnSpc>
            </a:pPr>
            <a:r>
              <a:rPr lang="en-US" sz="2400" dirty="0">
                <a:solidFill>
                  <a:schemeClr val="tx2"/>
                </a:solidFill>
                <a:latin typeface="Times New Roman" panose="02020603050405020304" pitchFamily="18" charset="0"/>
                <a:cs typeface="Times New Roman" panose="02020603050405020304" pitchFamily="18" charset="0"/>
              </a:rPr>
              <a:t>Elements in Circular Queue are: </a:t>
            </a:r>
          </a:p>
          <a:p>
            <a:pPr fontAlgn="base">
              <a:lnSpc>
                <a:spcPct val="150000"/>
              </a:lnSpc>
            </a:pPr>
            <a:r>
              <a:rPr lang="en-US" sz="2000" dirty="0">
                <a:latin typeface="Times New Roman" panose="02020603050405020304" pitchFamily="18" charset="0"/>
                <a:cs typeface="Times New Roman" panose="02020603050405020304" pitchFamily="18" charset="0"/>
              </a:rPr>
              <a:t>14 22 6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14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22 </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  9  20;</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065934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7ea5eb094e5b422c" cstate="print">
            <a:extLst>
              <a:ext uri="{28A0092B-C50C-407E-A947-70E740481C1C}">
                <a14:useLocalDpi xmlns:a14="http://schemas.microsoft.com/office/drawing/2010/main" val="0"/>
              </a:ext>
            </a:extLst>
          </a:blip>
          <a:stretch>
            <a:fillRect/>
          </a:stretch>
        </p:blipFill>
        <p:spPr>
          <a:xfrm>
            <a:off x="-36512" y="-37216"/>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192916c58ef94c3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67544" y="902558"/>
            <a:ext cx="7992888" cy="4047262"/>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A standard circular Queue 'q' implemented whose size is 11 from 0 to 10. The front &amp; rear pointers start to point at q[2]. The ninth element be added at which position?</a:t>
            </a:r>
          </a:p>
          <a:p>
            <a:pPr algn="just">
              <a:spcBef>
                <a:spcPts val="600"/>
              </a:spcBef>
            </a:pPr>
            <a:endParaRPr lang="en-IN" sz="2200" b="1" dirty="0">
              <a:latin typeface="Times New Roman" panose="02020603050405020304" pitchFamily="18" charset="0"/>
              <a:cs typeface="Times New Roman" panose="02020603050405020304" pitchFamily="18" charset="0"/>
            </a:endParaRP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q[0]</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q[9]</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q[10]</a:t>
            </a:r>
          </a:p>
          <a:p>
            <a:pPr marL="360363" lvl="1" indent="-360363">
              <a:spcBef>
                <a:spcPts val="600"/>
              </a:spcBef>
              <a:buFont typeface="+mj-lt"/>
              <a:buAutoNum type="alphaLcParenR"/>
            </a:pPr>
            <a:endParaRPr lang="en-IN" sz="2200" dirty="0">
              <a:latin typeface="Times New Roman" panose="02020603050405020304" pitchFamily="18" charset="0"/>
              <a:cs typeface="Times New Roman" panose="02020603050405020304" pitchFamily="18" charset="0"/>
            </a:endParaRPr>
          </a:p>
          <a:p>
            <a:pPr marL="0" lvl="1">
              <a:spcBef>
                <a:spcPts val="600"/>
              </a:spcBef>
            </a:pPr>
            <a:r>
              <a:rPr lang="en-IN" sz="2400" b="1" dirty="0">
                <a:latin typeface="Times New Roman" panose="02020603050405020304" pitchFamily="18" charset="0"/>
                <a:cs typeface="Times New Roman" panose="02020603050405020304" pitchFamily="18" charset="0"/>
              </a:rPr>
              <a:t>Solution: a. q[0]</a:t>
            </a:r>
            <a:endParaRPr lang="en-IN" sz="2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0837EDB1-C0C9-3C1E-AF68-B41AC3BF2503}"/>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27953506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14a8f54d83d3417b" cstate="print">
            <a:extLst>
              <a:ext uri="{28A0092B-C50C-407E-A947-70E740481C1C}">
                <a14:useLocalDpi xmlns:a14="http://schemas.microsoft.com/office/drawing/2010/main" val="0"/>
              </a:ext>
            </a:extLst>
          </a:blip>
          <a:stretch>
            <a:fillRect/>
          </a:stretch>
        </p:blipFill>
        <p:spPr>
          <a:xfrm>
            <a:off x="9834" y="-54423"/>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ab5a9ace9d22465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79996" y="774774"/>
            <a:ext cx="8253151" cy="4602029"/>
          </a:xfrm>
          <a:prstGeom prst="rect">
            <a:avLst/>
          </a:prstGeom>
        </p:spPr>
        <p:txBody>
          <a:bodyPr wrap="square">
            <a:spAutoFit/>
          </a:bodyPr>
          <a:lstStyle/>
          <a:p>
            <a:pPr>
              <a:lnSpc>
                <a:spcPct val="150000"/>
              </a:lnSpc>
            </a:pPr>
            <a:r>
              <a:rPr lang="en-IN" sz="2200" b="1" dirty="0">
                <a:latin typeface="Times New Roman" panose="02020603050405020304" pitchFamily="18" charset="0"/>
                <a:cs typeface="Times New Roman" panose="02020603050405020304" pitchFamily="18" charset="0"/>
              </a:rPr>
              <a:t> Choose the incorrect statement?</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If Queue is implemented through the linked list, keeping track of a front pointer will change only rear pointer "s" during insertion into non-empty Queue.</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least recently used page fault algorithm and Quicksort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Quicksort algorithm but not least recently used (LRU) page fault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Both (A) and (C)</a:t>
            </a:r>
          </a:p>
        </p:txBody>
      </p:sp>
      <p:sp>
        <p:nvSpPr>
          <p:cNvPr id="6" name="Rectangle 5"/>
          <p:cNvSpPr/>
          <p:nvPr/>
        </p:nvSpPr>
        <p:spPr>
          <a:xfrm>
            <a:off x="539552" y="5358107"/>
            <a:ext cx="8193595"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Solution: c. The Queue can be used to implement the Quicksort algorithm but not least recently used (LRU) page fault algorithm.</a:t>
            </a:r>
            <a:endParaRPr lang="en-IN"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399AEC7-042F-4947-35FF-C5C058E72DA7}"/>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37641333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2aeaddaeff54ca9"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ff2b43c0ffc489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5842" name="Picture 2"/>
          <p:cNvPicPr>
            <a:picLocks noChangeAspect="1" noChangeArrowheads="1"/>
          </p:cNvPicPr>
          <p:nvPr/>
        </p:nvPicPr>
        <p:blipFill rotWithShape="1">
          <a:blip r:embed="R3d695f27e7e5496c">
            <a:extLst>
              <a:ext uri="{28A0092B-C50C-407E-A947-70E740481C1C}">
                <a14:useLocalDpi xmlns:a14="http://schemas.microsoft.com/office/drawing/2010/main" val="0"/>
              </a:ext>
            </a:extLst>
          </a:blip>
          <a:srcRect b="9562"/>
          <a:stretch>
            <a:fillRect/>
          </a:stretch>
        </p:blipFill>
        <p:spPr bwMode="auto">
          <a:xfrm>
            <a:off x="1099781" y="2055152"/>
            <a:ext cx="7019925" cy="187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40296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27e3e200686492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57199" y="381545"/>
            <a:ext cx="81202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493f287af21f407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457200" y="1279146"/>
            <a:ext cx="4312568" cy="1503297"/>
          </a:xfrm>
          <a:prstGeom prst="rect">
            <a:avLst/>
          </a:prstGeom>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Types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Input restricted queue</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Output restricted queue</a:t>
            </a:r>
          </a:p>
        </p:txBody>
      </p:sp>
      <p:pic>
        <p:nvPicPr>
          <p:cNvPr id="36866" name="Picture 2"/>
          <p:cNvPicPr>
            <a:picLocks noChangeAspect="1" noChangeArrowheads="1"/>
          </p:cNvPicPr>
          <p:nvPr/>
        </p:nvPicPr>
        <p:blipFill>
          <a:blip r:embed="R1b523951258f4540">
            <a:extLst>
              <a:ext uri="{28A0092B-C50C-407E-A947-70E740481C1C}">
                <a14:useLocalDpi xmlns:a14="http://schemas.microsoft.com/office/drawing/2010/main" val="0"/>
              </a:ext>
            </a:extLst>
          </a:blip>
          <a:srcRect/>
          <a:stretch>
            <a:fillRect/>
          </a:stretch>
        </p:blipFill>
        <p:spPr bwMode="auto">
          <a:xfrm>
            <a:off x="1619672" y="3000140"/>
            <a:ext cx="6114034" cy="131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ee1186a174744a88">
            <a:extLst>
              <a:ext uri="{28A0092B-C50C-407E-A947-70E740481C1C}">
                <a14:useLocalDpi xmlns:a14="http://schemas.microsoft.com/office/drawing/2010/main" val="0"/>
              </a:ext>
            </a:extLst>
          </a:blip>
          <a:srcRect/>
          <a:stretch>
            <a:fillRect/>
          </a:stretch>
        </p:blipFill>
        <p:spPr bwMode="auto">
          <a:xfrm>
            <a:off x="1639493" y="4824978"/>
            <a:ext cx="6275040" cy="1070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6398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d07ce5aca4b4ad2"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Operations performed on Deque</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ac4cba5167f8440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39552" y="1334777"/>
            <a:ext cx="8037856" cy="4401205"/>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There are the following operations that can be applied on a deque -</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front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rear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 whether the deque is full or not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Checks whether the deque is empty or not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6213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7b4b32441e54ded"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23528" y="370965"/>
            <a:ext cx="817341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4804b4497b7496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9698" name="Picture 2"/>
          <p:cNvPicPr>
            <a:picLocks noChangeAspect="1" noChangeArrowheads="1"/>
          </p:cNvPicPr>
          <p:nvPr/>
        </p:nvPicPr>
        <p:blipFill>
          <a:blip r:embed="R26c0529597a14740">
            <a:extLst>
              <a:ext uri="{28A0092B-C50C-407E-A947-70E740481C1C}">
                <a14:useLocalDpi xmlns:a14="http://schemas.microsoft.com/office/drawing/2010/main" val="0"/>
              </a:ext>
            </a:extLst>
          </a:blip>
          <a:srcRect/>
          <a:stretch>
            <a:fillRect/>
          </a:stretch>
        </p:blipFill>
        <p:spPr bwMode="auto">
          <a:xfrm>
            <a:off x="1047047" y="1145459"/>
            <a:ext cx="7324725"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95094" y="5184663"/>
            <a:ext cx="7086906" cy="923330"/>
          </a:xfrm>
          <a:prstGeom prst="rect">
            <a:avLst/>
          </a:prstGeom>
        </p:spPr>
        <p:txBody>
          <a:bodyPr wrap="square">
            <a:spAutoFit/>
          </a:bodyPr>
          <a:lstStyle/>
          <a:p>
            <a:r>
              <a:rPr lang="en-IN" dirty="0">
                <a:hlinkClick r:id="rcId841f813f6d004fb9"/>
              </a:rPr>
              <a:t>https://www.simplilearn.com/tutorials/data-structure-tutorial/priority-queue-in-data-structure</a:t>
            </a:r>
            <a:endParaRPr lang="en-IN" dirty="0"/>
          </a:p>
          <a:p>
            <a:endParaRPr lang="en-IN" dirty="0"/>
          </a:p>
        </p:txBody>
      </p:sp>
    </p:spTree>
    <p:extLst>
      <p:ext uri="{BB962C8B-B14F-4D97-AF65-F5344CB8AC3E}">
        <p14:creationId xmlns:p14="http://schemas.microsoft.com/office/powerpoint/2010/main" val="38982598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ec3d03a5e834ce4"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f11d431b05a4c7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95094" y="5184663"/>
            <a:ext cx="7086906" cy="923330"/>
          </a:xfrm>
          <a:prstGeom prst="rect">
            <a:avLst/>
          </a:prstGeom>
        </p:spPr>
        <p:txBody>
          <a:bodyPr wrap="square">
            <a:spAutoFit/>
          </a:bodyPr>
          <a:lstStyle/>
          <a:p>
            <a:r>
              <a:rPr lang="en-IN" dirty="0">
                <a:hlinkClick r:id="rcIde90e7da66861457e"/>
              </a:rPr>
              <a:t>https://www.simplilearn.com/tutorials/data-structure-tutorial/priority-queue-in-data-structure</a:t>
            </a:r>
            <a:endParaRPr lang="en-IN" dirty="0"/>
          </a:p>
          <a:p>
            <a:endParaRPr lang="en-IN" dirty="0"/>
          </a:p>
        </p:txBody>
      </p:sp>
      <p:sp>
        <p:nvSpPr>
          <p:cNvPr id="2" name="Rectangle 1"/>
          <p:cNvSpPr/>
          <p:nvPr/>
        </p:nvSpPr>
        <p:spPr>
          <a:xfrm>
            <a:off x="467544" y="1314712"/>
            <a:ext cx="8029400" cy="120032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priority of elements determines the order of removal in a queue, i.e., the element with higher priority will leave the queue first, whereas the element with the lowest priority at last</a:t>
            </a:r>
            <a:endParaRPr lang="en-IN" sz="2800" dirty="0">
              <a:latin typeface="Times New Roman" panose="02020603050405020304" pitchFamily="18" charset="0"/>
              <a:cs typeface="Times New Roman" panose="02020603050405020304" pitchFamily="18" charset="0"/>
            </a:endParaRPr>
          </a:p>
        </p:txBody>
      </p:sp>
      <p:pic>
        <p:nvPicPr>
          <p:cNvPr id="30722" name="Picture 2"/>
          <p:cNvPicPr>
            <a:picLocks noChangeAspect="1" noChangeArrowheads="1"/>
          </p:cNvPicPr>
          <p:nvPr/>
        </p:nvPicPr>
        <p:blipFill>
          <a:blip r:embed="R99700027ad0949b4">
            <a:extLst>
              <a:ext uri="{28A0092B-C50C-407E-A947-70E740481C1C}">
                <a14:useLocalDpi xmlns:a14="http://schemas.microsoft.com/office/drawing/2010/main" val="0"/>
              </a:ext>
            </a:extLst>
          </a:blip>
          <a:srcRect/>
          <a:stretch>
            <a:fillRect/>
          </a:stretch>
        </p:blipFill>
        <p:spPr bwMode="auto">
          <a:xfrm>
            <a:off x="1619672" y="2553216"/>
            <a:ext cx="6238875"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74068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6a5984c349c40dc"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30f10bad9823471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2" name="Diagram 1">
            <a:extLst>
              <a:ext uri="{FF2B5EF4-FFF2-40B4-BE49-F238E27FC236}">
                <a16:creationId xmlns:a16="http://schemas.microsoft.com/office/drawing/2014/main" id="{6C1A5B4E-7247-B549-387E-5EAF99584C32}"/>
              </a:ext>
            </a:extLst>
          </p:cNvPr>
          <p:cNvGraphicFramePr/>
          <p:nvPr>
            <p:extLst>
              <p:ext uri="{D42A27DB-BD31-4B8C-83A1-F6EECF244321}">
                <p14:modId xmlns:p14="http://schemas.microsoft.com/office/powerpoint/2010/main" val="299051774"/>
              </p:ext>
            </p:extLst>
          </p:nvPr>
        </p:nvGraphicFramePr>
        <p:xfrm>
          <a:off x="1542256" y="1710884"/>
          <a:ext cx="6096000" cy="4064000"/>
        </p:xfrm>
        <a:graphic>
          <a:graphicData uri="http://schemas.openxmlformats.org/drawingml/2006/diagram">
            <dgm:relIds xmlns:dgm="http://schemas.openxmlformats.org/drawingml/2006/diagram" xmlns:r="http://schemas.openxmlformats.org/officeDocument/2006/relationships" r:dm="Rfdcea7dcb2e74e30" r:lo="R02f30a432e3d4527" r:qs="R236822759e1047f7" r:cs="R9e3baea949bb4d0c"/>
          </a:graphicData>
        </a:graphic>
      </p:graphicFrame>
    </p:spTree>
    <p:extLst>
      <p:ext uri="{BB962C8B-B14F-4D97-AF65-F5344CB8AC3E}">
        <p14:creationId xmlns:p14="http://schemas.microsoft.com/office/powerpoint/2010/main" val="4612745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3eb0aa88d134ba2"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6" y="370965"/>
            <a:ext cx="81014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0dd742ab0b842f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143000" y="5638800"/>
            <a:ext cx="7086906" cy="923330"/>
          </a:xfrm>
          <a:prstGeom prst="rect">
            <a:avLst/>
          </a:prstGeom>
        </p:spPr>
        <p:txBody>
          <a:bodyPr wrap="square">
            <a:spAutoFit/>
          </a:bodyPr>
          <a:lstStyle/>
          <a:p>
            <a:r>
              <a:rPr lang="en-IN" dirty="0">
                <a:hlinkClick r:id="rcIdabf1a32529824f0f"/>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d238adbff7fd48ec">
            <a:extLst>
              <a:ext uri="{28A0092B-C50C-407E-A947-70E740481C1C}">
                <a14:useLocalDpi xmlns:a14="http://schemas.microsoft.com/office/drawing/2010/main" val="0"/>
              </a:ext>
            </a:extLst>
          </a:blip>
          <a:srcRect b="46842"/>
          <a:stretch>
            <a:fillRect/>
          </a:stretch>
        </p:blipFill>
        <p:spPr bwMode="auto">
          <a:xfrm>
            <a:off x="988919" y="1317625"/>
            <a:ext cx="7202674"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28296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c63036facdd4095"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57200" y="370965"/>
            <a:ext cx="803974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b78a6d25104448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971600" y="5184663"/>
            <a:ext cx="7410400" cy="923330"/>
          </a:xfrm>
          <a:prstGeom prst="rect">
            <a:avLst/>
          </a:prstGeom>
        </p:spPr>
        <p:txBody>
          <a:bodyPr wrap="square">
            <a:spAutoFit/>
          </a:bodyPr>
          <a:lstStyle/>
          <a:p>
            <a:r>
              <a:rPr lang="en-IN" dirty="0">
                <a:hlinkClick r:id="rcId6b87d368d8ee4db2"/>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f388d660272f4f4e">
            <a:extLst>
              <a:ext uri="{28A0092B-C50C-407E-A947-70E740481C1C}">
                <a14:useLocalDpi xmlns:a14="http://schemas.microsoft.com/office/drawing/2010/main" val="0"/>
              </a:ext>
            </a:extLst>
          </a:blip>
          <a:srcRect t="53158"/>
          <a:stretch>
            <a:fillRect/>
          </a:stretch>
        </p:blipFill>
        <p:spPr bwMode="auto">
          <a:xfrm>
            <a:off x="457200" y="1371600"/>
            <a:ext cx="7924800" cy="351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8767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81682d4e69d4a0b"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 Applications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c0ca13f130c4df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683568" y="1293834"/>
            <a:ext cx="4242995" cy="3359061"/>
          </a:xfrm>
          <a:prstGeom prst="rect">
            <a:avLst/>
          </a:prstGeom>
        </p:spPr>
        <p:txBody>
          <a:bodyPr wrap="square">
            <a:spAutoFit/>
          </a:bodyPr>
          <a:lstStyle/>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Operating systems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Time-activated events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Managing responsibilities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Sorting</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Djikstra’s Algorithm</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Prim’s Algorithm </a:t>
            </a:r>
          </a:p>
        </p:txBody>
      </p:sp>
    </p:spTree>
    <p:extLst>
      <p:ext uri="{BB962C8B-B14F-4D97-AF65-F5344CB8AC3E}">
        <p14:creationId xmlns:p14="http://schemas.microsoft.com/office/powerpoint/2010/main" val="35812319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85b5311c2014f4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611559" y="381545"/>
            <a:ext cx="7965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3831a74f86cf4d6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713250" y="1375249"/>
            <a:ext cx="3541035" cy="3682226"/>
          </a:xfrm>
          <a:prstGeom prst="rect">
            <a:avLst/>
          </a:prstGeom>
        </p:spPr>
        <p:txBody>
          <a:bodyPr wrap="square">
            <a:spAutoFit/>
          </a:bodyPr>
          <a:lstStyle/>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Linked List</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Binary Heap</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Array</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Binary Search Tree</a:t>
            </a:r>
          </a:p>
          <a:p>
            <a:pPr algn="just">
              <a:lnSpc>
                <a:spcPct val="200000"/>
              </a:lnSpc>
            </a:pPr>
            <a:endParaRPr lang="en-IN" sz="2400" dirty="0"/>
          </a:p>
        </p:txBody>
      </p:sp>
    </p:spTree>
    <p:extLst>
      <p:ext uri="{BB962C8B-B14F-4D97-AF65-F5344CB8AC3E}">
        <p14:creationId xmlns:p14="http://schemas.microsoft.com/office/powerpoint/2010/main" val="16940127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372e222599584126"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17676af3396488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109864" cy="4401205"/>
          </a:xfrm>
          <a:prstGeom prst="rect">
            <a:avLst/>
          </a:prstGeom>
          <a:noFill/>
        </p:spPr>
        <p:txBody>
          <a:bodyPr wrap="square" rtlCol="0">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Insertion:</a:t>
            </a:r>
          </a:p>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Insertion operation is used to insert a new element into the queue. Whenever a new element is inserted,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The new element is moved to an empty slot top to bottom and left to right.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If the inserted element is not in the correct position. It will be compared with the parent element.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And if the element is not in the correct order, then elements are swapped until the inserted element gets to the correct position. </a:t>
            </a:r>
          </a:p>
        </p:txBody>
      </p:sp>
    </p:spTree>
    <p:extLst>
      <p:ext uri="{BB962C8B-B14F-4D97-AF65-F5344CB8AC3E}">
        <p14:creationId xmlns:p14="http://schemas.microsoft.com/office/powerpoint/2010/main" val="33987016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6e51aa3fa724958"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e7bbf4d3009496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208912" cy="3534622"/>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Algorithm:</a:t>
            </a:r>
          </a:p>
          <a:p>
            <a:pPr algn="just"/>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if (the queue is empty)</a:t>
            </a:r>
          </a:p>
          <a:p>
            <a:pPr algn="just">
              <a:lnSpc>
                <a:spcPct val="150000"/>
              </a:lnSpc>
            </a:pPr>
            <a:r>
              <a:rPr lang="en-IN" sz="2400" dirty="0">
                <a:latin typeface="Times New Roman" panose="02020603050405020304" pitchFamily="18" charset="0"/>
                <a:cs typeface="Times New Roman" panose="02020603050405020304" pitchFamily="18" charset="0"/>
              </a:rPr>
              <a:t>Create a node</a:t>
            </a:r>
          </a:p>
          <a:p>
            <a:pPr algn="just">
              <a:lnSpc>
                <a:spcPct val="150000"/>
              </a:lnSpc>
            </a:pPr>
            <a:r>
              <a:rPr lang="en-IN" sz="2400" dirty="0">
                <a:latin typeface="Times New Roman" panose="02020603050405020304" pitchFamily="18" charset="0"/>
                <a:cs typeface="Times New Roman" panose="02020603050405020304" pitchFamily="18" charset="0"/>
              </a:rPr>
              <a:t>else                                             //when node is already present</a:t>
            </a:r>
          </a:p>
          <a:p>
            <a:pPr algn="just">
              <a:lnSpc>
                <a:spcPct val="150000"/>
              </a:lnSpc>
            </a:pPr>
            <a:r>
              <a:rPr lang="en-IN" sz="2400" dirty="0">
                <a:latin typeface="Times New Roman" panose="02020603050405020304" pitchFamily="18" charset="0"/>
                <a:cs typeface="Times New Roman" panose="02020603050405020304" pitchFamily="18" charset="0"/>
              </a:rPr>
              <a:t>Insert the new node at the end of the queue (last node from left to right) </a:t>
            </a: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1790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049e71ee24384ae5"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8495d84dee45416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503548" y="1362037"/>
            <a:ext cx="8136904" cy="37192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Deletion:</a:t>
            </a:r>
          </a:p>
          <a:p>
            <a:pPr algn="just">
              <a:lnSpc>
                <a:spcPct val="150000"/>
              </a:lnSpc>
            </a:pPr>
            <a:r>
              <a:rPr lang="en-IN" sz="2400" dirty="0">
                <a:latin typeface="Times New Roman" panose="02020603050405020304" pitchFamily="18" charset="0"/>
                <a:cs typeface="Times New Roman" panose="02020603050405020304" pitchFamily="18" charset="0"/>
              </a:rPr>
              <a:t>Deletion operation is used to remove any element from the queue, For deleting any element,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Choose the element which needs to be deleted.</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Swap it with the last element.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Remove the last element</a:t>
            </a:r>
          </a:p>
          <a:p>
            <a:pPr marL="342900" indent="-342900" algn="just">
              <a:lnSpc>
                <a:spcPct val="150000"/>
              </a:lnSpc>
              <a:buFont typeface="Wingdings" pitchFamily="2" charset="2"/>
              <a:buChar char="Ø"/>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6135784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2f9956c7f5a4f3e"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c9e76e52f2e47f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395536" y="1233334"/>
            <a:ext cx="8784976" cy="483209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Deletion:</a:t>
            </a:r>
          </a:p>
          <a:p>
            <a:endParaRPr lang="en-IN" sz="2800" b="1" dirty="0">
              <a:latin typeface="Times New Roman" panose="02020603050405020304" pitchFamily="18" charset="0"/>
              <a:cs typeface="Times New Roman" panose="02020603050405020304" pitchFamily="18" charset="0"/>
            </a:endParaRPr>
          </a:p>
          <a:p>
            <a:pPr>
              <a:lnSpc>
                <a:spcPct val="150000"/>
              </a:lnSpc>
            </a:pPr>
            <a:r>
              <a:rPr lang="en-IN" sz="2400" b="1" i="1" dirty="0">
                <a:latin typeface="Times New Roman" panose="02020603050405020304" pitchFamily="18" charset="0"/>
                <a:cs typeface="Times New Roman" panose="02020603050405020304" pitchFamily="18" charset="0"/>
              </a:rPr>
              <a:t>Algorithm:</a:t>
            </a:r>
          </a:p>
          <a:p>
            <a:pPr>
              <a:lnSpc>
                <a:spcPct val="150000"/>
              </a:lnSpc>
            </a:pPr>
            <a:r>
              <a:rPr lang="en-IN" sz="2400" dirty="0">
                <a:latin typeface="Times New Roman" panose="02020603050405020304" pitchFamily="18" charset="0"/>
                <a:cs typeface="Times New Roman" panose="02020603050405020304" pitchFamily="18" charset="0"/>
              </a:rPr>
              <a:t>if (node== leaf node)</a:t>
            </a:r>
          </a:p>
          <a:p>
            <a:pPr>
              <a:lnSpc>
                <a:spcPct val="150000"/>
              </a:lnSpc>
            </a:pPr>
            <a:r>
              <a:rPr lang="en-IN" sz="2400" dirty="0">
                <a:latin typeface="Times New Roman" panose="02020603050405020304" pitchFamily="18" charset="0"/>
                <a:cs typeface="Times New Roman" panose="02020603050405020304" pitchFamily="18" charset="0"/>
              </a:rPr>
              <a:t>delete  node</a:t>
            </a:r>
          </a:p>
          <a:p>
            <a:pPr>
              <a:lnSpc>
                <a:spcPct val="150000"/>
              </a:lnSpc>
            </a:pPr>
            <a:r>
              <a:rPr lang="en-IN" sz="2400" dirty="0">
                <a:latin typeface="Times New Roman" panose="02020603050405020304" pitchFamily="18" charset="0"/>
                <a:cs typeface="Times New Roman" panose="02020603050405020304" pitchFamily="18" charset="0"/>
              </a:rPr>
              <a:t>else                                              //when node is not leaf node</a:t>
            </a:r>
          </a:p>
          <a:p>
            <a:pPr>
              <a:lnSpc>
                <a:spcPct val="150000"/>
              </a:lnSpc>
            </a:pPr>
            <a:r>
              <a:rPr lang="en-IN" sz="2400" dirty="0">
                <a:latin typeface="Times New Roman" panose="02020603050405020304" pitchFamily="18" charset="0"/>
                <a:cs typeface="Times New Roman" panose="02020603050405020304" pitchFamily="18" charset="0"/>
              </a:rPr>
              <a:t>Swap node with leaf node</a:t>
            </a:r>
          </a:p>
          <a:p>
            <a:pPr>
              <a:lnSpc>
                <a:spcPct val="150000"/>
              </a:lnSpc>
            </a:pPr>
            <a:r>
              <a:rPr lang="en-IN" sz="2400" dirty="0">
                <a:latin typeface="Times New Roman" panose="02020603050405020304" pitchFamily="18" charset="0"/>
                <a:cs typeface="Times New Roman" panose="02020603050405020304" pitchFamily="18" charset="0"/>
              </a:rPr>
              <a:t>Delete the leaf node</a:t>
            </a:r>
          </a:p>
          <a:p>
            <a:pPr>
              <a:lnSpc>
                <a:spcPct val="150000"/>
              </a:lnSpc>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16158930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932ecbe08854849"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80999" y="381545"/>
            <a:ext cx="81964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e8f64265774b4e9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381000" y="1091018"/>
            <a:ext cx="6705600" cy="4524315"/>
          </a:xfrm>
          <a:prstGeom prst="rect">
            <a:avLst/>
          </a:prstGeom>
          <a:noFill/>
        </p:spPr>
        <p:txBody>
          <a:bodyPr wrap="square" rtlCol="0">
            <a:spAutoFit/>
          </a:bodyPr>
          <a:lstStyle/>
          <a:p>
            <a:pPr>
              <a:lnSpc>
                <a:spcPct val="200000"/>
              </a:lnSpc>
            </a:pPr>
            <a:r>
              <a:rPr lang="en-IN" sz="2400" dirty="0">
                <a:latin typeface="Times New Roman" panose="02020603050405020304" pitchFamily="18" charset="0"/>
                <a:cs typeface="Times New Roman" panose="02020603050405020304" pitchFamily="18" charset="0"/>
              </a:rPr>
              <a:t>The basic implementation using array is:</a:t>
            </a:r>
          </a:p>
          <a:p>
            <a:pPr>
              <a:lnSpc>
                <a:spcPct val="200000"/>
              </a:lnSpc>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priority:</a:t>
            </a:r>
          </a:p>
          <a:p>
            <a:pPr>
              <a:lnSpc>
                <a:spcPct val="200000"/>
              </a:lnSpc>
            </a:pP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23992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28133bc12104730"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135324"/>
            <a:ext cx="842493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a:t>
            </a:r>
          </a:p>
          <a:p>
            <a:r>
              <a:rPr lang="en-IN" sz="3200" b="1" dirty="0">
                <a:solidFill>
                  <a:srgbClr val="E31E24"/>
                </a:solidFill>
                <a:cs typeface="Times New Roman" panose="02020603050405020304" pitchFamily="18" charset="0"/>
              </a:rPr>
              <a:t>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de499471a644d5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66590" y="1212542"/>
            <a:ext cx="8199803" cy="4524315"/>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Operations in array:</a:t>
            </a:r>
          </a:p>
          <a:p>
            <a:pPr algn="just">
              <a:lnSpc>
                <a:spcPct val="150000"/>
              </a:lnSpc>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is used to insert new element into the priority queue.</a:t>
            </a:r>
          </a:p>
          <a:p>
            <a:pPr algn="just">
              <a:lnSpc>
                <a:spcPct val="150000"/>
              </a:lnSpc>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removes an element with the highest priority from the priority queue.</a:t>
            </a:r>
          </a:p>
          <a:p>
            <a:pPr algn="just">
              <a:lnSpc>
                <a:spcPct val="150000"/>
              </a:lnSpc>
            </a:pPr>
            <a:r>
              <a:rPr lang="en-IN" sz="2400" b="1" dirty="0">
                <a:latin typeface="Times New Roman" panose="02020603050405020304" pitchFamily="18" charset="0"/>
                <a:cs typeface="Times New Roman" panose="02020603050405020304" pitchFamily="18" charset="0"/>
              </a:rPr>
              <a:t>peek(): </a:t>
            </a:r>
            <a:r>
              <a:rPr lang="en-IN" sz="2400" dirty="0">
                <a:latin typeface="Times New Roman" panose="02020603050405020304" pitchFamily="18" charset="0"/>
                <a:cs typeface="Times New Roman" panose="02020603050405020304" pitchFamily="18" charset="0"/>
              </a:rPr>
              <a:t>It is used to determine the highest priority element in the queue without removing it.</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82740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e6695830552416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e1018bcbde4421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33794" name="Picture 2"/>
          <p:cNvPicPr>
            <a:picLocks noChangeAspect="1" noChangeArrowheads="1"/>
          </p:cNvPicPr>
          <p:nvPr/>
        </p:nvPicPr>
        <p:blipFill>
          <a:blip r:embed="Re401db82e8d748e2">
            <a:extLst>
              <a:ext uri="{28A0092B-C50C-407E-A947-70E740481C1C}">
                <a14:useLocalDpi xmlns:a14="http://schemas.microsoft.com/office/drawing/2010/main" val="0"/>
              </a:ext>
            </a:extLst>
          </a:blip>
          <a:srcRect/>
          <a:stretch>
            <a:fillRect/>
          </a:stretch>
        </p:blipFill>
        <p:spPr bwMode="auto">
          <a:xfrm>
            <a:off x="1713012" y="1896425"/>
            <a:ext cx="5649788" cy="30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77888" y="5257800"/>
            <a:ext cx="6113512" cy="646331"/>
          </a:xfrm>
          <a:prstGeom prst="rect">
            <a:avLst/>
          </a:prstGeom>
        </p:spPr>
        <p:txBody>
          <a:bodyPr wrap="square">
            <a:spAutoFit/>
          </a:bodyPr>
          <a:lstStyle/>
          <a:p>
            <a:r>
              <a:rPr lang="en-IN" dirty="0">
                <a:hlinkClick r:id="rcIdf58bb93147d5431f"/>
              </a:rPr>
              <a:t>https://www.javatpoint.com/ds-priority-queue</a:t>
            </a:r>
            <a:endParaRPr lang="en-IN" dirty="0"/>
          </a:p>
          <a:p>
            <a:endParaRPr lang="en-IN" dirty="0"/>
          </a:p>
        </p:txBody>
      </p:sp>
    </p:spTree>
    <p:extLst>
      <p:ext uri="{BB962C8B-B14F-4D97-AF65-F5344CB8AC3E}">
        <p14:creationId xmlns:p14="http://schemas.microsoft.com/office/powerpoint/2010/main" val="39787117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89e8cf66f55407d"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4f12717ff34446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323528" y="1293834"/>
            <a:ext cx="8640960" cy="470000"/>
          </a:xfrm>
          <a:prstGeom prst="rect">
            <a:avLst/>
          </a:prstGeom>
          <a:noFill/>
        </p:spPr>
        <p:txBody>
          <a:bodyPr wrap="square">
            <a:spAutoFit/>
          </a:bodyPr>
          <a:lstStyle/>
          <a:p>
            <a:pPr marL="0" marR="0" algn="just" fontAlgn="base">
              <a:lnSpc>
                <a:spcPct val="107000"/>
              </a:lnSpc>
              <a:spcBef>
                <a:spcPts val="0"/>
              </a:spcBef>
              <a:spcAft>
                <a:spcPts val="0"/>
              </a:spcAft>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Using link list</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77888" y="5257800"/>
            <a:ext cx="6113512" cy="646331"/>
          </a:xfrm>
          <a:prstGeom prst="rect">
            <a:avLst/>
          </a:prstGeom>
        </p:spPr>
        <p:txBody>
          <a:bodyPr wrap="square">
            <a:spAutoFit/>
          </a:bodyPr>
          <a:lstStyle/>
          <a:p>
            <a:r>
              <a:rPr lang="en-IN" dirty="0">
                <a:hlinkClick r:id="rcIdf08a02e76bb342b7"/>
              </a:rPr>
              <a:t>https://www.javatpoint.com/ds-priority-queue</a:t>
            </a:r>
            <a:endParaRPr lang="en-IN" dirty="0"/>
          </a:p>
          <a:p>
            <a:endParaRPr lang="en-IN" dirty="0"/>
          </a:p>
        </p:txBody>
      </p:sp>
      <p:pic>
        <p:nvPicPr>
          <p:cNvPr id="34818" name="Picture 2"/>
          <p:cNvPicPr>
            <a:picLocks noChangeAspect="1" noChangeArrowheads="1"/>
          </p:cNvPicPr>
          <p:nvPr/>
        </p:nvPicPr>
        <p:blipFill>
          <a:blip r:embed="R7600b011e2424802">
            <a:extLst>
              <a:ext uri="{28A0092B-C50C-407E-A947-70E740481C1C}">
                <a14:useLocalDpi xmlns:a14="http://schemas.microsoft.com/office/drawing/2010/main" val="0"/>
              </a:ext>
            </a:extLst>
          </a:blip>
          <a:srcRect/>
          <a:stretch>
            <a:fillRect/>
          </a:stretch>
        </p:blipFill>
        <p:spPr bwMode="auto">
          <a:xfrm>
            <a:off x="683568" y="1820314"/>
            <a:ext cx="74961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5031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0dc0b83f8c9b4a8d"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db242c28f7f401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71487" y="1138988"/>
            <a:ext cx="8283303" cy="5262979"/>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[Check for overflow]   </a:t>
            </a:r>
          </a:p>
          <a:p>
            <a:r>
              <a:rPr lang="en-IN" sz="2400" dirty="0">
                <a:latin typeface="Times New Roman" panose="02020603050405020304" pitchFamily="18" charset="0"/>
                <a:cs typeface="Times New Roman" panose="02020603050405020304" pitchFamily="18" charset="0"/>
              </a:rPr>
              <a:t>		if(rear==MAX)  </a:t>
            </a:r>
          </a:p>
          <a:p>
            <a:r>
              <a:rPr lang="en-IN" sz="2400" dirty="0">
                <a:latin typeface="Times New Roman" panose="02020603050405020304" pitchFamily="18" charset="0"/>
                <a:cs typeface="Times New Roman" panose="02020603050405020304" pitchFamily="18" charset="0"/>
              </a:rPr>
              <a:t>			Print("Queue is Overflow”);  </a:t>
            </a:r>
          </a:p>
          <a:p>
            <a:r>
              <a:rPr lang="en-IN" sz="2400" dirty="0">
                <a:latin typeface="Times New Roman" panose="02020603050405020304" pitchFamily="18" charset="0"/>
                <a:cs typeface="Times New Roman" panose="02020603050405020304" pitchFamily="18" charset="0"/>
              </a:rPr>
              <a:t>			return;  </a:t>
            </a:r>
          </a:p>
          <a:p>
            <a:r>
              <a:rPr lang="en-IN" sz="2400" dirty="0">
                <a:solidFill>
                  <a:srgbClr val="FF0000"/>
                </a:solidFill>
                <a:latin typeface="Times New Roman" panose="02020603050405020304" pitchFamily="18" charset="0"/>
                <a:cs typeface="Times New Roman" panose="02020603050405020304" pitchFamily="18" charset="0"/>
              </a:rPr>
              <a:t>Step-2:  </a:t>
            </a:r>
            <a:r>
              <a:rPr lang="en-IN" sz="2400" dirty="0">
                <a:latin typeface="Times New Roman" panose="02020603050405020304" pitchFamily="18" charset="0"/>
                <a:cs typeface="Times New Roman" panose="02020603050405020304" pitchFamily="18" charset="0"/>
              </a:rPr>
              <a:t>[Insert Element]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rear=rear+1;  </a:t>
            </a:r>
          </a:p>
          <a:p>
            <a:r>
              <a:rPr lang="en-IN" sz="2400" dirty="0">
                <a:latin typeface="Times New Roman" panose="02020603050405020304" pitchFamily="18" charset="0"/>
                <a:cs typeface="Times New Roman" panose="02020603050405020304" pitchFamily="18" charset="0"/>
              </a:rPr>
              <a:t>			q[rear]=no;      </a:t>
            </a:r>
          </a:p>
          <a:p>
            <a:r>
              <a:rPr lang="en-IN" sz="2400" dirty="0">
                <a:latin typeface="Times New Roman" panose="02020603050405020304" pitchFamily="18" charset="0"/>
                <a:cs typeface="Times New Roman" panose="02020603050405020304" pitchFamily="18" charset="0"/>
              </a:rPr>
              <a:t>		[Set rear and front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rear=1;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front=1;  </a:t>
            </a:r>
          </a:p>
          <a:p>
            <a:r>
              <a:rPr lang="en-IN" sz="2400" dirty="0">
                <a:solidFill>
                  <a:srgbClr val="FF0000"/>
                </a:solidFill>
                <a:latin typeface="Times New Roman" panose="02020603050405020304" pitchFamily="18" charset="0"/>
                <a:cs typeface="Times New Roman" panose="02020603050405020304" pitchFamily="18" charset="0"/>
              </a:rPr>
              <a:t>Step-3: </a:t>
            </a:r>
            <a:r>
              <a:rPr lang="en-IN" sz="2400" dirty="0">
                <a:latin typeface="Times New Roman" panose="02020603050405020304" pitchFamily="18" charset="0"/>
                <a:cs typeface="Times New Roman" panose="02020603050405020304" pitchFamily="18" charset="0"/>
              </a:rPr>
              <a:t>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86246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b8765a7ac804f09"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6eb67752cd64e4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29807" y="1347865"/>
            <a:ext cx="8355311" cy="341632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front position]  </a:t>
            </a:r>
          </a:p>
          <a:p>
            <a:r>
              <a:rPr lang="en-IN" sz="2400" dirty="0">
                <a:latin typeface="Times New Roman" panose="02020603050405020304" pitchFamily="18" charset="0"/>
                <a:cs typeface="Times New Roman" panose="02020603050405020304" pitchFamily="18" charset="0"/>
              </a:rPr>
              <a:t>		if(front&lt;=1)  </a:t>
            </a:r>
          </a:p>
          <a:p>
            <a:r>
              <a:rPr lang="en-IN" sz="2400" dirty="0">
                <a:latin typeface="Times New Roman" panose="02020603050405020304" pitchFamily="18" charset="0"/>
                <a:cs typeface="Times New Roman" panose="02020603050405020304" pitchFamily="18" charset="0"/>
              </a:rPr>
              <a:t>			Print("Cannot add item at the front”);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[Insert at front]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front=front-1;  </a:t>
            </a:r>
          </a:p>
          <a:p>
            <a:r>
              <a:rPr lang="en-IN" sz="2400" dirty="0">
                <a:latin typeface="Times New Roman" panose="02020603050405020304" pitchFamily="18" charset="0"/>
                <a:cs typeface="Times New Roman" panose="02020603050405020304" pitchFamily="18" charset="0"/>
              </a:rPr>
              <a:t>			q[front]=no;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8318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6c3262325e94ad1"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3e3f8de541243f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3" y="1251764"/>
            <a:ext cx="8364905"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front pointer]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print(" Queue is Underflow”);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[Perform deletion]          </a:t>
            </a:r>
          </a:p>
          <a:p>
            <a:r>
              <a:rPr lang="en-IN" sz="2400" dirty="0">
                <a:latin typeface="Times New Roman" panose="02020603050405020304" pitchFamily="18" charset="0"/>
                <a:cs typeface="Times New Roman" panose="02020603050405020304" pitchFamily="18" charset="0"/>
              </a:rPr>
              <a:t>		else  no=q[front];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[Set front and rear pointer]       </a:t>
            </a:r>
          </a:p>
          <a:p>
            <a:r>
              <a:rPr lang="en-IN" sz="2400" dirty="0">
                <a:latin typeface="Times New Roman" panose="02020603050405020304" pitchFamily="18" charset="0"/>
                <a:cs typeface="Times New Roman" panose="02020603050405020304" pitchFamily="18" charset="0"/>
              </a:rPr>
              <a:t>		if front=rear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front=front+1;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3868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21ce89ca59548f6"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fd60138eb3e4eb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4" y="1293834"/>
            <a:ext cx="8447856"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rear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print(“Cannot delete value at rear end”);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perform deletion]  </a:t>
            </a:r>
          </a:p>
          <a:p>
            <a:r>
              <a:rPr lang="en-IN" sz="2400" dirty="0">
                <a:latin typeface="Times New Roman" panose="02020603050405020304" pitchFamily="18" charset="0"/>
                <a:cs typeface="Times New Roman" panose="02020603050405020304" pitchFamily="18" charset="0"/>
              </a:rPr>
              <a:t>		else   no=q[rear];  </a:t>
            </a:r>
          </a:p>
          <a:p>
            <a:r>
              <a:rPr lang="en-IN" sz="2400" dirty="0">
                <a:latin typeface="Times New Roman" panose="02020603050405020304" pitchFamily="18" charset="0"/>
                <a:cs typeface="Times New Roman" panose="02020603050405020304" pitchFamily="18" charset="0"/>
              </a:rPr>
              <a:t>			[Check for the front and rear pointer]  </a:t>
            </a:r>
          </a:p>
          <a:p>
            <a:r>
              <a:rPr lang="en-IN" sz="2400" dirty="0">
                <a:latin typeface="Times New Roman" panose="02020603050405020304" pitchFamily="18" charset="0"/>
                <a:cs typeface="Times New Roman" panose="02020603050405020304" pitchFamily="18" charset="0"/>
              </a:rPr>
              <a:t>		if front= 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rear=rear-1;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Step-3 : Return</a:t>
            </a:r>
          </a:p>
        </p:txBody>
      </p:sp>
    </p:spTree>
    <p:extLst>
      <p:ext uri="{BB962C8B-B14F-4D97-AF65-F5344CB8AC3E}">
        <p14:creationId xmlns:p14="http://schemas.microsoft.com/office/powerpoint/2010/main" val="26951515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72c6e7ccf6e4857"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Applications</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891d9ee8fc434e4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4a468251159b461a">
            <a:extLst>
              <a:ext uri="{28A0092B-C50C-407E-A947-70E740481C1C}">
                <a14:useLocalDpi xmlns:a14="http://schemas.microsoft.com/office/drawing/2010/main" val="0"/>
              </a:ext>
            </a:extLst>
          </a:blip>
          <a:srcRect/>
          <a:stretch>
            <a:fillRect/>
          </a:stretch>
        </p:blipFill>
        <p:spPr bwMode="auto">
          <a:xfrm>
            <a:off x="762000" y="1472270"/>
            <a:ext cx="8044009"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35565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467E-8BC1-3BF2-BF59-DBE88A26E57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059E712-47A0-A0AA-237B-69D1A26259B5}"/>
              </a:ext>
            </a:extLst>
          </p:cNvPr>
          <p:cNvPicPr>
            <a:picLocks noGrp="1" noChangeAspect="1"/>
          </p:cNvPicPr>
          <p:nvPr>
            <p:ph idx="1"/>
          </p:nvPr>
        </p:nvPicPr>
        <p:blipFill>
          <a:blip r:embed="Rda29273eaf874c4f"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FB70FFD3-2273-3396-0F62-56A851E613E4}"/>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FF0EE7B2-3260-DE07-F9F5-3DCED710408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DA96C67-CAE9-80EA-76E5-51432AD888C2}"/>
              </a:ext>
            </a:extLst>
          </p:cNvPr>
          <p:cNvPicPr>
            <a:picLocks noChangeAspect="1"/>
          </p:cNvPicPr>
          <p:nvPr/>
        </p:nvPicPr>
        <p:blipFill>
          <a:blip r:embed="R490b1a97cab845f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818A489-2BAD-3AB8-8654-B94B95CD497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7ED29BF-F581-9473-48C2-3527263621FB}"/>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06840553-62BE-4068-D0AF-BE83CFF3086F}"/>
              </a:ext>
            </a:extLst>
          </p:cNvPr>
          <p:cNvSpPr txBox="1"/>
          <p:nvPr/>
        </p:nvSpPr>
        <p:spPr>
          <a:xfrm>
            <a:off x="467544" y="1219686"/>
            <a:ext cx="8371655" cy="2795958"/>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Why was the circular queue introduced?</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condition indicates </a:t>
            </a:r>
            <a:r>
              <a:rPr lang="en-US" sz="2400" b="1" dirty="0">
                <a:latin typeface="Times New Roman" panose="02020603050405020304" pitchFamily="18" charset="0"/>
                <a:cs typeface="Times New Roman" panose="02020603050405020304" pitchFamily="18" charset="0"/>
              </a:rPr>
              <a:t>overflow</a:t>
            </a:r>
            <a:r>
              <a:rPr lang="en-US" sz="2400" dirty="0">
                <a:latin typeface="Times New Roman" panose="02020603050405020304" pitchFamily="18" charset="0"/>
                <a:cs typeface="Times New Roman" panose="02020603050405020304" pitchFamily="18" charset="0"/>
              </a:rPr>
              <a:t> in a circular queue?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queue removes elements based on priority?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the time complexity of enqueue and dequeue in a circular queue?</a:t>
            </a:r>
          </a:p>
        </p:txBody>
      </p:sp>
    </p:spTree>
    <p:extLst>
      <p:ext uri="{BB962C8B-B14F-4D97-AF65-F5344CB8AC3E}">
        <p14:creationId xmlns:p14="http://schemas.microsoft.com/office/powerpoint/2010/main" val="172350839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D74D-4C8B-01D5-E59A-9EE674CCF3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CBE3F3-C657-5CE5-CE01-C1A7647BD8C6}"/>
              </a:ext>
            </a:extLst>
          </p:cNvPr>
          <p:cNvPicPr>
            <a:picLocks noGrp="1" noChangeAspect="1"/>
          </p:cNvPicPr>
          <p:nvPr>
            <p:ph idx="1"/>
          </p:nvPr>
        </p:nvPicPr>
        <p:blipFill>
          <a:blip r:embed="R593770fc14564f08"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219B5446-37F1-D142-7F20-F56B2B6AC58E}"/>
              </a:ext>
            </a:extLst>
          </p:cNvPr>
          <p:cNvSpPr>
            <a:spLocks noChangeArrowheads="1"/>
          </p:cNvSpPr>
          <p:nvPr/>
        </p:nvSpPr>
        <p:spPr bwMode="auto">
          <a:xfrm>
            <a:off x="282821" y="381545"/>
            <a:ext cx="829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Key Takeaways</a:t>
            </a:r>
          </a:p>
        </p:txBody>
      </p:sp>
      <p:cxnSp>
        <p:nvCxnSpPr>
          <p:cNvPr id="7" name="Straight Connector 6">
            <a:extLst>
              <a:ext uri="{FF2B5EF4-FFF2-40B4-BE49-F238E27FC236}">
                <a16:creationId xmlns:a16="http://schemas.microsoft.com/office/drawing/2014/main" id="{8994078F-EBFE-0719-D951-A990B3A324F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6A7E465-6A1A-F3AD-F033-C6C8E763CEFB}"/>
              </a:ext>
            </a:extLst>
          </p:cNvPr>
          <p:cNvPicPr>
            <a:picLocks noChangeAspect="1"/>
          </p:cNvPicPr>
          <p:nvPr/>
        </p:nvPicPr>
        <p:blipFill>
          <a:blip r:embed="R345413cc680641f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F973B48-BDBA-F332-5A30-7A4D6111261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9A4B795-C454-DCAA-C22E-D1B61803B844}"/>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A72E8547-6DC9-AA9B-EBA1-F15CC51AA7F5}"/>
              </a:ext>
            </a:extLst>
          </p:cNvPr>
          <p:cNvSpPr/>
          <p:nvPr/>
        </p:nvSpPr>
        <p:spPr>
          <a:xfrm>
            <a:off x="281651" y="1456259"/>
            <a:ext cx="8294586" cy="4339650"/>
          </a:xfrm>
          <a:prstGeom prst="rect">
            <a:avLst/>
          </a:prstGeom>
        </p:spPr>
        <p:txBody>
          <a:bodyPr wrap="square">
            <a:spAutoFit/>
          </a:bodyPr>
          <a:lstStyle/>
          <a:p>
            <a:pPr marL="268288" lvl="0" indent="-268288"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Queue is fundamental for fair and ordered processing (FIFO).</a:t>
            </a:r>
          </a:p>
          <a:p>
            <a:pPr marL="268288" lvl="0" indent="-268288"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It is widely used in CPU scheduling, printer spooling, BFS, networking, and traffic systems.</a:t>
            </a:r>
          </a:p>
          <a:p>
            <a:pPr marL="268288" lvl="0" indent="-268288"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Circular queues improve space utilization over linear array queues.</a:t>
            </a:r>
          </a:p>
          <a:p>
            <a:pPr marL="268288" lvl="0" indent="-268288"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Priority queues process elements based on priority, not arrival time.</a:t>
            </a:r>
          </a:p>
          <a:p>
            <a:pPr marL="268288" lvl="0" indent="-268288"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Choosing the right queue type improves performance and resource utilization.</a:t>
            </a:r>
          </a:p>
        </p:txBody>
      </p:sp>
    </p:spTree>
    <p:extLst>
      <p:ext uri="{BB962C8B-B14F-4D97-AF65-F5344CB8AC3E}">
        <p14:creationId xmlns:p14="http://schemas.microsoft.com/office/powerpoint/2010/main" val="33364742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67662c48a5cd4c8a"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b0a35f7f0c854e41"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GeeksforGeeks</a:t>
            </a:r>
            <a:r>
              <a:rPr lang="en-US" altLang="en-US" sz="1600" dirty="0">
                <a:latin typeface="Times New Roman" panose="02020603050405020304" pitchFamily="18" charset="0"/>
                <a:cs typeface="Times New Roman" panose="02020603050405020304" pitchFamily="18" charset="0"/>
              </a:rPr>
              <a:t> – Queue Applications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6994110830614f46"/>
              </a:rPr>
              <a:t>https://www.geeksforgeeks.org/queue-data-structure/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JavaTpoint</a:t>
            </a:r>
            <a:r>
              <a:rPr lang="en-US" altLang="en-US" sz="1600" dirty="0">
                <a:latin typeface="Times New Roman" panose="02020603050405020304" pitchFamily="18" charset="0"/>
                <a:cs typeface="Times New Roman" panose="02020603050405020304" pitchFamily="18" charset="0"/>
              </a:rPr>
              <a:t> – Queue &amp;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cc3f615468bb4cd9"/>
              </a:rPr>
              <a:t>https://www.javatpoint.com/data-structure-queue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Scaler –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bd9b573933ee4bc2"/>
              </a:rPr>
              <a:t>https://www.scaler.com/topics/data-structures/queue-in-data-structure/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Simplilearn – Priority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c65b0de1454946dc"/>
              </a:rPr>
              <a:t>https://www.simplilearn.com/tutorials/data-structure-tutorial/priority-queue-in-data-structure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Programiz</a:t>
            </a:r>
            <a:r>
              <a:rPr lang="en-US" altLang="en-US" sz="1600" dirty="0">
                <a:latin typeface="Times New Roman" panose="02020603050405020304" pitchFamily="18" charset="0"/>
                <a:cs typeface="Times New Roman" panose="02020603050405020304" pitchFamily="18" charset="0"/>
              </a:rPr>
              <a:t> – Queue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13b21e6a001a4a45"/>
              </a:rPr>
              <a:t>https://www.programiz.com/dsa/queue</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a:t>48</a:t>
            </a:fld>
            <a:endParaRPr lang="en-IN"/>
          </a:p>
        </p:txBody>
      </p:sp>
    </p:spTree>
    <p:extLst>
      <p:ext uri="{BB962C8B-B14F-4D97-AF65-F5344CB8AC3E}">
        <p14:creationId xmlns:p14="http://schemas.microsoft.com/office/powerpoint/2010/main" val="315013371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3618a785f40e4537"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cf23c498e78c4eb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a:t>49</a:t>
            </a:fld>
            <a:endParaRPr lang="en-IN"/>
          </a:p>
        </p:txBody>
      </p:sp>
    </p:spTree>
    <p:extLst>
      <p:ext uri="{BB962C8B-B14F-4D97-AF65-F5344CB8AC3E}">
        <p14:creationId xmlns:p14="http://schemas.microsoft.com/office/powerpoint/2010/main" val="27849606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a2b7fa8070794f2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370fd58083264097"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d8f266d07884b3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42155d5156dc4b0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f63618c271584cbb"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5d3cf0455de240d8"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17</a:t>
            </a:r>
          </a:p>
        </p:txBody>
      </p:sp>
      <p:sp>
        <p:nvSpPr>
          <p:cNvPr id="2" name="TextBox 1"/>
          <p:cNvSpPr txBox="1"/>
          <p:nvPr/>
        </p:nvSpPr>
        <p:spPr>
          <a:xfrm>
            <a:off x="892280" y="1347520"/>
            <a:ext cx="5861364" cy="5016758"/>
          </a:xfrm>
          <a:prstGeom prst="rect">
            <a:avLst/>
          </a:prstGeom>
          <a:noFill/>
        </p:spPr>
        <p:txBody>
          <a:bodyPr wrap="square" rtlCol="0">
            <a:spAutoFit/>
          </a:bodyPr>
          <a:lstStyle/>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Introduction to Queue ADT</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Definition of Queue &amp; FIFO Principle</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Basic Queue Operations</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Array Representation of Queue</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Algorithms for Enqueue &amp; Dequeue (Array)</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Implementation of Queue Using Array</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Drawbacks of Array Implementation</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Linked List Representation of Queue</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Algorithms for Linked Queue Operations</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Key Takeaways</a:t>
            </a:r>
          </a:p>
          <a:p>
            <a:pPr marL="176213" lvl="0" indent="-176213" eaLnBrk="0" fontAlgn="base" hangingPunct="0">
              <a:spcBef>
                <a:spcPts val="600"/>
              </a:spcBef>
              <a:spcAft>
                <a:spcPts val="600"/>
              </a:spcAft>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Queue ADT</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c299ede83c746b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7385bb68269144c5"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Stack Applications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1520" y="1278987"/>
            <a:ext cx="8346203" cy="3673121"/>
          </a:xfrm>
          <a:prstGeom prst="rect">
            <a:avLst/>
          </a:prstGeom>
          <a:noFill/>
        </p:spPr>
        <p:txBody>
          <a:bodyPr wrap="square" rtlCol="0">
            <a:spAutoFit/>
          </a:bodyPr>
          <a:lstStyle/>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is used for expression evaluation and conversion (infix, prefix, postfix).</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It helps in function call management using the call stack.</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It supports backtracking (e.g., Tower of Hanoi).</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It is used to reverse data and check balanced parentheses.</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0acb5c6aa8b54d1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c26d5b2b0f1b495b"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63894" y="1349619"/>
            <a:ext cx="8580969" cy="420679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Postfix expressions are evaluated using a __________.</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Tower of Hanoi is solved using __________ and stack.</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Stack stores function return addresses in the __________ stack.</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Infix to postfix conversion uses a stack to store __________.</a:t>
            </a:r>
          </a:p>
          <a:p>
            <a:pPr marL="457200" indent="-457200">
              <a:lnSpc>
                <a:spcPct val="150000"/>
              </a:lnSpc>
              <a:spcBef>
                <a:spcPts val="600"/>
              </a:spcBef>
              <a:buFont typeface="+mj-lt"/>
              <a:buAutoNum type="arabicPeriod" startAt="5"/>
            </a:pPr>
            <a:r>
              <a:rPr lang="en-US" sz="2300" dirty="0">
                <a:latin typeface="Times New Roman" panose="02020603050405020304" pitchFamily="18" charset="0"/>
                <a:cs typeface="Times New Roman" panose="02020603050405020304" pitchFamily="18" charset="0"/>
              </a:rPr>
              <a:t>Which notation places operator after operands?</a:t>
            </a:r>
          </a:p>
          <a:p>
            <a:pPr marL="457200" indent="-457200">
              <a:lnSpc>
                <a:spcPct val="150000"/>
              </a:lnSpc>
              <a:spcBef>
                <a:spcPts val="600"/>
              </a:spcBef>
              <a:buFont typeface="+mj-lt"/>
              <a:buAutoNum type="arabicPeriod" startAt="5"/>
            </a:pPr>
            <a:r>
              <a:rPr lang="en-US" sz="2300" dirty="0">
                <a:latin typeface="Times New Roman" panose="02020603050405020304" pitchFamily="18" charset="0"/>
                <a:cs typeface="Times New Roman" panose="02020603050405020304" pitchFamily="18" charset="0"/>
              </a:rPr>
              <a:t>Name one real-life application of stack.</a:t>
            </a:r>
          </a:p>
          <a:p>
            <a:pPr marL="457200" indent="-457200">
              <a:lnSpc>
                <a:spcPct val="150000"/>
              </a:lnSpc>
              <a:spcBef>
                <a:spcPts val="600"/>
              </a:spcBef>
              <a:buFont typeface="+mj-lt"/>
              <a:buAutoNum type="arabicPeriod" startAt="5"/>
            </a:pPr>
            <a:r>
              <a:rPr lang="en-US" sz="2300" dirty="0">
                <a:latin typeface="Times New Roman" panose="02020603050405020304" pitchFamily="18" charset="0"/>
                <a:cs typeface="Times New Roman" panose="02020603050405020304" pitchFamily="18" charset="0"/>
              </a:rPr>
              <a:t>Which principle is used by stack?</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1bb32387641347f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7303cb22c1740b8"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7eee4fba0f73498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eae1e6ac2fd6438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0357" y="1317330"/>
            <a:ext cx="8496942" cy="4365619"/>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Define Queue ADT and explain the FIFO principle</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Describe different types of queues</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 basic operations on Queue</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queue using arrays and linked lists</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Write algorithms for queue operations</a:t>
            </a:r>
          </a:p>
          <a:p>
            <a:pPr marL="342900" indent="-342900" algn="just">
              <a:lnSpc>
                <a:spcPct val="150000"/>
              </a:lnSpc>
              <a:spcBef>
                <a:spcPts val="600"/>
              </a:spcBef>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advantages and limitations of different implementations</a:t>
            </a:r>
          </a:p>
        </p:txBody>
      </p:sp>
    </p:spTree>
    <p:extLst>
      <p:ext uri="{BB962C8B-B14F-4D97-AF65-F5344CB8AC3E}">
        <p14:creationId xmlns:p14="http://schemas.microsoft.com/office/powerpoint/2010/main" val="327407485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5602" name="Picture 2"/>
          <p:cNvPicPr>
            <a:picLocks noChangeAspect="1" noChangeArrowheads="1"/>
          </p:cNvPicPr>
          <p:nvPr/>
        </p:nvPicPr>
        <p:blipFill>
          <a:blip r:embed="R9a5be7e2887f420c">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37331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a:solidFill>
                  <a:srgbClr val="FF0000"/>
                </a:solidFill>
              </a:rPr>
              <a:t>Structure of Queues?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6cf247c605b64a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B0734EE-9746-9E1E-DD18-BF795A5F179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8" name="TextBox 7"/>
          <p:cNvSpPr txBox="1"/>
          <p:nvPr/>
        </p:nvSpPr>
        <p:spPr>
          <a:xfrm>
            <a:off x="1066800" y="4495800"/>
            <a:ext cx="7010400" cy="1477328"/>
          </a:xfrm>
          <a:prstGeom prst="rect">
            <a:avLst/>
          </a:prstGeom>
          <a:noFill/>
        </p:spPr>
        <p:txBody>
          <a:bodyPr wrap="square" rtlCol="0">
            <a:spAutoFit/>
          </a:bodyPr>
          <a:lstStyle/>
          <a:p>
            <a:pPr algn="ctr"/>
            <a:endParaRPr lang="en-US"/>
          </a:p>
          <a:p>
            <a:pPr algn="ctr"/>
            <a:r>
              <a:rPr lang="en-US"/>
              <a:t>Fig 1 : QUEUE</a:t>
            </a:r>
          </a:p>
          <a:p>
            <a:pPr algn="ctr"/>
            <a:r>
              <a:rPr lang="en-US">
                <a:hlinkClick r:id="rcIdbdf09478725843e4"/>
              </a:rPr>
              <a:t>https://www.scaler.com/topics/data-structures/queue-in-data-structure/</a:t>
            </a:r>
            <a:endParaRPr lang="en-US"/>
          </a:p>
          <a:p>
            <a:pPr algn="ctr"/>
            <a:endParaRPr lang="en-US"/>
          </a:p>
          <a:p>
            <a:endParaRPr lang="en-IN"/>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Grp="1" noChangeAspect="1" noChangeArrowheads="1"/>
          </p:cNvPicPr>
          <p:nvPr>
            <p:ph idx="1"/>
          </p:nvPr>
        </p:nvPicPr>
        <p:blipFill rotWithShape="1">
          <a:blip r:embed="Rff5b70613fbd45cc" cstate="print">
            <a:extLst>
              <a:ext uri="{28A0092B-C50C-407E-A947-70E740481C1C}">
                <a14:useLocalDpi xmlns:a14="http://schemas.microsoft.com/office/drawing/2010/main" val="0"/>
              </a:ext>
            </a:extLst>
          </a:blip>
          <a:srcRect t="-32349" b="35054"/>
          <a:stretch/>
        </p:blipFill>
        <p:spPr bwMode="auto">
          <a:xfrm>
            <a:off x="685800" y="1143001"/>
            <a:ext cx="7772400" cy="3335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92666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6626" name="Picture 2"/>
          <p:cNvPicPr>
            <a:picLocks noChangeAspect="1" noChangeArrowheads="1"/>
          </p:cNvPicPr>
          <p:nvPr/>
        </p:nvPicPr>
        <p:blipFill>
          <a:blip r:embed="Rc71e1430c6ea4609">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16514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a:solidFill>
                  <a:srgbClr val="FF0000"/>
                </a:solidFill>
              </a:rPr>
              <a:t>Queues?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dc15d7ebe72a487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994337"/>
            <a:ext cx="8583488" cy="2318905"/>
          </a:xfrm>
          <a:prstGeom prst="rect">
            <a:avLst/>
          </a:prstGeom>
        </p:spPr>
        <p:txBody>
          <a:bodyPr wrap="square">
            <a:spAutoFit/>
          </a:bodyPr>
          <a:lstStyle/>
          <a:p>
            <a:pPr marL="285750" indent="-285750" algn="just">
              <a:lnSpc>
                <a:spcPct val="150000"/>
              </a:lnSpc>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 An ordered list which enables insert operations to be performed at one end called </a:t>
            </a:r>
            <a:r>
              <a:rPr lang="en-IN" sz="2400" b="1" dirty="0">
                <a:latin typeface="Times New Roman" panose="02020603050405020304" pitchFamily="18" charset="0"/>
                <a:cs typeface="Times New Roman" panose="02020603050405020304" pitchFamily="18" charset="0"/>
              </a:rPr>
              <a:t>REAR</a:t>
            </a:r>
            <a:r>
              <a:rPr lang="en-IN" sz="2400" dirty="0">
                <a:latin typeface="Times New Roman" panose="02020603050405020304" pitchFamily="18" charset="0"/>
                <a:cs typeface="Times New Roman" panose="02020603050405020304" pitchFamily="18" charset="0"/>
              </a:rPr>
              <a:t> and delete operations to be performed at another end called </a:t>
            </a:r>
            <a:r>
              <a:rPr lang="en-IN" sz="2400" b="1" dirty="0">
                <a:latin typeface="Times New Roman" panose="02020603050405020304" pitchFamily="18" charset="0"/>
                <a:cs typeface="Times New Roman" panose="02020603050405020304" pitchFamily="18" charset="0"/>
              </a:rPr>
              <a:t>FRONT</a:t>
            </a:r>
            <a:r>
              <a:rPr lang="en-IN" sz="2400" dirty="0">
                <a:latin typeface="Times New Roman" panose="02020603050405020304" pitchFamily="18" charset="0"/>
                <a:cs typeface="Times New Roman" panose="02020603050405020304" pitchFamily="18" charset="0"/>
              </a:rPr>
              <a:t>.</a:t>
            </a:r>
          </a:p>
          <a:p>
            <a:pPr marL="285750" indent="-285750" algn="just">
              <a:lnSpc>
                <a:spcPct val="150000"/>
              </a:lnSpc>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 Referred to be as First In First Out list.</a:t>
            </a:r>
          </a:p>
        </p:txBody>
      </p:sp>
      <p:pic>
        <p:nvPicPr>
          <p:cNvPr id="5122" name="Picture 2"/>
          <p:cNvPicPr>
            <a:picLocks noChangeAspect="1" noChangeArrowheads="1"/>
          </p:cNvPicPr>
          <p:nvPr/>
        </p:nvPicPr>
        <p:blipFill>
          <a:blip r:embed="Ree758465b3c3482c">
            <a:extLst>
              <a:ext uri="{28A0092B-C50C-407E-A947-70E740481C1C}">
                <a14:useLocalDpi xmlns:a14="http://schemas.microsoft.com/office/drawing/2010/main" val="0"/>
              </a:ext>
            </a:extLst>
          </a:blip>
          <a:srcRect/>
          <a:stretch>
            <a:fillRect/>
          </a:stretch>
        </p:blipFill>
        <p:spPr bwMode="auto">
          <a:xfrm>
            <a:off x="983493" y="3669220"/>
            <a:ext cx="7177013" cy="1848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983492" y="5726934"/>
            <a:ext cx="7539013" cy="646331"/>
          </a:xfrm>
          <a:prstGeom prst="rect">
            <a:avLst/>
          </a:prstGeom>
        </p:spPr>
        <p:txBody>
          <a:bodyPr wrap="square">
            <a:spAutoFit/>
          </a:bodyPr>
          <a:lstStyle/>
          <a:p>
            <a:r>
              <a:rPr lang="en-IN" dirty="0">
                <a:hlinkClick r:id="rcIdd15a18d7627f4bbb"/>
              </a:rPr>
              <a:t>https://www.javatpoint.com/data-structure-queue</a:t>
            </a:r>
            <a:endParaRPr lang="en-IN" dirty="0"/>
          </a:p>
          <a:p>
            <a:endParaRPr lang="en-IN" dirty="0"/>
          </a:p>
        </p:txBody>
      </p:sp>
    </p:spTree>
    <p:extLst>
      <p:ext uri="{BB962C8B-B14F-4D97-AF65-F5344CB8AC3E}">
        <p14:creationId xmlns:p14="http://schemas.microsoft.com/office/powerpoint/2010/main" val="190841833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00f10f68b72f434a"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79512" y="311567"/>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Types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6dfd6bc53224d4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9" name="Picture 5"/>
          <p:cNvPicPr>
            <a:picLocks noChangeAspect="1" noChangeArrowheads="1"/>
          </p:cNvPicPr>
          <p:nvPr/>
        </p:nvPicPr>
        <p:blipFill rotWithShape="1">
          <a:blip r:embed="Rdf7aee19cf4a4814">
            <a:extLst>
              <a:ext uri="{28A0092B-C50C-407E-A947-70E740481C1C}">
                <a14:useLocalDpi xmlns:a14="http://schemas.microsoft.com/office/drawing/2010/main" val="0"/>
              </a:ext>
            </a:extLst>
          </a:blip>
          <a:srcRect t="10521"/>
          <a:stretch/>
        </p:blipFill>
        <p:spPr bwMode="auto">
          <a:xfrm>
            <a:off x="545467" y="1650643"/>
            <a:ext cx="7693025" cy="3392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997844" y="5416275"/>
            <a:ext cx="7539013" cy="646331"/>
          </a:xfrm>
          <a:prstGeom prst="rect">
            <a:avLst/>
          </a:prstGeom>
        </p:spPr>
        <p:txBody>
          <a:bodyPr wrap="square">
            <a:spAutoFit/>
          </a:bodyPr>
          <a:lstStyle/>
          <a:p>
            <a:r>
              <a:rPr lang="en-IN">
                <a:hlinkClick r:id="rcId92284b0ac48f4c0b"/>
              </a:rPr>
              <a:t>https://www.javatpoint.com/data-structure-queue</a:t>
            </a:r>
            <a:endParaRPr lang="en-IN"/>
          </a:p>
          <a:p>
            <a:endParaRPr lang="en-IN"/>
          </a:p>
        </p:txBody>
      </p:sp>
    </p:spTree>
    <p:extLst>
      <p:ext uri="{BB962C8B-B14F-4D97-AF65-F5344CB8AC3E}">
        <p14:creationId xmlns:p14="http://schemas.microsoft.com/office/powerpoint/2010/main" val="42626289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1a2ca42046347df"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99588" y="244206"/>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Types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a3412df04574ca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971600" y="5770453"/>
            <a:ext cx="7539013" cy="646331"/>
          </a:xfrm>
          <a:prstGeom prst="rect">
            <a:avLst/>
          </a:prstGeom>
        </p:spPr>
        <p:txBody>
          <a:bodyPr wrap="square">
            <a:spAutoFit/>
          </a:bodyPr>
          <a:lstStyle/>
          <a:p>
            <a:r>
              <a:rPr lang="en-IN" dirty="0">
                <a:hlinkClick r:id="rcIdf34409e20be940f6"/>
              </a:rPr>
              <a:t>https://www.javatpint.com/data-structure-queue</a:t>
            </a:r>
            <a:endParaRPr lang="en-IN" dirty="0"/>
          </a:p>
          <a:p>
            <a:endParaRPr lang="en-IN" dirty="0"/>
          </a:p>
        </p:txBody>
      </p:sp>
      <p:pic>
        <p:nvPicPr>
          <p:cNvPr id="1026" name="Picture 2"/>
          <p:cNvPicPr>
            <a:picLocks noChangeAspect="1" noChangeArrowheads="1"/>
          </p:cNvPicPr>
          <p:nvPr/>
        </p:nvPicPr>
        <p:blipFill rotWithShape="1">
          <a:blip r:embed="R2f297d46431140d2">
            <a:extLst>
              <a:ext uri="{28A0092B-C50C-407E-A947-70E740481C1C}">
                <a14:useLocalDpi xmlns:a14="http://schemas.microsoft.com/office/drawing/2010/main" val="0"/>
              </a:ext>
            </a:extLst>
          </a:blip>
          <a:srcRect t="10692"/>
          <a:stretch/>
        </p:blipFill>
        <p:spPr bwMode="auto">
          <a:xfrm>
            <a:off x="179512" y="1293834"/>
            <a:ext cx="5943600" cy="1344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10c011df41f846a6">
            <a:extLst>
              <a:ext uri="{28A0092B-C50C-407E-A947-70E740481C1C}">
                <a14:useLocalDpi xmlns:a14="http://schemas.microsoft.com/office/drawing/2010/main" val="0"/>
              </a:ext>
            </a:extLst>
          </a:blip>
          <a:srcRect r="11854"/>
          <a:stretch/>
        </p:blipFill>
        <p:spPr bwMode="auto">
          <a:xfrm>
            <a:off x="1365976" y="3150755"/>
            <a:ext cx="3895601" cy="2479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a3cdfe2e898b4e64" cstate="print">
            <a:extLst>
              <a:ext uri="{28A0092B-C50C-407E-A947-70E740481C1C}">
                <a14:useLocalDpi xmlns:a14="http://schemas.microsoft.com/office/drawing/2010/main" val="0"/>
              </a:ext>
            </a:extLst>
          </a:blip>
          <a:srcRect/>
          <a:stretch>
            <a:fillRect/>
          </a:stretch>
        </p:blipFill>
        <p:spPr bwMode="auto">
          <a:xfrm>
            <a:off x="5334000" y="2133600"/>
            <a:ext cx="3505201"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83b67d2000fd4083" cstate="print">
            <a:extLst>
              <a:ext uri="{28A0092B-C50C-407E-A947-70E740481C1C}">
                <a14:useLocalDpi xmlns:a14="http://schemas.microsoft.com/office/drawing/2010/main" val="0"/>
              </a:ext>
            </a:extLst>
          </a:blip>
          <a:srcRect/>
          <a:stretch>
            <a:fillRect/>
          </a:stretch>
        </p:blipFill>
        <p:spPr bwMode="auto">
          <a:xfrm>
            <a:off x="5830224" y="4215606"/>
            <a:ext cx="3124200" cy="1393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44798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a454eb7ec058484c"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97349" y="252823"/>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2ed7f2091284d5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1"/>
          <p:cNvSpPr/>
          <p:nvPr/>
        </p:nvSpPr>
        <p:spPr>
          <a:xfrm>
            <a:off x="307975" y="1060594"/>
            <a:ext cx="8368481" cy="3970318"/>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IN" sz="2400" b="1" dirty="0">
                <a:solidFill>
                  <a:srgbClr val="002060"/>
                </a:solidFill>
                <a:latin typeface="Times New Roman" panose="02020603050405020304" pitchFamily="18" charset="0"/>
                <a:cs typeface="Times New Roman" panose="02020603050405020304" pitchFamily="18" charset="0"/>
              </a:rPr>
              <a:t>Enqueue (Insert)</a:t>
            </a:r>
            <a:r>
              <a:rPr lang="en-IN" sz="2400" dirty="0">
                <a:solidFill>
                  <a:srgbClr val="00206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Adds an element to the rear of the queue.</a:t>
            </a:r>
          </a:p>
          <a:p>
            <a:pPr marL="342900" indent="-342900" algn="just" fontAlgn="base">
              <a:lnSpc>
                <a:spcPct val="150000"/>
              </a:lnSpc>
              <a:buFont typeface="Arial" panose="020B0604020202020204" pitchFamily="34" charset="0"/>
              <a:buChar char="•"/>
            </a:pPr>
            <a:r>
              <a:rPr lang="en-IN" sz="2400" b="1" dirty="0">
                <a:solidFill>
                  <a:srgbClr val="002060"/>
                </a:solidFill>
                <a:latin typeface="Times New Roman" panose="02020603050405020304" pitchFamily="18" charset="0"/>
                <a:cs typeface="Times New Roman" panose="02020603050405020304" pitchFamily="18" charset="0"/>
              </a:rPr>
              <a:t>Dequeue (Delete): </a:t>
            </a:r>
            <a:r>
              <a:rPr lang="en-IN" sz="2400" dirty="0">
                <a:latin typeface="Times New Roman" panose="02020603050405020304" pitchFamily="18" charset="0"/>
                <a:cs typeface="Times New Roman" panose="02020603050405020304" pitchFamily="18" charset="0"/>
              </a:rPr>
              <a:t>Removes and returns the element from the front of the queue.</a:t>
            </a:r>
          </a:p>
          <a:p>
            <a:pPr marL="342900" indent="-342900" algn="just" fontAlgn="base">
              <a:lnSpc>
                <a:spcPct val="150000"/>
              </a:lnSpc>
              <a:buFont typeface="Arial" panose="020B0604020202020204" pitchFamily="34" charset="0"/>
              <a:buChar char="•"/>
            </a:pPr>
            <a:r>
              <a:rPr lang="en-IN" sz="2400" b="1" dirty="0">
                <a:solidFill>
                  <a:srgbClr val="002060"/>
                </a:solidFill>
                <a:latin typeface="Times New Roman" panose="02020603050405020304" pitchFamily="18" charset="0"/>
                <a:cs typeface="Times New Roman" panose="02020603050405020304" pitchFamily="18" charset="0"/>
              </a:rPr>
              <a:t>Peek:</a:t>
            </a:r>
            <a:r>
              <a:rPr lang="en-IN" sz="2400" dirty="0">
                <a:latin typeface="Times New Roman" panose="02020603050405020304" pitchFamily="18" charset="0"/>
                <a:cs typeface="Times New Roman" panose="02020603050405020304" pitchFamily="18" charset="0"/>
              </a:rPr>
              <a:t> Returns the element at the front of the queue without removing it.</a:t>
            </a:r>
          </a:p>
          <a:p>
            <a:pPr marL="342900" indent="-342900" algn="just" fontAlgn="base">
              <a:lnSpc>
                <a:spcPct val="150000"/>
              </a:lnSpc>
              <a:buFont typeface="Arial" panose="020B0604020202020204" pitchFamily="34" charset="0"/>
              <a:buChar char="•"/>
            </a:pPr>
            <a:r>
              <a:rPr lang="en-IN" sz="2400" b="1" dirty="0" err="1">
                <a:solidFill>
                  <a:srgbClr val="002060"/>
                </a:solidFill>
                <a:latin typeface="Times New Roman" panose="02020603050405020304" pitchFamily="18" charset="0"/>
                <a:cs typeface="Times New Roman" panose="02020603050405020304" pitchFamily="18" charset="0"/>
              </a:rPr>
              <a:t>isEmpty</a:t>
            </a:r>
            <a:r>
              <a:rPr lang="en-IN" sz="2400" b="1" dirty="0">
                <a:solidFill>
                  <a:srgbClr val="002060"/>
                </a:solidFill>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Checks if the queue is empty.</a:t>
            </a:r>
          </a:p>
          <a:p>
            <a:pPr marL="342900" indent="-342900" algn="just" fontAlgn="base">
              <a:lnSpc>
                <a:spcPct val="150000"/>
              </a:lnSpc>
              <a:buFont typeface="Arial" panose="020B0604020202020204" pitchFamily="34" charset="0"/>
              <a:buChar char="•"/>
            </a:pPr>
            <a:r>
              <a:rPr lang="en-IN" sz="2400" b="1" dirty="0" err="1">
                <a:solidFill>
                  <a:srgbClr val="002060"/>
                </a:solidFill>
                <a:latin typeface="Times New Roman" panose="02020603050405020304" pitchFamily="18" charset="0"/>
                <a:cs typeface="Times New Roman" panose="02020603050405020304" pitchFamily="18" charset="0"/>
              </a:rPr>
              <a:t>isFull</a:t>
            </a:r>
            <a:r>
              <a:rPr lang="en-IN" sz="2400" dirty="0">
                <a:latin typeface="Times New Roman" panose="02020603050405020304" pitchFamily="18" charset="0"/>
                <a:cs typeface="Times New Roman" panose="02020603050405020304" pitchFamily="18" charset="0"/>
              </a:rPr>
              <a:t>: Checks if the queue is full.</a:t>
            </a:r>
          </a:p>
        </p:txBody>
      </p:sp>
      <p:pic>
        <p:nvPicPr>
          <p:cNvPr id="7171" name="Picture 3"/>
          <p:cNvPicPr>
            <a:picLocks noChangeAspect="1" noChangeArrowheads="1"/>
          </p:cNvPicPr>
          <p:nvPr/>
        </p:nvPicPr>
        <p:blipFill rotWithShape="1">
          <a:blip r:embed="Ra7ce784f1dbd4431" cstate="print">
            <a:extLst>
              <a:ext uri="{28A0092B-C50C-407E-A947-70E740481C1C}">
                <a14:useLocalDpi xmlns:a14="http://schemas.microsoft.com/office/drawing/2010/main" val="0"/>
              </a:ext>
            </a:extLst>
          </a:blip>
          <a:srcRect t="15839" b="15228"/>
          <a:stretch>
            <a:fillRect/>
          </a:stretch>
        </p:blipFill>
        <p:spPr bwMode="auto">
          <a:xfrm>
            <a:off x="5138881" y="4561279"/>
            <a:ext cx="3955326" cy="1327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3851920" y="5965001"/>
            <a:ext cx="5400600" cy="307777"/>
          </a:xfrm>
          <a:prstGeom prst="rect">
            <a:avLst/>
          </a:prstGeom>
        </p:spPr>
        <p:txBody>
          <a:bodyPr wrap="square">
            <a:spAutoFit/>
          </a:bodyPr>
          <a:lstStyle/>
          <a:p>
            <a:r>
              <a:rPr lang="en-IN" sz="1400" dirty="0">
                <a:hlinkClick r:id="rcIdc14c2218c0d94aa1"/>
              </a:rPr>
              <a:t>https://learnloner.com/queues-in-data-structures-and-algorithms-dsa/</a:t>
            </a:r>
            <a:endParaRPr lang="en-IN" sz="1400" dirty="0"/>
          </a:p>
        </p:txBody>
      </p:sp>
    </p:spTree>
    <p:extLst>
      <p:ext uri="{BB962C8B-B14F-4D97-AF65-F5344CB8AC3E}">
        <p14:creationId xmlns:p14="http://schemas.microsoft.com/office/powerpoint/2010/main" val="7820238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0BD77-069F-BEF6-7D4C-586F8D5E5C2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A015B2-936B-703E-5120-C2DCC2B1280E}"/>
              </a:ext>
            </a:extLst>
          </p:cNvPr>
          <p:cNvPicPr>
            <a:picLocks noGrp="1" noChangeAspect="1"/>
          </p:cNvPicPr>
          <p:nvPr>
            <p:ph idx="1"/>
          </p:nvPr>
        </p:nvPicPr>
        <p:blipFill>
          <a:blip r:embed="R3b35cac9c7b34983"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E4568193-5F21-03B3-EB3B-3937678FA9CA}"/>
              </a:ext>
            </a:extLst>
          </p:cNvPr>
          <p:cNvSpPr>
            <a:spLocks noChangeArrowheads="1"/>
          </p:cNvSpPr>
          <p:nvPr/>
        </p:nvSpPr>
        <p:spPr bwMode="auto">
          <a:xfrm>
            <a:off x="179512" y="32612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Check Your Understanding </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CD4BC3A-905C-CB63-FA7E-FCCDFEA8C1D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68226FF-2BC2-9BEE-12C5-E3DFEC27E8C3}"/>
              </a:ext>
            </a:extLst>
          </p:cNvPr>
          <p:cNvPicPr>
            <a:picLocks noChangeAspect="1"/>
          </p:cNvPicPr>
          <p:nvPr/>
        </p:nvPicPr>
        <p:blipFill>
          <a:blip r:embed="R4ff60cdb850b438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295582-0AB9-055E-1E51-070444ADD91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F275773D-7983-DE04-C49C-23972F91571B}"/>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AD33FD01-2BD1-511E-8A58-EA824DCFAE1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1AC11721-9FA5-E45C-9B53-3DC93FD14C0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BDB7591D-D5EE-B5C1-8E5E-9F38A2BEEB5F}"/>
              </a:ext>
            </a:extLst>
          </p:cNvPr>
          <p:cNvSpPr txBox="1"/>
          <p:nvPr/>
        </p:nvSpPr>
        <p:spPr>
          <a:xfrm>
            <a:off x="307975" y="1401570"/>
            <a:ext cx="8152457" cy="4288675"/>
          </a:xfrm>
          <a:prstGeom prst="rect">
            <a:avLst/>
          </a:prstGeom>
          <a:noFill/>
        </p:spPr>
        <p:txBody>
          <a:bodyPr wrap="square">
            <a:spAutoFit/>
          </a:bodyPr>
          <a:lstStyle/>
          <a:p>
            <a:pPr marL="360363" indent="-360363">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360363" indent="-360363">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Insertion in a queue is performed at the __________ end.</a:t>
            </a:r>
          </a:p>
          <a:p>
            <a:pPr marL="360363" indent="-360363">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Deletion in a queue is performed from the __________ end.</a:t>
            </a:r>
          </a:p>
          <a:p>
            <a:pPr marL="360363" indent="-360363">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operation used to remove an element is called __________.</a:t>
            </a:r>
          </a:p>
          <a:p>
            <a:pPr marL="360363" indent="-360363">
              <a:lnSpc>
                <a:spcPct val="150000"/>
              </a:lnSpc>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What is queue overflow?</a:t>
            </a:r>
          </a:p>
          <a:p>
            <a:pPr marL="360363" indent="-360363">
              <a:lnSpc>
                <a:spcPct val="150000"/>
              </a:lnSpc>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Name any one type of queue.</a:t>
            </a:r>
          </a:p>
        </p:txBody>
      </p:sp>
    </p:spTree>
    <p:extLst>
      <p:ext uri="{BB962C8B-B14F-4D97-AF65-F5344CB8AC3E}">
        <p14:creationId xmlns:p14="http://schemas.microsoft.com/office/powerpoint/2010/main" val="398504341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BDC57-B86E-C424-EBCC-F0085F8608FC}"/>
            </a:ext>
          </a:extLst>
        </p:cNvPr>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0E4101BC-AAC0-C138-2AC1-858F0F4725CD}"/>
              </a:ext>
            </a:extLst>
          </p:cNvPr>
          <p:cNvPicPr>
            <a:picLocks noChangeAspect="1"/>
          </p:cNvPicPr>
          <p:nvPr/>
        </p:nvPicPr>
        <p:blipFill>
          <a:blip r:embed="R8f173524cd3e4d60" cstate="print">
            <a:extLst>
              <a:ext uri="{28A0092B-C50C-407E-A947-70E740481C1C}">
                <a14:useLocalDpi xmlns:a14="http://schemas.microsoft.com/office/drawing/2010/main" val="0"/>
              </a:ext>
            </a:extLst>
          </a:blip>
          <a:stretch>
            <a:fillRect/>
          </a:stretch>
        </p:blipFill>
        <p:spPr>
          <a:xfrm>
            <a:off x="3309" y="-13692"/>
            <a:ext cx="9180512" cy="6885384"/>
          </a:xfrm>
          <a:prstGeom prst="rect">
            <a:avLst/>
          </a:prstGeom>
        </p:spPr>
      </p:pic>
      <p:sp>
        <p:nvSpPr>
          <p:cNvPr id="5" name="Rectangle 1">
            <a:extLst>
              <a:ext uri="{FF2B5EF4-FFF2-40B4-BE49-F238E27FC236}">
                <a16:creationId xmlns:a16="http://schemas.microsoft.com/office/drawing/2014/main" id="{A299164D-70A8-4061-6CA0-82F0CD632617}"/>
              </a:ext>
            </a:extLst>
          </p:cNvPr>
          <p:cNvSpPr>
            <a:spLocks noChangeArrowheads="1"/>
          </p:cNvSpPr>
          <p:nvPr/>
        </p:nvSpPr>
        <p:spPr bwMode="auto">
          <a:xfrm>
            <a:off x="155575" y="324273"/>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Working of Queue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3A37C8F0-DCE0-E475-83D3-5A27847894B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7DBA408-58E1-F933-78FE-DF28FF0A5639}"/>
              </a:ext>
            </a:extLst>
          </p:cNvPr>
          <p:cNvPicPr>
            <a:picLocks noChangeAspect="1"/>
          </p:cNvPicPr>
          <p:nvPr/>
        </p:nvPicPr>
        <p:blipFill>
          <a:blip r:embed="R10ac0199e6de438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21B1094-4457-22F2-506F-07BD075512F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2743D79-A49F-3FEB-C7E7-48A10F010D19}"/>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090C6469-19BD-C4FD-1B76-9536FCAD4FA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8372B81F-BB7E-7923-CA25-36AE7380E96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6EB2B3C-F65B-B8EA-3274-E667B9209BE8}"/>
              </a:ext>
            </a:extLst>
          </p:cNvPr>
          <p:cNvSpPr/>
          <p:nvPr/>
        </p:nvSpPr>
        <p:spPr>
          <a:xfrm>
            <a:off x="179512" y="1077763"/>
            <a:ext cx="8610600" cy="1294393"/>
          </a:xfrm>
          <a:prstGeom prst="rect">
            <a:avLst/>
          </a:prstGeom>
        </p:spPr>
        <p:txBody>
          <a:bodyPr wrap="square">
            <a:spAutoFit/>
          </a:bodyPr>
          <a:lstStyle/>
          <a:p>
            <a:pPr algn="just">
              <a:lnSpc>
                <a:spcPct val="150000"/>
              </a:lnSpc>
              <a:spcBef>
                <a:spcPts val="600"/>
              </a:spcBef>
              <a:spcAft>
                <a:spcPts val="600"/>
              </a:spcAft>
            </a:pPr>
            <a:r>
              <a:rPr lang="en-US" b="1" dirty="0">
                <a:solidFill>
                  <a:srgbClr val="002060"/>
                </a:solidFill>
                <a:latin typeface="Times New Roman" panose="02020603050405020304" pitchFamily="18" charset="0"/>
                <a:cs typeface="Times New Roman" panose="02020603050405020304" pitchFamily="18" charset="0"/>
              </a:rPr>
              <a:t>Observe:</a:t>
            </a:r>
            <a:r>
              <a:rPr lang="en-US" dirty="0">
                <a:latin typeface="Times New Roman" panose="02020603050405020304" pitchFamily="18" charset="0"/>
                <a:cs typeface="Times New Roman" panose="02020603050405020304" pitchFamily="18" charset="0"/>
              </a:rPr>
              <a:t> The letters in the word "ENCRYPT" are stored in Queue A in a random manner. Observe the operations performed to display the letters in their correct order in Queue B so as to form the actual word.</a:t>
            </a:r>
            <a:r>
              <a:rPr lang="en-US" dirty="0"/>
              <a:t> </a:t>
            </a:r>
          </a:p>
        </p:txBody>
      </p:sp>
      <p:pic>
        <p:nvPicPr>
          <p:cNvPr id="327681" name="Picture 1">
            <a:extLst>
              <a:ext uri="{FF2B5EF4-FFF2-40B4-BE49-F238E27FC236}">
                <a16:creationId xmlns:a16="http://schemas.microsoft.com/office/drawing/2014/main" id="{D05C270B-A5CB-B336-1052-5E5138514220}"/>
              </a:ext>
            </a:extLst>
          </p:cNvPr>
          <p:cNvPicPr>
            <a:picLocks noGrp="1" noChangeAspect="1" noChangeArrowheads="1"/>
          </p:cNvPicPr>
          <p:nvPr>
            <p:ph idx="1"/>
          </p:nvPr>
        </p:nvPicPr>
        <p:blipFill>
          <a:blip r:embed="R727667be42c14bfe"/>
          <a:srcRect l="10413" r="6300"/>
          <a:stretch>
            <a:fillRect/>
          </a:stretch>
        </p:blipFill>
        <p:spPr bwMode="auto">
          <a:xfrm>
            <a:off x="465489" y="2378838"/>
            <a:ext cx="4320481" cy="2124309"/>
          </a:xfrm>
          <a:prstGeom prst="rect">
            <a:avLst/>
          </a:prstGeom>
          <a:noFill/>
          <a:ln w="9525">
            <a:solidFill>
              <a:schemeClr val="accent1"/>
            </a:solidFill>
            <a:miter lim="800000"/>
            <a:headEnd/>
            <a:tailEnd/>
          </a:ln>
          <a:effectLst/>
        </p:spPr>
      </p:pic>
      <p:pic>
        <p:nvPicPr>
          <p:cNvPr id="562180" name="Picture 4">
            <a:extLst>
              <a:ext uri="{FF2B5EF4-FFF2-40B4-BE49-F238E27FC236}">
                <a16:creationId xmlns:a16="http://schemas.microsoft.com/office/drawing/2014/main" id="{819575BD-9EBE-06E0-8C79-6E5CF19EAD1B}"/>
              </a:ext>
            </a:extLst>
          </p:cNvPr>
          <p:cNvPicPr>
            <a:picLocks noChangeAspect="1" noChangeArrowheads="1"/>
          </p:cNvPicPr>
          <p:nvPr/>
        </p:nvPicPr>
        <p:blipFill>
          <a:blip r:embed="R7840881b13e64731"/>
          <a:srcRect/>
          <a:stretch>
            <a:fillRect/>
          </a:stretch>
        </p:blipFill>
        <p:spPr bwMode="auto">
          <a:xfrm>
            <a:off x="465490" y="4555732"/>
            <a:ext cx="4320480" cy="2220244"/>
          </a:xfrm>
          <a:prstGeom prst="rect">
            <a:avLst/>
          </a:prstGeom>
          <a:noFill/>
          <a:ln w="9525">
            <a:solidFill>
              <a:schemeClr val="accent1"/>
            </a:solidFill>
            <a:miter lim="800000"/>
            <a:headEnd/>
            <a:tailEnd/>
          </a:ln>
          <a:effectLst/>
        </p:spPr>
      </p:pic>
      <p:pic>
        <p:nvPicPr>
          <p:cNvPr id="4" name="Picture 2">
            <a:extLst>
              <a:ext uri="{FF2B5EF4-FFF2-40B4-BE49-F238E27FC236}">
                <a16:creationId xmlns:a16="http://schemas.microsoft.com/office/drawing/2014/main" id="{B583BD50-6896-58A3-2B54-6AD5F909B074}"/>
              </a:ext>
            </a:extLst>
          </p:cNvPr>
          <p:cNvPicPr>
            <a:picLocks noChangeAspect="1" noChangeArrowheads="1"/>
          </p:cNvPicPr>
          <p:nvPr/>
        </p:nvPicPr>
        <p:blipFill>
          <a:blip r:embed="R273ff520b875471a"/>
          <a:srcRect/>
          <a:stretch>
            <a:fillRect/>
          </a:stretch>
        </p:blipFill>
        <p:spPr bwMode="auto">
          <a:xfrm>
            <a:off x="4890351" y="2369808"/>
            <a:ext cx="3888432" cy="2113689"/>
          </a:xfrm>
          <a:prstGeom prst="rect">
            <a:avLst/>
          </a:prstGeom>
          <a:noFill/>
          <a:ln w="9525">
            <a:solidFill>
              <a:schemeClr val="accent1"/>
            </a:solidFill>
            <a:miter lim="800000"/>
            <a:headEnd/>
            <a:tailEnd/>
          </a:ln>
          <a:effectLst/>
        </p:spPr>
      </p:pic>
      <p:pic>
        <p:nvPicPr>
          <p:cNvPr id="11" name="Picture 2">
            <a:extLst>
              <a:ext uri="{FF2B5EF4-FFF2-40B4-BE49-F238E27FC236}">
                <a16:creationId xmlns:a16="http://schemas.microsoft.com/office/drawing/2014/main" id="{D0B1F83C-2940-BF47-E4C9-B16D03BA0971}"/>
              </a:ext>
            </a:extLst>
          </p:cNvPr>
          <p:cNvPicPr>
            <a:picLocks noChangeAspect="1" noChangeArrowheads="1"/>
          </p:cNvPicPr>
          <p:nvPr/>
        </p:nvPicPr>
        <p:blipFill>
          <a:blip r:embed="R1f81dba5e8af4204"/>
          <a:srcRect/>
          <a:stretch>
            <a:fillRect/>
          </a:stretch>
        </p:blipFill>
        <p:spPr bwMode="auto">
          <a:xfrm>
            <a:off x="4869539" y="4555732"/>
            <a:ext cx="3909244" cy="2220243"/>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315819137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BA00AB22-A624-94A7-F8AC-04CB443A8951}"/>
              </a:ext>
            </a:extLst>
          </p:cNvPr>
          <p:cNvPicPr>
            <a:picLocks noGrp="1" noChangeAspect="1"/>
          </p:cNvPicPr>
          <p:nvPr>
            <p:ph idx="1"/>
          </p:nvPr>
        </p:nvPicPr>
        <p:blipFill>
          <a:blip r:embed="R5a1231931c4b4507" cstate="print">
            <a:extLst>
              <a:ext uri="{28A0092B-C50C-407E-A947-70E740481C1C}">
                <a14:useLocalDpi xmlns:a14="http://schemas.microsoft.com/office/drawing/2010/main" val="0"/>
              </a:ext>
            </a:extLst>
          </a:blip>
          <a:stretch>
            <a:fillRect/>
          </a:stretch>
        </p:blipFill>
        <p:spPr>
          <a:xfrm>
            <a:off x="3309" y="-13692"/>
            <a:ext cx="9180512" cy="6885384"/>
          </a:xfrm>
        </p:spPr>
      </p:pic>
      <p:sp>
        <p:nvSpPr>
          <p:cNvPr id="5" name="Rectangle 1"/>
          <p:cNvSpPr>
            <a:spLocks noChangeArrowheads="1"/>
          </p:cNvSpPr>
          <p:nvPr/>
        </p:nvSpPr>
        <p:spPr bwMode="auto">
          <a:xfrm>
            <a:off x="72008" y="370965"/>
            <a:ext cx="842493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IN" sz="3200"/>
            </a:br>
            <a:endParaRPr lang="en-IN" sz="3200" b="1">
              <a:solidFill>
                <a:srgbClr val="E31E24"/>
              </a:solidFill>
              <a:cs typeface="Times New Roman" panose="02020603050405020304" pitchFamily="18" charset="0"/>
              <a:sym typeface="Arial"/>
            </a:endParaRPr>
          </a:p>
        </p:txBody>
      </p:sp>
      <p:pic>
        <p:nvPicPr>
          <p:cNvPr id="9" name="Picture 8"/>
          <p:cNvPicPr>
            <a:picLocks noChangeAspect="1"/>
          </p:cNvPicPr>
          <p:nvPr/>
        </p:nvPicPr>
        <p:blipFill>
          <a:blip r:embed="R307796fc3b774a1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65250" name="Picture 2"/>
          <p:cNvPicPr>
            <a:picLocks noChangeAspect="1" noChangeArrowheads="1"/>
          </p:cNvPicPr>
          <p:nvPr/>
        </p:nvPicPr>
        <p:blipFill>
          <a:blip r:embed="Rb65e7e2705f74751"/>
          <a:srcRect l="3842" r="3202"/>
          <a:stretch>
            <a:fillRect/>
          </a:stretch>
        </p:blipFill>
        <p:spPr bwMode="auto">
          <a:xfrm>
            <a:off x="539552" y="319169"/>
            <a:ext cx="3744416" cy="3005840"/>
          </a:xfrm>
          <a:prstGeom prst="rect">
            <a:avLst/>
          </a:prstGeom>
          <a:noFill/>
          <a:ln w="9525">
            <a:solidFill>
              <a:schemeClr val="accent1"/>
            </a:solidFill>
            <a:miter lim="800000"/>
            <a:headEnd/>
            <a:tailEnd/>
          </a:ln>
          <a:effectLst/>
        </p:spPr>
      </p:pic>
      <p:pic>
        <p:nvPicPr>
          <p:cNvPr id="566274" name="Picture 2"/>
          <p:cNvPicPr>
            <a:picLocks noChangeAspect="1" noChangeArrowheads="1"/>
          </p:cNvPicPr>
          <p:nvPr/>
        </p:nvPicPr>
        <p:blipFill>
          <a:blip r:embed="R8ebff5800b2c4c49"/>
          <a:srcRect/>
          <a:stretch>
            <a:fillRect/>
          </a:stretch>
        </p:blipFill>
        <p:spPr bwMode="auto">
          <a:xfrm>
            <a:off x="539552" y="3505603"/>
            <a:ext cx="3744416" cy="2726444"/>
          </a:xfrm>
          <a:prstGeom prst="rect">
            <a:avLst/>
          </a:prstGeom>
          <a:noFill/>
          <a:ln w="9525">
            <a:solidFill>
              <a:schemeClr val="accent1"/>
            </a:solidFill>
            <a:miter lim="800000"/>
            <a:headEnd/>
            <a:tailEnd/>
          </a:ln>
          <a:effectLst/>
        </p:spPr>
      </p:pic>
      <p:pic>
        <p:nvPicPr>
          <p:cNvPr id="567298" name="Picture 2"/>
          <p:cNvPicPr>
            <a:picLocks noChangeAspect="1" noChangeArrowheads="1"/>
          </p:cNvPicPr>
          <p:nvPr/>
        </p:nvPicPr>
        <p:blipFill>
          <a:blip r:embed="Re239dace6c374c12"/>
          <a:srcRect/>
          <a:stretch>
            <a:fillRect/>
          </a:stretch>
        </p:blipFill>
        <p:spPr bwMode="auto">
          <a:xfrm>
            <a:off x="4458023" y="315403"/>
            <a:ext cx="4215123" cy="3005840"/>
          </a:xfrm>
          <a:prstGeom prst="rect">
            <a:avLst/>
          </a:prstGeom>
          <a:noFill/>
          <a:ln w="9525">
            <a:solidFill>
              <a:schemeClr val="accent1"/>
            </a:solidFill>
            <a:miter lim="800000"/>
            <a:headEnd/>
            <a:tailEnd/>
          </a:ln>
          <a:effectLst/>
        </p:spPr>
      </p:pic>
      <p:pic>
        <p:nvPicPr>
          <p:cNvPr id="568322" name="Picture 2"/>
          <p:cNvPicPr>
            <a:picLocks noChangeAspect="1" noChangeArrowheads="1"/>
          </p:cNvPicPr>
          <p:nvPr/>
        </p:nvPicPr>
        <p:blipFill>
          <a:blip r:embed="Rdf5ba3cca6ad4faa"/>
          <a:srcRect l="7032" r="4422"/>
          <a:stretch>
            <a:fillRect/>
          </a:stretch>
        </p:blipFill>
        <p:spPr bwMode="auto">
          <a:xfrm>
            <a:off x="4425836" y="3505603"/>
            <a:ext cx="4247310" cy="2726444"/>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154099095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84AEFDC6-10AD-A777-CC7A-74AD5061B526}"/>
              </a:ext>
            </a:extLst>
          </p:cNvPr>
          <p:cNvPicPr>
            <a:picLocks noGrp="1" noChangeAspect="1"/>
          </p:cNvPicPr>
          <p:nvPr>
            <p:ph idx="1"/>
          </p:nvPr>
        </p:nvPicPr>
        <p:blipFill>
          <a:blip r:embed="Ra2935bca49494050" cstate="print">
            <a:extLst>
              <a:ext uri="{28A0092B-C50C-407E-A947-70E740481C1C}">
                <a14:useLocalDpi xmlns:a14="http://schemas.microsoft.com/office/drawing/2010/main" val="0"/>
              </a:ext>
            </a:extLst>
          </a:blip>
          <a:stretch>
            <a:fillRect/>
          </a:stretch>
        </p:blipFill>
        <p:spPr>
          <a:xfrm>
            <a:off x="3309" y="-13692"/>
            <a:ext cx="9180512" cy="6885384"/>
          </a:xfrm>
        </p:spPr>
      </p:pic>
      <p:sp>
        <p:nvSpPr>
          <p:cNvPr id="5" name="Rectangle 1"/>
          <p:cNvSpPr>
            <a:spLocks noChangeArrowheads="1"/>
          </p:cNvSpPr>
          <p:nvPr/>
        </p:nvSpPr>
        <p:spPr bwMode="auto">
          <a:xfrm>
            <a:off x="72008" y="370965"/>
            <a:ext cx="842493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IN" sz="3200"/>
            </a:br>
            <a:endParaRPr lang="en-IN" sz="3200" b="1">
              <a:solidFill>
                <a:srgbClr val="E31E24"/>
              </a:solidFill>
              <a:cs typeface="Times New Roman" panose="02020603050405020304" pitchFamily="18" charset="0"/>
              <a:sym typeface="Arial"/>
            </a:endParaRPr>
          </a:p>
        </p:txBody>
      </p:sp>
      <p:pic>
        <p:nvPicPr>
          <p:cNvPr id="9" name="Picture 8"/>
          <p:cNvPicPr>
            <a:picLocks noChangeAspect="1"/>
          </p:cNvPicPr>
          <p:nvPr/>
        </p:nvPicPr>
        <p:blipFill>
          <a:blip r:embed="R5b71e51b8fae4d6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69346" name="Picture 2"/>
          <p:cNvPicPr>
            <a:picLocks noChangeAspect="1" noChangeArrowheads="1"/>
          </p:cNvPicPr>
          <p:nvPr/>
        </p:nvPicPr>
        <p:blipFill>
          <a:blip r:embed="Rac9a516ca4fb4ab2"/>
          <a:srcRect/>
          <a:stretch>
            <a:fillRect/>
          </a:stretch>
        </p:blipFill>
        <p:spPr bwMode="auto">
          <a:xfrm>
            <a:off x="449575" y="291109"/>
            <a:ext cx="3888432" cy="3051393"/>
          </a:xfrm>
          <a:prstGeom prst="rect">
            <a:avLst/>
          </a:prstGeom>
          <a:noFill/>
          <a:ln w="9525">
            <a:solidFill>
              <a:schemeClr val="accent1"/>
            </a:solidFill>
            <a:miter lim="800000"/>
            <a:headEnd/>
            <a:tailEnd/>
          </a:ln>
          <a:effectLst/>
        </p:spPr>
      </p:pic>
      <p:pic>
        <p:nvPicPr>
          <p:cNvPr id="570370" name="Picture 2"/>
          <p:cNvPicPr>
            <a:picLocks noChangeAspect="1" noChangeArrowheads="1"/>
          </p:cNvPicPr>
          <p:nvPr/>
        </p:nvPicPr>
        <p:blipFill>
          <a:blip r:embed="R8a23207625094b0b"/>
          <a:srcRect/>
          <a:stretch>
            <a:fillRect/>
          </a:stretch>
        </p:blipFill>
        <p:spPr bwMode="auto">
          <a:xfrm>
            <a:off x="447336" y="3494888"/>
            <a:ext cx="3889426" cy="2982177"/>
          </a:xfrm>
          <a:prstGeom prst="rect">
            <a:avLst/>
          </a:prstGeom>
          <a:noFill/>
          <a:ln w="9525">
            <a:solidFill>
              <a:schemeClr val="accent1"/>
            </a:solidFill>
            <a:miter lim="800000"/>
            <a:headEnd/>
            <a:tailEnd/>
          </a:ln>
          <a:effectLst/>
        </p:spPr>
      </p:pic>
      <p:pic>
        <p:nvPicPr>
          <p:cNvPr id="571395" name="Picture 3"/>
          <p:cNvPicPr>
            <a:picLocks noChangeAspect="1" noChangeArrowheads="1"/>
          </p:cNvPicPr>
          <p:nvPr/>
        </p:nvPicPr>
        <p:blipFill>
          <a:blip r:embed="R39343314c2724030"/>
          <a:srcRect l="9611" r="3388"/>
          <a:stretch>
            <a:fillRect/>
          </a:stretch>
        </p:blipFill>
        <p:spPr bwMode="auto">
          <a:xfrm>
            <a:off x="4438077" y="293343"/>
            <a:ext cx="4256347" cy="3049159"/>
          </a:xfrm>
          <a:prstGeom prst="rect">
            <a:avLst/>
          </a:prstGeom>
          <a:noFill/>
          <a:ln w="9525">
            <a:solidFill>
              <a:schemeClr val="accent1"/>
            </a:solidFill>
            <a:miter lim="800000"/>
            <a:headEnd/>
            <a:tailEnd/>
          </a:ln>
          <a:effectLst/>
        </p:spPr>
      </p:pic>
      <p:pic>
        <p:nvPicPr>
          <p:cNvPr id="572418" name="Picture 2"/>
          <p:cNvPicPr>
            <a:picLocks noChangeAspect="1" noChangeArrowheads="1"/>
          </p:cNvPicPr>
          <p:nvPr/>
        </p:nvPicPr>
        <p:blipFill>
          <a:blip r:embed="Rfc93874e66ae4278"/>
          <a:srcRect l="15569"/>
          <a:stretch>
            <a:fillRect/>
          </a:stretch>
        </p:blipFill>
        <p:spPr bwMode="auto">
          <a:xfrm>
            <a:off x="4438077" y="3486920"/>
            <a:ext cx="4256347" cy="2990145"/>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185658095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AF0374DB-8464-1E06-BEDA-E47526CE06C2}"/>
              </a:ext>
            </a:extLst>
          </p:cNvPr>
          <p:cNvPicPr>
            <a:picLocks noGrp="1" noChangeAspect="1"/>
          </p:cNvPicPr>
          <p:nvPr>
            <p:ph idx="1"/>
          </p:nvPr>
        </p:nvPicPr>
        <p:blipFill>
          <a:blip r:embed="R1d14825bce4d4779" cstate="print">
            <a:extLst>
              <a:ext uri="{28A0092B-C50C-407E-A947-70E740481C1C}">
                <a14:useLocalDpi xmlns:a14="http://schemas.microsoft.com/office/drawing/2010/main" val="0"/>
              </a:ext>
            </a:extLst>
          </a:blip>
          <a:stretch>
            <a:fillRect/>
          </a:stretch>
        </p:blipFill>
        <p:spPr>
          <a:xfrm>
            <a:off x="3309" y="-13692"/>
            <a:ext cx="9180512" cy="6885384"/>
          </a:xfrm>
        </p:spPr>
      </p:pic>
      <p:pic>
        <p:nvPicPr>
          <p:cNvPr id="9" name="Picture 8"/>
          <p:cNvPicPr>
            <a:picLocks noChangeAspect="1"/>
          </p:cNvPicPr>
          <p:nvPr/>
        </p:nvPicPr>
        <p:blipFill>
          <a:blip r:embed="R823c9c65d7fa422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73442" name="Picture 2"/>
          <p:cNvPicPr>
            <a:picLocks noChangeAspect="1" noChangeArrowheads="1"/>
          </p:cNvPicPr>
          <p:nvPr/>
        </p:nvPicPr>
        <p:blipFill>
          <a:blip r:embed="R931d7b5c8b994dfb"/>
          <a:srcRect l="10180"/>
          <a:stretch>
            <a:fillRect/>
          </a:stretch>
        </p:blipFill>
        <p:spPr bwMode="auto">
          <a:xfrm>
            <a:off x="307975" y="236314"/>
            <a:ext cx="4176464" cy="3216992"/>
          </a:xfrm>
          <a:prstGeom prst="rect">
            <a:avLst/>
          </a:prstGeom>
          <a:noFill/>
          <a:ln w="9525">
            <a:solidFill>
              <a:schemeClr val="accent1"/>
            </a:solidFill>
            <a:miter lim="800000"/>
            <a:headEnd/>
            <a:tailEnd/>
          </a:ln>
          <a:effectLst/>
        </p:spPr>
      </p:pic>
      <p:pic>
        <p:nvPicPr>
          <p:cNvPr id="574466" name="Picture 2"/>
          <p:cNvPicPr>
            <a:picLocks noChangeAspect="1" noChangeArrowheads="1"/>
          </p:cNvPicPr>
          <p:nvPr/>
        </p:nvPicPr>
        <p:blipFill>
          <a:blip r:embed="R71217d0c37ed426e"/>
          <a:srcRect l="10311" r="4045"/>
          <a:stretch>
            <a:fillRect/>
          </a:stretch>
        </p:blipFill>
        <p:spPr bwMode="auto">
          <a:xfrm>
            <a:off x="307975" y="3582086"/>
            <a:ext cx="4176464" cy="2900342"/>
          </a:xfrm>
          <a:prstGeom prst="rect">
            <a:avLst/>
          </a:prstGeom>
          <a:noFill/>
          <a:ln w="9525">
            <a:solidFill>
              <a:schemeClr val="accent1"/>
            </a:solidFill>
            <a:miter lim="800000"/>
            <a:headEnd/>
            <a:tailEnd/>
          </a:ln>
          <a:effectLst/>
        </p:spPr>
      </p:pic>
      <p:pic>
        <p:nvPicPr>
          <p:cNvPr id="575490" name="Picture 2"/>
          <p:cNvPicPr>
            <a:picLocks noChangeAspect="1" noChangeArrowheads="1"/>
          </p:cNvPicPr>
          <p:nvPr/>
        </p:nvPicPr>
        <p:blipFill>
          <a:blip r:embed="Rd3c171f492d94d7e"/>
          <a:srcRect l="7945" r="5470"/>
          <a:stretch>
            <a:fillRect/>
          </a:stretch>
        </p:blipFill>
        <p:spPr bwMode="auto">
          <a:xfrm>
            <a:off x="4674799" y="236314"/>
            <a:ext cx="4104677" cy="3216992"/>
          </a:xfrm>
          <a:prstGeom prst="rect">
            <a:avLst/>
          </a:prstGeom>
          <a:noFill/>
          <a:ln w="9525">
            <a:solidFill>
              <a:schemeClr val="accent1"/>
            </a:solidFill>
            <a:miter lim="800000"/>
            <a:headEnd/>
            <a:tailEnd/>
          </a:ln>
          <a:effectLst/>
        </p:spPr>
      </p:pic>
      <p:pic>
        <p:nvPicPr>
          <p:cNvPr id="576514" name="Picture 2"/>
          <p:cNvPicPr>
            <a:picLocks noChangeAspect="1" noChangeArrowheads="1"/>
          </p:cNvPicPr>
          <p:nvPr/>
        </p:nvPicPr>
        <p:blipFill>
          <a:blip r:embed="R26b2b50410a24728"/>
          <a:srcRect l="12599" r="8752"/>
          <a:stretch>
            <a:fillRect/>
          </a:stretch>
        </p:blipFill>
        <p:spPr bwMode="auto">
          <a:xfrm>
            <a:off x="4643787" y="3576701"/>
            <a:ext cx="4135689" cy="2927229"/>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30336370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9b6818be2a54439" cstate="print">
            <a:extLst>
              <a:ext uri="{28A0092B-C50C-407E-A947-70E740481C1C}">
                <a14:useLocalDpi xmlns:a14="http://schemas.microsoft.com/office/drawing/2010/main" val="0"/>
              </a:ext>
            </a:extLst>
          </a:blip>
          <a:stretch>
            <a:fillRect/>
          </a:stretch>
        </p:blipFill>
        <p:spPr>
          <a:xfrm>
            <a:off x="-37921" y="-27384"/>
            <a:ext cx="9180512" cy="6885384"/>
          </a:xfrm>
        </p:spPr>
      </p:pic>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3fe7fc5530b42d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Rectangle 10"/>
          <p:cNvSpPr/>
          <p:nvPr/>
        </p:nvSpPr>
        <p:spPr>
          <a:xfrm>
            <a:off x="307974" y="1293834"/>
            <a:ext cx="8423721" cy="4524315"/>
          </a:xfrm>
          <a:prstGeom prst="rect">
            <a:avLst/>
          </a:prstGeom>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Which operation adds an element to the end of a 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Enqueue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Dequeue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Peek</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Push</a:t>
            </a:r>
          </a:p>
          <a:p>
            <a:pPr lvl="1"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Which operation removes an element from the front of a 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Enqueue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Dequeue</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Peek</a:t>
            </a:r>
          </a:p>
          <a:p>
            <a:pPr marL="457200" indent="-457200" algn="just">
              <a:buAutoNum type="alphaUcPeriod"/>
            </a:pPr>
            <a:r>
              <a:rPr lang="en-IN" sz="2400" dirty="0">
                <a:latin typeface="Times New Roman" panose="02020603050405020304" pitchFamily="18" charset="0"/>
                <a:cs typeface="Times New Roman" panose="02020603050405020304" pitchFamily="18" charset="0"/>
              </a:rPr>
              <a:t>Pus</a:t>
            </a:r>
            <a:r>
              <a:rPr lang="en-IN" sz="2000" dirty="0">
                <a:latin typeface="Times New Roman" panose="02020603050405020304" pitchFamily="18" charset="0"/>
                <a:cs typeface="Times New Roman" panose="02020603050405020304" pitchFamily="18" charset="0"/>
              </a:rPr>
              <a:t>h</a:t>
            </a:r>
          </a:p>
        </p:txBody>
      </p:sp>
      <p:sp>
        <p:nvSpPr>
          <p:cNvPr id="12" name="TextBox 11">
            <a:extLst>
              <a:ext uri="{FF2B5EF4-FFF2-40B4-BE49-F238E27FC236}">
                <a16:creationId xmlns:a16="http://schemas.microsoft.com/office/drawing/2014/main" id="{3A418B97-55C7-24C3-D46B-519D0B4C0CD8}"/>
              </a:ext>
            </a:extLst>
          </p:cNvPr>
          <p:cNvSpPr txBox="1"/>
          <p:nvPr/>
        </p:nvSpPr>
        <p:spPr>
          <a:xfrm>
            <a:off x="219615" y="199650"/>
            <a:ext cx="510107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rgbClr val="E31E24"/>
                </a:solidFill>
                <a:cs typeface="Times New Roman" panose="02020603050405020304" pitchFamily="18" charset="0"/>
              </a:rPr>
              <a:t>Test Yourself</a:t>
            </a:r>
          </a:p>
        </p:txBody>
      </p:sp>
    </p:spTree>
    <p:extLst>
      <p:ext uri="{BB962C8B-B14F-4D97-AF65-F5344CB8AC3E}">
        <p14:creationId xmlns:p14="http://schemas.microsoft.com/office/powerpoint/2010/main" val="19883757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a7ffc63841bf4efa"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p:cNvSpPr>
            <a:spLocks noChangeArrowheads="1"/>
          </p:cNvSpPr>
          <p:nvPr/>
        </p:nvSpPr>
        <p:spPr bwMode="auto">
          <a:xfrm>
            <a:off x="181217" y="374787"/>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Linear Queues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3ad8c1d4302478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id="{541A6EA1-8C1D-B955-31AA-869301E7088F}"/>
              </a:ext>
            </a:extLst>
          </p:cNvPr>
          <p:cNvSpPr txBox="1"/>
          <p:nvPr/>
        </p:nvSpPr>
        <p:spPr>
          <a:xfrm>
            <a:off x="323528" y="1295896"/>
            <a:ext cx="8591872" cy="1697068"/>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Queue can be implemented using: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Arrays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Linked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9564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D5A1-D727-3C1F-EF59-5EEBA5AFDC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DE97669-5E1C-6438-99B1-67B2DFAD44C8}"/>
              </a:ext>
            </a:extLst>
          </p:cNvPr>
          <p:cNvPicPr>
            <a:picLocks noGrp="1" noChangeAspect="1"/>
          </p:cNvPicPr>
          <p:nvPr>
            <p:ph idx="1"/>
          </p:nvPr>
        </p:nvPicPr>
        <p:blipFill>
          <a:blip r:embed="R37302372ee0645e9"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FAA3B089-8BFB-E504-0F1A-31AD867460D0}"/>
              </a:ext>
            </a:extLst>
          </p:cNvPr>
          <p:cNvSpPr>
            <a:spLocks noChangeArrowheads="1"/>
          </p:cNvSpPr>
          <p:nvPr/>
        </p:nvSpPr>
        <p:spPr bwMode="auto">
          <a:xfrm>
            <a:off x="181217" y="374787"/>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Array based implementation of linear Queues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CAD6ACE5-B885-FACC-74B3-547B369C74A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833C483-0E9D-D4B7-6D95-2629525FB85D}"/>
              </a:ext>
            </a:extLst>
          </p:cNvPr>
          <p:cNvPicPr>
            <a:picLocks noChangeAspect="1"/>
          </p:cNvPicPr>
          <p:nvPr/>
        </p:nvPicPr>
        <p:blipFill>
          <a:blip r:embed="Ra71aa94e0994450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58200F2-4230-1EDE-251B-B8DD7601758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C718A1A-2229-FAD6-8108-40F464D8EADA}"/>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38F3D6FF-C4EE-DF1D-E26A-38178F267F6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8E862241-2DAF-345C-F8E6-142C19023E8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a:extLst>
              <a:ext uri="{FF2B5EF4-FFF2-40B4-BE49-F238E27FC236}">
                <a16:creationId xmlns:a16="http://schemas.microsoft.com/office/drawing/2014/main" id="{4A5F6760-50F3-F0EF-4A22-1735D0F96F07}"/>
              </a:ext>
            </a:extLst>
          </p:cNvPr>
          <p:cNvPicPr>
            <a:picLocks noChangeAspect="1" noChangeArrowheads="1"/>
          </p:cNvPicPr>
          <p:nvPr/>
        </p:nvPicPr>
        <p:blipFill>
          <a:blip r:embed="R65e0e7c97b8447c5">
            <a:extLst>
              <a:ext uri="{28A0092B-C50C-407E-A947-70E740481C1C}">
                <a14:useLocalDpi xmlns:a14="http://schemas.microsoft.com/office/drawing/2010/main" val="0"/>
              </a:ext>
            </a:extLst>
          </a:blip>
          <a:srcRect/>
          <a:stretch>
            <a:fillRect/>
          </a:stretch>
        </p:blipFill>
        <p:spPr bwMode="auto">
          <a:xfrm>
            <a:off x="1280987" y="1899013"/>
            <a:ext cx="6753944" cy="2488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a:extLst>
              <a:ext uri="{FF2B5EF4-FFF2-40B4-BE49-F238E27FC236}">
                <a16:creationId xmlns:a16="http://schemas.microsoft.com/office/drawing/2014/main" id="{7E528013-9318-902D-F5E0-258459B59426}"/>
              </a:ext>
            </a:extLst>
          </p:cNvPr>
          <p:cNvSpPr/>
          <p:nvPr/>
        </p:nvSpPr>
        <p:spPr>
          <a:xfrm>
            <a:off x="633131" y="4707325"/>
            <a:ext cx="7693025" cy="369332"/>
          </a:xfrm>
          <a:prstGeom prst="rect">
            <a:avLst/>
          </a:prstGeom>
        </p:spPr>
        <p:txBody>
          <a:bodyPr wrap="square">
            <a:spAutoFit/>
          </a:bodyPr>
          <a:lstStyle/>
          <a:p>
            <a:r>
              <a:rPr lang="en-IN" dirty="0">
                <a:hlinkClick r:id="rcId8e0512eaf0764cc8"/>
              </a:rPr>
              <a:t>https://www.javatpoint.com/array-representation-of-queue</a:t>
            </a:r>
            <a:endParaRPr lang="en-IN" dirty="0"/>
          </a:p>
        </p:txBody>
      </p:sp>
    </p:spTree>
    <p:extLst>
      <p:ext uri="{BB962C8B-B14F-4D97-AF65-F5344CB8AC3E}">
        <p14:creationId xmlns:p14="http://schemas.microsoft.com/office/powerpoint/2010/main" val="36189797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3">
            <a:extLst>
              <a:ext uri="{FF2B5EF4-FFF2-40B4-BE49-F238E27FC236}">
                <a16:creationId xmlns:a16="http://schemas.microsoft.com/office/drawing/2014/main" id="{1D8D4D1F-7352-6C32-042C-7154AD262252}"/>
              </a:ext>
            </a:extLst>
          </p:cNvPr>
          <p:cNvPicPr>
            <a:picLocks noGrp="1" noChangeAspect="1"/>
          </p:cNvPicPr>
          <p:nvPr>
            <p:ph idx="1"/>
          </p:nvPr>
        </p:nvPicPr>
        <p:blipFill>
          <a:blip r:embed="Rff965bc959f64d0b"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p:cNvSpPr>
            <a:spLocks noChangeArrowheads="1"/>
          </p:cNvSpPr>
          <p:nvPr/>
        </p:nvSpPr>
        <p:spPr bwMode="auto">
          <a:xfrm>
            <a:off x="359532" y="315058"/>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Enqueue Operations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5c35138315d40f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827584" y="5850493"/>
            <a:ext cx="7693025"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cId4ab3832af27a42aa"/>
              </a:rPr>
              <a:t>https://www.geeksforgeeks.org/basic-operations-for-queue-in-data-structure/</a:t>
            </a:r>
            <a:endParaRPr lang="en-IN" dirty="0"/>
          </a:p>
        </p:txBody>
      </p:sp>
      <p:sp>
        <p:nvSpPr>
          <p:cNvPr id="2" name="Rectangle 1"/>
          <p:cNvSpPr/>
          <p:nvPr/>
        </p:nvSpPr>
        <p:spPr>
          <a:xfrm>
            <a:off x="359532" y="1253795"/>
            <a:ext cx="4572000" cy="4632037"/>
          </a:xfrm>
          <a:prstGeom prst="rect">
            <a:avLst/>
          </a:prstGeom>
        </p:spPr>
        <p:txBody>
          <a:bodyPr>
            <a:spAutoFit/>
          </a:bodyPr>
          <a:lstStyle/>
          <a:p>
            <a:r>
              <a:rPr lang="en-US" sz="2000" b="1" kern="100" dirty="0">
                <a:latin typeface="Times New Roman" panose="02020603050405020304" pitchFamily="18" charset="0"/>
                <a:ea typeface="Times New Roman" panose="02020603050405020304" pitchFamily="18" charset="0"/>
                <a:cs typeface="Times New Roman" panose="02020603050405020304" pitchFamily="18" charset="0"/>
              </a:rPr>
              <a:t>Enqueue (Insert): Algorithm</a:t>
            </a:r>
            <a:endParaRPr lang="en-US" sz="3200" b="1"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2000" b="1" dirty="0">
              <a:solidFill>
                <a:srgbClr val="0070C0"/>
              </a:solidFill>
              <a:latin typeface="Times New Roman" panose="02020603050405020304" pitchFamily="18" charset="0"/>
              <a:cs typeface="Times New Roman" panose="02020603050405020304" pitchFamily="18" charset="0"/>
            </a:endParaRPr>
          </a:p>
          <a:p>
            <a:pPr>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IF REAR = MAX - 1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Write OVERFLOW</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Go to step</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[END OF IF]</a:t>
            </a:r>
          </a:p>
          <a:p>
            <a:pPr>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IF FRONT = -1 and REAR = -1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SET FRONT = REAR = 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ELSE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SET REAR = REAR + 1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[END OF IF]</a:t>
            </a:r>
          </a:p>
          <a:p>
            <a:pPr>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Set QUEUE[REAR] = NUM</a:t>
            </a:r>
          </a:p>
          <a:p>
            <a:pPr>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4:</a:t>
            </a:r>
            <a:r>
              <a:rPr lang="en-IN" sz="2000" dirty="0">
                <a:latin typeface="Times New Roman" panose="02020603050405020304" pitchFamily="18" charset="0"/>
                <a:cs typeface="Times New Roman" panose="02020603050405020304" pitchFamily="18" charset="0"/>
              </a:rPr>
              <a:t> EXIT</a:t>
            </a:r>
          </a:p>
        </p:txBody>
      </p:sp>
      <p:pic>
        <p:nvPicPr>
          <p:cNvPr id="2050" name="Picture 2"/>
          <p:cNvPicPr>
            <a:picLocks noChangeAspect="1" noChangeArrowheads="1"/>
          </p:cNvPicPr>
          <p:nvPr/>
        </p:nvPicPr>
        <p:blipFill rotWithShape="1">
          <a:blip r:embed="R942195de3a8b4ca4">
            <a:extLst>
              <a:ext uri="{28A0092B-C50C-407E-A947-70E740481C1C}">
                <a14:useLocalDpi xmlns:a14="http://schemas.microsoft.com/office/drawing/2010/main" val="0"/>
              </a:ext>
            </a:extLst>
          </a:blip>
          <a:srcRect l="5473" t="8852" r="12975"/>
          <a:stretch>
            <a:fillRect/>
          </a:stretch>
        </p:blipFill>
        <p:spPr bwMode="auto">
          <a:xfrm>
            <a:off x="4571999" y="1263374"/>
            <a:ext cx="4212469" cy="384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49815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3">
            <a:extLst>
              <a:ext uri="{FF2B5EF4-FFF2-40B4-BE49-F238E27FC236}">
                <a16:creationId xmlns:a16="http://schemas.microsoft.com/office/drawing/2014/main" id="{D1E41451-839A-C539-06CD-F4BDA23CE844}"/>
              </a:ext>
            </a:extLst>
          </p:cNvPr>
          <p:cNvPicPr>
            <a:picLocks noChangeAspect="1"/>
          </p:cNvPicPr>
          <p:nvPr/>
        </p:nvPicPr>
        <p:blipFill>
          <a:blip r:embed="R4d3018a04bc44d92" cstate="print">
            <a:extLst>
              <a:ext uri="{28A0092B-C50C-407E-A947-70E740481C1C}">
                <a14:useLocalDpi xmlns:a14="http://schemas.microsoft.com/office/drawing/2010/main" val="0"/>
              </a:ext>
            </a:extLst>
          </a:blip>
          <a:stretch>
            <a:fillRect/>
          </a:stretch>
        </p:blipFill>
        <p:spPr>
          <a:xfrm>
            <a:off x="-37921" y="-27384"/>
            <a:ext cx="9180512" cy="6885384"/>
          </a:xfrm>
          <a:prstGeom prst="rect">
            <a:avLst/>
          </a:prstGeom>
        </p:spPr>
      </p:pic>
      <p:sp>
        <p:nvSpPr>
          <p:cNvPr id="5" name="Rectangle 1"/>
          <p:cNvSpPr>
            <a:spLocks noChangeArrowheads="1"/>
          </p:cNvSpPr>
          <p:nvPr/>
        </p:nvSpPr>
        <p:spPr bwMode="auto">
          <a:xfrm>
            <a:off x="351755" y="374568"/>
            <a:ext cx="81051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Dequeue Operation</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e61a117daebd40e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3706688" cy="372794"/>
          </a:xfrm>
          <a:prstGeom prst="rect">
            <a:avLst/>
          </a:prstGeom>
          <a:noFill/>
        </p:spPr>
        <p:txBody>
          <a:bodyPr wrap="square">
            <a:spAutoFit/>
          </a:bodyPr>
          <a:lstStyle/>
          <a:p>
            <a:pPr algn="just" fontAlgn="base">
              <a:lnSpc>
                <a:spcPct val="107000"/>
              </a:lnSpc>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705822" y="5566737"/>
            <a:ext cx="7693025"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cId444f3f25129c470e"/>
              </a:rPr>
              <a:t>https://www.geeksforgeeks.org/basic-operations-for-queue-in-data-structure/</a:t>
            </a:r>
            <a:endParaRPr lang="en-IN" dirty="0"/>
          </a:p>
        </p:txBody>
      </p:sp>
      <p:sp>
        <p:nvSpPr>
          <p:cNvPr id="2" name="Rectangle 1"/>
          <p:cNvSpPr/>
          <p:nvPr/>
        </p:nvSpPr>
        <p:spPr>
          <a:xfrm>
            <a:off x="351755" y="1498735"/>
            <a:ext cx="4264025" cy="3884205"/>
          </a:xfrm>
          <a:prstGeom prst="rect">
            <a:avLst/>
          </a:prstGeom>
        </p:spPr>
        <p:txBody>
          <a:bodyPr wrap="square">
            <a:spAutoFit/>
          </a:bodyPr>
          <a:lstStyle/>
          <a:p>
            <a:pPr>
              <a:lnSpc>
                <a:spcPct val="150000"/>
              </a:lnSpc>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IF FRONT = -1 or FRONT &gt; REAR</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Write UNDERFLOW</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ELSE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SET VAL = QUEUE[FRONT]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SET FRONT = FRONT + 1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[END OF IF]</a:t>
            </a:r>
          </a:p>
          <a:p>
            <a:pPr>
              <a:lnSpc>
                <a:spcPct val="150000"/>
              </a:lnSpc>
              <a:spcBef>
                <a:spcPts val="600"/>
              </a:spcBef>
              <a:spcAft>
                <a:spcPts val="600"/>
              </a:spcAft>
            </a:pPr>
            <a:r>
              <a:rPr lang="en-IN" sz="2000" b="1" dirty="0">
                <a:solidFill>
                  <a:srgbClr val="0070C0"/>
                </a:solidFill>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EXIT</a:t>
            </a:r>
          </a:p>
        </p:txBody>
      </p:sp>
      <p:pic>
        <p:nvPicPr>
          <p:cNvPr id="3075" name="Picture 3"/>
          <p:cNvPicPr>
            <a:picLocks noChangeAspect="1" noChangeArrowheads="1"/>
          </p:cNvPicPr>
          <p:nvPr/>
        </p:nvPicPr>
        <p:blipFill>
          <a:blip r:embed="R3c0a2eaa44cb4db1">
            <a:extLst>
              <a:ext uri="{28A0092B-C50C-407E-A947-70E740481C1C}">
                <a14:useLocalDpi xmlns:a14="http://schemas.microsoft.com/office/drawing/2010/main" val="0"/>
              </a:ext>
            </a:extLst>
          </a:blip>
          <a:srcRect/>
          <a:stretch>
            <a:fillRect/>
          </a:stretch>
        </p:blipFill>
        <p:spPr bwMode="auto">
          <a:xfrm>
            <a:off x="3902255" y="1962559"/>
            <a:ext cx="5048250"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914243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d3309b56b3146b9"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p:cNvSpPr>
            <a:spLocks noChangeArrowheads="1"/>
          </p:cNvSpPr>
          <p:nvPr/>
        </p:nvSpPr>
        <p:spPr bwMode="auto">
          <a:xfrm>
            <a:off x="307974" y="352049"/>
            <a:ext cx="81194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523b7eda5ba421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195" name="Picture 3"/>
          <p:cNvPicPr>
            <a:picLocks noChangeAspect="1" noChangeArrowheads="1"/>
          </p:cNvPicPr>
          <p:nvPr/>
        </p:nvPicPr>
        <p:blipFill rotWithShape="1">
          <a:blip r:embed="R8c56be09bedc4abd">
            <a:extLst>
              <a:ext uri="{28A0092B-C50C-407E-A947-70E740481C1C}">
                <a14:useLocalDpi xmlns:a14="http://schemas.microsoft.com/office/drawing/2010/main" val="0"/>
              </a:ext>
            </a:extLst>
          </a:blip>
          <a:srcRect r="7655" b="64406"/>
          <a:stretch>
            <a:fillRect/>
          </a:stretch>
        </p:blipFill>
        <p:spPr bwMode="auto">
          <a:xfrm>
            <a:off x="1277888" y="1208957"/>
            <a:ext cx="6633018" cy="2216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720279" y="6235740"/>
            <a:ext cx="8351713"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cId93bdf0b407fe4e70"/>
              </a:rPr>
              <a:t>https://hetalrachh.home.blog/2020/02/24/implementing-queue-using-array-in-java/</a:t>
            </a:r>
            <a:endParaRPr lang="en-IN" dirty="0"/>
          </a:p>
        </p:txBody>
      </p:sp>
      <p:pic>
        <p:nvPicPr>
          <p:cNvPr id="11" name="Picture 3"/>
          <p:cNvPicPr>
            <a:picLocks noChangeAspect="1" noChangeArrowheads="1"/>
          </p:cNvPicPr>
          <p:nvPr/>
        </p:nvPicPr>
        <p:blipFill rotWithShape="1">
          <a:blip r:embed="R8c56be09bedc4abd">
            <a:extLst>
              <a:ext uri="{28A0092B-C50C-407E-A947-70E740481C1C}">
                <a14:useLocalDpi xmlns:a14="http://schemas.microsoft.com/office/drawing/2010/main" val="0"/>
              </a:ext>
            </a:extLst>
          </a:blip>
          <a:srcRect l="8770" t="42518" r="1623" b="2624"/>
          <a:stretch>
            <a:fillRect/>
          </a:stretch>
        </p:blipFill>
        <p:spPr bwMode="auto">
          <a:xfrm>
            <a:off x="1547664" y="3581140"/>
            <a:ext cx="6206753" cy="267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1651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307974" y="476673"/>
            <a:ext cx="81889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Practice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3603b77f9d4643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349766" y="1103294"/>
            <a:ext cx="8105384" cy="1133965"/>
          </a:xfrm>
          <a:prstGeom prst="rect">
            <a:avLst/>
          </a:prstGeom>
          <a:noFill/>
        </p:spPr>
        <p:txBody>
          <a:bodyPr wrap="square">
            <a:spAutoFit/>
          </a:bodyPr>
          <a:lstStyle/>
          <a:p>
            <a:pPr algn="just" fontAlgn="base">
              <a:lnSpc>
                <a:spcPct val="150000"/>
              </a:lnSpc>
            </a:pPr>
            <a:r>
              <a:rPr lang="en-IN" sz="2400" b="1" kern="100" dirty="0">
                <a:latin typeface="Times New Roman" panose="02020603050405020304" pitchFamily="18" charset="0"/>
                <a:ea typeface="Times New Roman" panose="02020603050405020304" pitchFamily="18" charset="0"/>
                <a:cs typeface="Times New Roman" panose="02020603050405020304" pitchFamily="18" charset="0"/>
              </a:rPr>
              <a:t>Question:</a:t>
            </a:r>
            <a:r>
              <a:rPr lang="en-IN" sz="2400" kern="1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4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set of numbers are given in Queue A. With the help of queue B, deque the elements in DESCENDING order.</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p:cNvPicPr>
            <a:picLocks noChangeAspect="1" noChangeArrowheads="1"/>
          </p:cNvPicPr>
          <p:nvPr/>
        </p:nvPicPr>
        <p:blipFill rotWithShape="1">
          <a:blip r:embed="R892bbf8649434c9b">
            <a:extLst>
              <a:ext uri="{28A0092B-C50C-407E-A947-70E740481C1C}">
                <a14:useLocalDpi xmlns:a14="http://schemas.microsoft.com/office/drawing/2010/main" val="0"/>
              </a:ext>
            </a:extLst>
          </a:blip>
          <a:srcRect t="11134" r="36137" b="1"/>
          <a:stretch/>
        </p:blipFill>
        <p:spPr bwMode="auto">
          <a:xfrm>
            <a:off x="2195736" y="2448721"/>
            <a:ext cx="5256584" cy="3649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5291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4013125521f4e46"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p:cNvSpPr>
            <a:spLocks noChangeArrowheads="1"/>
          </p:cNvSpPr>
          <p:nvPr/>
        </p:nvSpPr>
        <p:spPr bwMode="auto">
          <a:xfrm>
            <a:off x="460374" y="352049"/>
            <a:ext cx="85041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Code for Queue Operations Using Array (Python)</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4d41915c522e4d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Rectangle 16"/>
          <p:cNvSpPr/>
          <p:nvPr/>
        </p:nvSpPr>
        <p:spPr>
          <a:xfrm>
            <a:off x="460375" y="1293834"/>
            <a:ext cx="4572000" cy="5078313"/>
          </a:xfrm>
          <a:prstGeom prst="rect">
            <a:avLst/>
          </a:prstGeom>
        </p:spPr>
        <p:txBody>
          <a:bodyPr>
            <a:spAutoFit/>
          </a:bodyPr>
          <a:lstStyle/>
          <a:p>
            <a:r>
              <a:rPr lang="en-IN" dirty="0">
                <a:latin typeface="Times New Roman" panose="02020603050405020304" pitchFamily="18" charset="0"/>
                <a:cs typeface="Times New Roman" panose="02020603050405020304" pitchFamily="18" charset="0"/>
              </a:rPr>
              <a:t># Queue implementation using array</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queue = [0] * 100</a:t>
            </a:r>
          </a:p>
          <a:p>
            <a:r>
              <a:rPr lang="en-IN" dirty="0">
                <a:latin typeface="Times New Roman" panose="02020603050405020304" pitchFamily="18" charset="0"/>
                <a:cs typeface="Times New Roman" panose="02020603050405020304" pitchFamily="18" charset="0"/>
              </a:rPr>
              <a:t>n = 100</a:t>
            </a:r>
          </a:p>
          <a:p>
            <a:r>
              <a:rPr lang="en-IN" dirty="0">
                <a:latin typeface="Times New Roman" panose="02020603050405020304" pitchFamily="18" charset="0"/>
                <a:cs typeface="Times New Roman" panose="02020603050405020304" pitchFamily="18" charset="0"/>
              </a:rPr>
              <a:t>front = -1</a:t>
            </a:r>
          </a:p>
          <a:p>
            <a:r>
              <a:rPr lang="en-IN" dirty="0">
                <a:latin typeface="Times New Roman" panose="02020603050405020304" pitchFamily="18" charset="0"/>
                <a:cs typeface="Times New Roman" panose="02020603050405020304" pitchFamily="18" charset="0"/>
              </a:rPr>
              <a:t>rear = -1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def insert():</a:t>
            </a:r>
          </a:p>
          <a:p>
            <a:r>
              <a:rPr lang="en-IN" dirty="0">
                <a:latin typeface="Times New Roman" panose="02020603050405020304" pitchFamily="18" charset="0"/>
                <a:cs typeface="Times New Roman" panose="02020603050405020304" pitchFamily="18" charset="0"/>
              </a:rPr>
              <a:t>    global front, rear</a:t>
            </a:r>
          </a:p>
          <a:p>
            <a:r>
              <a:rPr lang="en-IN" dirty="0">
                <a:latin typeface="Times New Roman" panose="02020603050405020304" pitchFamily="18" charset="0"/>
                <a:cs typeface="Times New Roman" panose="02020603050405020304" pitchFamily="18" charset="0"/>
              </a:rPr>
              <a:t>    if rear == n - 1:</a:t>
            </a:r>
          </a:p>
          <a:p>
            <a:r>
              <a:rPr lang="en-IN" dirty="0">
                <a:latin typeface="Times New Roman" panose="02020603050405020304" pitchFamily="18" charset="0"/>
                <a:cs typeface="Times New Roman" panose="02020603050405020304" pitchFamily="18" charset="0"/>
              </a:rPr>
              <a:t>        print("Queue Overflow")</a:t>
            </a:r>
          </a:p>
          <a:p>
            <a:r>
              <a:rPr lang="en-IN" dirty="0">
                <a:latin typeface="Times New Roman" panose="02020603050405020304" pitchFamily="18" charset="0"/>
                <a:cs typeface="Times New Roman" panose="02020603050405020304" pitchFamily="18" charset="0"/>
              </a:rPr>
              <a:t>    else:</a:t>
            </a:r>
          </a:p>
          <a:p>
            <a:r>
              <a:rPr lang="en-IN" dirty="0">
                <a:latin typeface="Times New Roman" panose="02020603050405020304" pitchFamily="18" charset="0"/>
                <a:cs typeface="Times New Roman" panose="02020603050405020304" pitchFamily="18" charset="0"/>
              </a:rPr>
              <a:t>        if front == -1:</a:t>
            </a:r>
          </a:p>
          <a:p>
            <a:r>
              <a:rPr lang="en-IN" dirty="0">
                <a:latin typeface="Times New Roman" panose="02020603050405020304" pitchFamily="18" charset="0"/>
                <a:cs typeface="Times New Roman" panose="02020603050405020304" pitchFamily="18" charset="0"/>
              </a:rPr>
              <a:t>            front = 0</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val</a:t>
            </a:r>
            <a:r>
              <a:rPr lang="en-IN" dirty="0">
                <a:latin typeface="Times New Roman" panose="02020603050405020304" pitchFamily="18" charset="0"/>
                <a:cs typeface="Times New Roman" panose="02020603050405020304" pitchFamily="18" charset="0"/>
              </a:rPr>
              <a:t> = int(input("Insert the element in queue: "))</a:t>
            </a:r>
          </a:p>
          <a:p>
            <a:r>
              <a:rPr lang="en-IN" dirty="0">
                <a:latin typeface="Times New Roman" panose="02020603050405020304" pitchFamily="18" charset="0"/>
                <a:cs typeface="Times New Roman" panose="02020603050405020304" pitchFamily="18" charset="0"/>
              </a:rPr>
              <a:t>        rear += 1</a:t>
            </a:r>
          </a:p>
          <a:p>
            <a:r>
              <a:rPr lang="en-IN" dirty="0">
                <a:latin typeface="Times New Roman" panose="02020603050405020304" pitchFamily="18" charset="0"/>
                <a:cs typeface="Times New Roman" panose="02020603050405020304" pitchFamily="18" charset="0"/>
              </a:rPr>
              <a:t>        queue[rear] = </a:t>
            </a:r>
            <a:r>
              <a:rPr lang="en-IN" dirty="0" err="1">
                <a:latin typeface="Times New Roman" panose="02020603050405020304" pitchFamily="18" charset="0"/>
                <a:cs typeface="Times New Roman" panose="02020603050405020304" pitchFamily="18" charset="0"/>
              </a:rPr>
              <a:t>val</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6A42FA9-A9F5-983F-ADC3-45B426122030}"/>
              </a:ext>
            </a:extLst>
          </p:cNvPr>
          <p:cNvSpPr txBox="1"/>
          <p:nvPr/>
        </p:nvSpPr>
        <p:spPr>
          <a:xfrm>
            <a:off x="4471058" y="1316257"/>
            <a:ext cx="4618180" cy="4801314"/>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def delete():</a:t>
            </a:r>
          </a:p>
          <a:p>
            <a:r>
              <a:rPr lang="en-IN" sz="1800" dirty="0">
                <a:latin typeface="Times New Roman" panose="02020603050405020304" pitchFamily="18" charset="0"/>
                <a:cs typeface="Times New Roman" panose="02020603050405020304" pitchFamily="18" charset="0"/>
              </a:rPr>
              <a:t>    global front, rear</a:t>
            </a:r>
          </a:p>
          <a:p>
            <a:r>
              <a:rPr lang="en-IN" sz="1800" dirty="0">
                <a:latin typeface="Times New Roman" panose="02020603050405020304" pitchFamily="18" charset="0"/>
                <a:cs typeface="Times New Roman" panose="02020603050405020304" pitchFamily="18" charset="0"/>
              </a:rPr>
              <a:t>    if front == -1 or front &gt; rear:</a:t>
            </a:r>
          </a:p>
          <a:p>
            <a:r>
              <a:rPr lang="en-IN" sz="1800" dirty="0">
                <a:latin typeface="Times New Roman" panose="02020603050405020304" pitchFamily="18" charset="0"/>
                <a:cs typeface="Times New Roman" panose="02020603050405020304" pitchFamily="18" charset="0"/>
              </a:rPr>
              <a:t>        print("Queue Underflow")</a:t>
            </a:r>
          </a:p>
          <a:p>
            <a:r>
              <a:rPr lang="en-IN" sz="1800" dirty="0">
                <a:latin typeface="Times New Roman" panose="02020603050405020304" pitchFamily="18" charset="0"/>
                <a:cs typeface="Times New Roman" panose="02020603050405020304" pitchFamily="18" charset="0"/>
              </a:rPr>
              <a:t>    else:</a:t>
            </a:r>
          </a:p>
          <a:p>
            <a:r>
              <a:rPr lang="en-IN" sz="1800" dirty="0">
                <a:latin typeface="Times New Roman" panose="02020603050405020304" pitchFamily="18" charset="0"/>
                <a:cs typeface="Times New Roman" panose="02020603050405020304" pitchFamily="18" charset="0"/>
              </a:rPr>
              <a:t>        print("Element deleted from queue is:", queue[front])</a:t>
            </a:r>
          </a:p>
          <a:p>
            <a:r>
              <a:rPr lang="en-IN" sz="1800" dirty="0">
                <a:latin typeface="Times New Roman" panose="02020603050405020304" pitchFamily="18" charset="0"/>
                <a:cs typeface="Times New Roman" panose="02020603050405020304" pitchFamily="18" charset="0"/>
              </a:rPr>
              <a:t>        front += 1</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def display():</a:t>
            </a:r>
          </a:p>
          <a:p>
            <a:r>
              <a:rPr lang="en-IN" sz="1800" dirty="0">
                <a:latin typeface="Times New Roman" panose="02020603050405020304" pitchFamily="18" charset="0"/>
                <a:cs typeface="Times New Roman" panose="02020603050405020304" pitchFamily="18" charset="0"/>
              </a:rPr>
              <a:t>    if front == -1 or front &gt; rear:</a:t>
            </a:r>
          </a:p>
          <a:p>
            <a:r>
              <a:rPr lang="en-IN" sz="1800" dirty="0">
                <a:latin typeface="Times New Roman" panose="02020603050405020304" pitchFamily="18" charset="0"/>
                <a:cs typeface="Times New Roman" panose="02020603050405020304" pitchFamily="18" charset="0"/>
              </a:rPr>
              <a:t>        print("Queue is empty")</a:t>
            </a:r>
          </a:p>
          <a:p>
            <a:r>
              <a:rPr lang="en-IN" sz="1800" dirty="0">
                <a:latin typeface="Times New Roman" panose="02020603050405020304" pitchFamily="18" charset="0"/>
                <a:cs typeface="Times New Roman" panose="02020603050405020304" pitchFamily="18" charset="0"/>
              </a:rPr>
              <a:t>    else:</a:t>
            </a:r>
          </a:p>
          <a:p>
            <a:r>
              <a:rPr lang="en-IN" sz="1800" dirty="0">
                <a:latin typeface="Times New Roman" panose="02020603050405020304" pitchFamily="18" charset="0"/>
                <a:cs typeface="Times New Roman" panose="02020603050405020304" pitchFamily="18" charset="0"/>
              </a:rPr>
              <a:t>        print("Queue elements are:", end=" ")</a:t>
            </a:r>
          </a:p>
          <a:p>
            <a:r>
              <a:rPr lang="en-IN" sz="1800" dirty="0">
                <a:latin typeface="Times New Roman" panose="02020603050405020304" pitchFamily="18" charset="0"/>
                <a:cs typeface="Times New Roman" panose="02020603050405020304" pitchFamily="18" charset="0"/>
              </a:rPr>
              <a:t>        for </a:t>
            </a: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in range(front, rear + 1):</a:t>
            </a:r>
          </a:p>
          <a:p>
            <a:r>
              <a:rPr lang="en-IN" sz="1800" dirty="0">
                <a:latin typeface="Times New Roman" panose="02020603050405020304" pitchFamily="18" charset="0"/>
                <a:cs typeface="Times New Roman" panose="02020603050405020304" pitchFamily="18" charset="0"/>
              </a:rPr>
              <a:t>            print(queue[</a:t>
            </a: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end=" ")</a:t>
            </a:r>
          </a:p>
          <a:p>
            <a:r>
              <a:rPr lang="en-IN" sz="1800" dirty="0">
                <a:latin typeface="Times New Roman" panose="02020603050405020304" pitchFamily="18" charset="0"/>
                <a:cs typeface="Times New Roman" panose="02020603050405020304" pitchFamily="18" charset="0"/>
              </a:rPr>
              <a:t>        print()</a:t>
            </a:r>
          </a:p>
        </p:txBody>
      </p:sp>
    </p:spTree>
    <p:extLst>
      <p:ext uri="{BB962C8B-B14F-4D97-AF65-F5344CB8AC3E}">
        <p14:creationId xmlns:p14="http://schemas.microsoft.com/office/powerpoint/2010/main" val="344316891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93FEB-B52A-AC09-E721-098E51BACFF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8CC3F1C-E93C-2485-71B8-CE7A9215B0DB}"/>
              </a:ext>
            </a:extLst>
          </p:cNvPr>
          <p:cNvPicPr>
            <a:picLocks noGrp="1" noChangeAspect="1"/>
          </p:cNvPicPr>
          <p:nvPr>
            <p:ph idx="1"/>
          </p:nvPr>
        </p:nvPicPr>
        <p:blipFill>
          <a:blip r:embed="Re85ced713345478e"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228B2B2F-83C5-587C-496F-9F58E17FEBC5}"/>
              </a:ext>
            </a:extLst>
          </p:cNvPr>
          <p:cNvSpPr>
            <a:spLocks noChangeArrowheads="1"/>
          </p:cNvSpPr>
          <p:nvPr/>
        </p:nvSpPr>
        <p:spPr bwMode="auto">
          <a:xfrm>
            <a:off x="460374" y="352049"/>
            <a:ext cx="85280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Code for Queue Operations Using Array (Python)</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C315B78-8C57-EA0E-A05A-DDBFCEE5D88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42C1B94-30A3-8B5B-C1F1-4AF3B964D7E8}"/>
              </a:ext>
            </a:extLst>
          </p:cNvPr>
          <p:cNvPicPr>
            <a:picLocks noChangeAspect="1"/>
          </p:cNvPicPr>
          <p:nvPr/>
        </p:nvPicPr>
        <p:blipFill>
          <a:blip r:embed="R2028ee7a079c411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CBEC32C-55BC-2AB9-87D2-6F654AB05B3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CE45B5C-3598-247B-D840-52354381A63E}"/>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5A8ECEB7-E614-1CE7-A5C9-2E85FF210B8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994F7497-0D2E-78B3-A330-E74E32334A4C}"/>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C69792C8-1A02-BB8F-2CA8-DD677F8C0285}"/>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Rectangle 16">
            <a:extLst>
              <a:ext uri="{FF2B5EF4-FFF2-40B4-BE49-F238E27FC236}">
                <a16:creationId xmlns:a16="http://schemas.microsoft.com/office/drawing/2014/main" id="{B9DB36E4-7AC2-5AA5-6B46-FA6761D7C55E}"/>
              </a:ext>
            </a:extLst>
          </p:cNvPr>
          <p:cNvSpPr/>
          <p:nvPr/>
        </p:nvSpPr>
        <p:spPr>
          <a:xfrm>
            <a:off x="184309" y="1348811"/>
            <a:ext cx="4766618" cy="4616648"/>
          </a:xfrm>
          <a:prstGeom prst="rect">
            <a:avLst/>
          </a:prstGeom>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def main():</a:t>
            </a:r>
          </a:p>
          <a:p>
            <a:pPr>
              <a:lnSpc>
                <a:spcPct val="150000"/>
              </a:lnSpc>
            </a:pPr>
            <a:r>
              <a:rPr lang="en-IN" sz="2000" dirty="0">
                <a:latin typeface="Times New Roman" panose="02020603050405020304" pitchFamily="18" charset="0"/>
                <a:cs typeface="Times New Roman" panose="02020603050405020304" pitchFamily="18" charset="0"/>
              </a:rPr>
              <a:t>    while True:</a:t>
            </a:r>
          </a:p>
          <a:p>
            <a:pPr>
              <a:lnSpc>
                <a:spcPct val="150000"/>
              </a:lnSpc>
            </a:pPr>
            <a:r>
              <a:rPr lang="en-IN" sz="2000" dirty="0">
                <a:latin typeface="Times New Roman" panose="02020603050405020304" pitchFamily="18" charset="0"/>
                <a:cs typeface="Times New Roman" panose="02020603050405020304" pitchFamily="18" charset="0"/>
              </a:rPr>
              <a:t>        print("\n1) Insert element to queue")</a:t>
            </a:r>
          </a:p>
          <a:p>
            <a:pPr>
              <a:lnSpc>
                <a:spcPct val="150000"/>
              </a:lnSpc>
            </a:pPr>
            <a:r>
              <a:rPr lang="en-IN" sz="2000" dirty="0">
                <a:latin typeface="Times New Roman" panose="02020603050405020304" pitchFamily="18" charset="0"/>
                <a:cs typeface="Times New Roman" panose="02020603050405020304" pitchFamily="18" charset="0"/>
              </a:rPr>
              <a:t>        print("2) Delete element from queue")</a:t>
            </a:r>
          </a:p>
          <a:p>
            <a:pPr>
              <a:lnSpc>
                <a:spcPct val="150000"/>
              </a:lnSpc>
            </a:pPr>
            <a:r>
              <a:rPr lang="en-IN" sz="2000" dirty="0">
                <a:latin typeface="Times New Roman" panose="02020603050405020304" pitchFamily="18" charset="0"/>
                <a:cs typeface="Times New Roman" panose="02020603050405020304" pitchFamily="18" charset="0"/>
              </a:rPr>
              <a:t>        print("3) Display all the elements of queue")</a:t>
            </a:r>
          </a:p>
          <a:p>
            <a:pPr>
              <a:lnSpc>
                <a:spcPct val="150000"/>
              </a:lnSpc>
            </a:pPr>
            <a:r>
              <a:rPr lang="en-IN" sz="2000" dirty="0">
                <a:latin typeface="Times New Roman" panose="02020603050405020304" pitchFamily="18" charset="0"/>
                <a:cs typeface="Times New Roman" panose="02020603050405020304" pitchFamily="18" charset="0"/>
              </a:rPr>
              <a:t>        print("4) Exit")</a:t>
            </a:r>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 int(input("Enter your choice: "))</a:t>
            </a:r>
          </a:p>
          <a:p>
            <a:endParaRPr lang="en-IN"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A2561B3-DAE2-1714-455A-75D233891359}"/>
              </a:ext>
            </a:extLst>
          </p:cNvPr>
          <p:cNvSpPr txBox="1"/>
          <p:nvPr/>
        </p:nvSpPr>
        <p:spPr>
          <a:xfrm>
            <a:off x="5215275" y="1434226"/>
            <a:ext cx="3744416" cy="440120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 1:</a:t>
            </a:r>
          </a:p>
          <a:p>
            <a:r>
              <a:rPr lang="en-IN" sz="2000" dirty="0">
                <a:latin typeface="Times New Roman" panose="02020603050405020304" pitchFamily="18" charset="0"/>
                <a:cs typeface="Times New Roman" panose="02020603050405020304" pitchFamily="18" charset="0"/>
              </a:rPr>
              <a:t>            insert()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elif</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 2:</a:t>
            </a:r>
          </a:p>
          <a:p>
            <a:r>
              <a:rPr lang="en-IN" sz="2000" dirty="0">
                <a:latin typeface="Times New Roman" panose="02020603050405020304" pitchFamily="18" charset="0"/>
                <a:cs typeface="Times New Roman" panose="02020603050405020304" pitchFamily="18" charset="0"/>
              </a:rPr>
              <a:t>            delete()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elif</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 3:</a:t>
            </a:r>
          </a:p>
          <a:p>
            <a:r>
              <a:rPr lang="en-IN" sz="2000" dirty="0">
                <a:latin typeface="Times New Roman" panose="02020603050405020304" pitchFamily="18" charset="0"/>
                <a:cs typeface="Times New Roman" panose="02020603050405020304" pitchFamily="18" charset="0"/>
              </a:rPr>
              <a:t>            display()</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elif</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 4:</a:t>
            </a:r>
          </a:p>
          <a:p>
            <a:r>
              <a:rPr lang="en-IN" sz="2000" dirty="0">
                <a:latin typeface="Times New Roman" panose="02020603050405020304" pitchFamily="18" charset="0"/>
                <a:cs typeface="Times New Roman" panose="02020603050405020304" pitchFamily="18" charset="0"/>
              </a:rPr>
              <a:t>            print("Exit")</a:t>
            </a:r>
          </a:p>
          <a:p>
            <a:r>
              <a:rPr lang="en-IN" sz="2000" dirty="0">
                <a:latin typeface="Times New Roman" panose="02020603050405020304" pitchFamily="18" charset="0"/>
                <a:cs typeface="Times New Roman" panose="02020603050405020304" pitchFamily="18" charset="0"/>
              </a:rPr>
              <a:t>            break</a:t>
            </a:r>
          </a:p>
          <a:p>
            <a:r>
              <a:rPr lang="en-IN" sz="2000" dirty="0">
                <a:latin typeface="Times New Roman" panose="02020603050405020304" pitchFamily="18" charset="0"/>
                <a:cs typeface="Times New Roman" panose="02020603050405020304" pitchFamily="18" charset="0"/>
              </a:rPr>
              <a:t>        else:</a:t>
            </a:r>
          </a:p>
          <a:p>
            <a:r>
              <a:rPr lang="en-IN" sz="2000" dirty="0">
                <a:latin typeface="Times New Roman" panose="02020603050405020304" pitchFamily="18" charset="0"/>
                <a:cs typeface="Times New Roman" panose="02020603050405020304" pitchFamily="18" charset="0"/>
              </a:rPr>
              <a:t>            print("Invalid choice")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if __name__ == "__main__":</a:t>
            </a:r>
          </a:p>
          <a:p>
            <a:r>
              <a:rPr lang="en-IN" sz="2000" dirty="0">
                <a:latin typeface="Times New Roman" panose="02020603050405020304" pitchFamily="18" charset="0"/>
                <a:cs typeface="Times New Roman" panose="02020603050405020304" pitchFamily="18" charset="0"/>
              </a:rPr>
              <a:t>    main()</a:t>
            </a:r>
            <a:endParaRPr lang="en-IN" sz="2000" dirty="0"/>
          </a:p>
        </p:txBody>
      </p:sp>
    </p:spTree>
    <p:extLst>
      <p:ext uri="{BB962C8B-B14F-4D97-AF65-F5344CB8AC3E}">
        <p14:creationId xmlns:p14="http://schemas.microsoft.com/office/powerpoint/2010/main" val="313796037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c0f59f05b7448a5"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p:cNvSpPr>
            <a:spLocks noChangeArrowheads="1"/>
          </p:cNvSpPr>
          <p:nvPr/>
        </p:nvSpPr>
        <p:spPr bwMode="auto">
          <a:xfrm>
            <a:off x="395536" y="352049"/>
            <a:ext cx="803185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Output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2c5fee984fe461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Types of Queues (Data Structures)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Rectangle 16"/>
          <p:cNvSpPr/>
          <p:nvPr/>
        </p:nvSpPr>
        <p:spPr>
          <a:xfrm>
            <a:off x="460375" y="1267187"/>
            <a:ext cx="4759698" cy="4901342"/>
          </a:xfrm>
          <a:prstGeom prst="rect">
            <a:avLst/>
          </a:prstGeom>
          <a:solidFill>
            <a:schemeClr val="accent6">
              <a:lumMod val="60000"/>
              <a:lumOff val="40000"/>
            </a:schemeClr>
          </a:solidFill>
        </p:spPr>
        <p:txBody>
          <a:bodyPr wrap="square">
            <a:spAutoFit/>
          </a:bodyPr>
          <a:lstStyle/>
          <a:p>
            <a:pPr marL="457200" indent="-457200">
              <a:spcBef>
                <a:spcPts val="300"/>
              </a:spcBef>
              <a:buAutoNum type="arabicParenR"/>
            </a:pPr>
            <a:r>
              <a:rPr lang="en-IN" sz="2000" dirty="0">
                <a:latin typeface="Times New Roman" panose="02020603050405020304" pitchFamily="18" charset="0"/>
                <a:cs typeface="Times New Roman" panose="02020603050405020304" pitchFamily="18" charset="0"/>
              </a:rPr>
              <a:t>Insert element to queue </a:t>
            </a:r>
          </a:p>
          <a:p>
            <a:pPr marL="457200" indent="-457200">
              <a:spcBef>
                <a:spcPts val="300"/>
              </a:spcBef>
              <a:buAutoNum type="arabicParenR"/>
            </a:pPr>
            <a:r>
              <a:rPr lang="en-IN" sz="2000" dirty="0">
                <a:latin typeface="Times New Roman" panose="02020603050405020304" pitchFamily="18" charset="0"/>
                <a:cs typeface="Times New Roman" panose="02020603050405020304" pitchFamily="18" charset="0"/>
              </a:rPr>
              <a:t>Delete element from queue </a:t>
            </a:r>
          </a:p>
          <a:p>
            <a:pPr marL="457200" indent="-457200">
              <a:spcBef>
                <a:spcPts val="300"/>
              </a:spcBef>
              <a:buAutoNum type="arabicParenR"/>
            </a:pPr>
            <a:r>
              <a:rPr lang="en-IN" sz="2000" dirty="0">
                <a:latin typeface="Times New Roman" panose="02020603050405020304" pitchFamily="18" charset="0"/>
                <a:cs typeface="Times New Roman" panose="02020603050405020304" pitchFamily="18" charset="0"/>
              </a:rPr>
              <a:t> Display all the elements of queue </a:t>
            </a:r>
          </a:p>
          <a:p>
            <a:pPr marL="457200" indent="-457200">
              <a:spcBef>
                <a:spcPts val="300"/>
              </a:spcBef>
              <a:buAutoNum type="arabicParenR"/>
            </a:pPr>
            <a:r>
              <a:rPr lang="en-IN" sz="2000" dirty="0">
                <a:latin typeface="Times New Roman" panose="02020603050405020304" pitchFamily="18" charset="0"/>
                <a:cs typeface="Times New Roman" panose="02020603050405020304" pitchFamily="18" charset="0"/>
              </a:rPr>
              <a:t> Exit Enter your choice : 1 </a:t>
            </a:r>
          </a:p>
          <a:p>
            <a:pPr lvl="2" algn="just">
              <a:spcBef>
                <a:spcPts val="300"/>
              </a:spcBef>
            </a:pPr>
            <a:r>
              <a:rPr lang="en-IN" sz="2000" dirty="0">
                <a:latin typeface="Times New Roman" panose="02020603050405020304" pitchFamily="18" charset="0"/>
                <a:cs typeface="Times New Roman" panose="02020603050405020304" pitchFamily="18" charset="0"/>
              </a:rPr>
              <a:t>Insert the element in queue : 4 </a:t>
            </a:r>
          </a:p>
          <a:p>
            <a:pPr lvl="2" algn="just">
              <a:spcBef>
                <a:spcPts val="300"/>
              </a:spcBef>
            </a:pPr>
            <a:r>
              <a:rPr lang="en-IN" sz="2000" dirty="0">
                <a:latin typeface="Times New Roman" panose="02020603050405020304" pitchFamily="18" charset="0"/>
                <a:cs typeface="Times New Roman" panose="02020603050405020304" pitchFamily="18" charset="0"/>
              </a:rPr>
              <a:t>Enter your choice : 1</a:t>
            </a:r>
          </a:p>
          <a:p>
            <a:pPr lvl="2" algn="just">
              <a:spcBef>
                <a:spcPts val="300"/>
              </a:spcBef>
            </a:pPr>
            <a:r>
              <a:rPr lang="en-IN" sz="2000" dirty="0">
                <a:latin typeface="Times New Roman" panose="02020603050405020304" pitchFamily="18" charset="0"/>
                <a:cs typeface="Times New Roman" panose="02020603050405020304" pitchFamily="18" charset="0"/>
              </a:rPr>
              <a:t>Insert the element in queue : 3</a:t>
            </a:r>
          </a:p>
          <a:p>
            <a:pPr lvl="2" algn="just">
              <a:spcBef>
                <a:spcPts val="300"/>
              </a:spcBef>
            </a:pPr>
            <a:r>
              <a:rPr lang="en-IN" sz="2000" dirty="0">
                <a:latin typeface="Times New Roman" panose="02020603050405020304" pitchFamily="18" charset="0"/>
                <a:cs typeface="Times New Roman" panose="02020603050405020304" pitchFamily="18" charset="0"/>
              </a:rPr>
              <a:t>Enter your choice : 1 </a:t>
            </a:r>
          </a:p>
          <a:p>
            <a:pPr lvl="2" algn="just">
              <a:spcBef>
                <a:spcPts val="300"/>
              </a:spcBef>
            </a:pPr>
            <a:r>
              <a:rPr lang="en-IN" sz="2000" dirty="0">
                <a:latin typeface="Times New Roman" panose="02020603050405020304" pitchFamily="18" charset="0"/>
                <a:cs typeface="Times New Roman" panose="02020603050405020304" pitchFamily="18" charset="0"/>
              </a:rPr>
              <a:t>Insert the element in queue : 5 </a:t>
            </a:r>
          </a:p>
          <a:p>
            <a:pPr lvl="2" algn="just">
              <a:spcBef>
                <a:spcPts val="300"/>
              </a:spcBef>
            </a:pPr>
            <a:r>
              <a:rPr lang="en-IN" sz="2000" dirty="0">
                <a:latin typeface="Times New Roman" panose="02020603050405020304" pitchFamily="18" charset="0"/>
                <a:cs typeface="Times New Roman" panose="02020603050405020304" pitchFamily="18" charset="0"/>
              </a:rPr>
              <a:t>Enter your choice : 2 </a:t>
            </a:r>
          </a:p>
          <a:p>
            <a:pPr lvl="2" algn="just">
              <a:spcBef>
                <a:spcPts val="300"/>
              </a:spcBef>
            </a:pPr>
            <a:r>
              <a:rPr lang="en-IN" sz="2000" dirty="0">
                <a:latin typeface="Times New Roman" panose="02020603050405020304" pitchFamily="18" charset="0"/>
                <a:cs typeface="Times New Roman" panose="02020603050405020304" pitchFamily="18" charset="0"/>
              </a:rPr>
              <a:t>Element deleted from queue is : 4</a:t>
            </a:r>
          </a:p>
          <a:p>
            <a:pPr lvl="2" algn="just">
              <a:spcBef>
                <a:spcPts val="300"/>
              </a:spcBef>
            </a:pPr>
            <a:r>
              <a:rPr lang="en-IN" sz="2000" dirty="0">
                <a:latin typeface="Times New Roman" panose="02020603050405020304" pitchFamily="18" charset="0"/>
                <a:cs typeface="Times New Roman" panose="02020603050405020304" pitchFamily="18" charset="0"/>
              </a:rPr>
              <a:t>Enter your choice : 3 </a:t>
            </a:r>
          </a:p>
          <a:p>
            <a:pPr lvl="2" algn="just">
              <a:spcBef>
                <a:spcPts val="300"/>
              </a:spcBef>
            </a:pPr>
            <a:r>
              <a:rPr lang="en-IN" sz="2000" dirty="0">
                <a:latin typeface="Times New Roman" panose="02020603050405020304" pitchFamily="18" charset="0"/>
                <a:cs typeface="Times New Roman" panose="02020603050405020304" pitchFamily="18" charset="0"/>
              </a:rPr>
              <a:t>Queue elements are : 3 5</a:t>
            </a:r>
          </a:p>
          <a:p>
            <a:pPr lvl="2" algn="just">
              <a:spcBef>
                <a:spcPts val="300"/>
              </a:spcBef>
            </a:pPr>
            <a:r>
              <a:rPr lang="en-IN" sz="2000" dirty="0">
                <a:latin typeface="Times New Roman" panose="02020603050405020304" pitchFamily="18" charset="0"/>
                <a:cs typeface="Times New Roman" panose="02020603050405020304" pitchFamily="18" charset="0"/>
              </a:rPr>
              <a:t>Enter your choice : 7 Invalid </a:t>
            </a:r>
          </a:p>
        </p:txBody>
      </p:sp>
    </p:spTree>
    <p:extLst>
      <p:ext uri="{BB962C8B-B14F-4D97-AF65-F5344CB8AC3E}">
        <p14:creationId xmlns:p14="http://schemas.microsoft.com/office/powerpoint/2010/main" val="328805410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9ACF-3422-78F0-94E1-CA024B3CFF0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CCA614C-3160-9A17-174D-8A11E03ED6A2}"/>
              </a:ext>
            </a:extLst>
          </p:cNvPr>
          <p:cNvPicPr>
            <a:picLocks noGrp="1" noChangeAspect="1"/>
          </p:cNvPicPr>
          <p:nvPr>
            <p:ph idx="1"/>
          </p:nvPr>
        </p:nvPicPr>
        <p:blipFill>
          <a:blip r:embed="Rbeeb49d0186e4253"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F3E55C76-A191-0E7E-2211-DECCEE3FF435}"/>
              </a:ext>
            </a:extLst>
          </p:cNvPr>
          <p:cNvSpPr>
            <a:spLocks noChangeArrowheads="1"/>
          </p:cNvSpPr>
          <p:nvPr/>
        </p:nvSpPr>
        <p:spPr bwMode="auto">
          <a:xfrm>
            <a:off x="307974" y="352049"/>
            <a:ext cx="81194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Drawback of array implementation</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54EF7D0-7513-F7F0-B630-324D4F35128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5192A9B-55BA-C85E-DF00-D460D2A1643D}"/>
              </a:ext>
            </a:extLst>
          </p:cNvPr>
          <p:cNvPicPr>
            <a:picLocks noChangeAspect="1"/>
          </p:cNvPicPr>
          <p:nvPr/>
        </p:nvPicPr>
        <p:blipFill>
          <a:blip r:embed="R5ae390c5e84845c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E6283A0-E12A-3581-A6C6-77D7529E429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F504B059-CD94-0331-5766-882CB3832CB7}"/>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56F5E297-4E53-5602-1E1B-CDB8A5B108E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225BCC81-3DD9-968A-33C8-2DDC88175FD3}"/>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D74F95A3-7E97-8D44-AF9C-6B479DB09E9C}"/>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Rectangle 16">
            <a:extLst>
              <a:ext uri="{FF2B5EF4-FFF2-40B4-BE49-F238E27FC236}">
                <a16:creationId xmlns:a16="http://schemas.microsoft.com/office/drawing/2014/main" id="{B839DC4B-FC83-DA9B-43A3-E3CAC045C08A}"/>
              </a:ext>
            </a:extLst>
          </p:cNvPr>
          <p:cNvSpPr/>
          <p:nvPr/>
        </p:nvSpPr>
        <p:spPr>
          <a:xfrm>
            <a:off x="403187" y="1547351"/>
            <a:ext cx="7928992" cy="1307537"/>
          </a:xfrm>
          <a:prstGeom prst="rect">
            <a:avLst/>
          </a:prstGeom>
        </p:spPr>
        <p:txBody>
          <a:bodyPr wrap="square">
            <a:spAutoFit/>
          </a:bodyPr>
          <a:lstStyle/>
          <a:p>
            <a:pPr marL="457200" indent="-457200">
              <a:lnSpc>
                <a:spcPct val="150000"/>
              </a:lnSpc>
              <a:buAutoNum type="arabicParenR"/>
            </a:pPr>
            <a:r>
              <a:rPr lang="en-IN" sz="2800" b="1" dirty="0">
                <a:latin typeface="Times New Roman" panose="02020603050405020304" pitchFamily="18" charset="0"/>
                <a:cs typeface="Times New Roman" panose="02020603050405020304" pitchFamily="18" charset="0"/>
              </a:rPr>
              <a:t>Memory wastage </a:t>
            </a:r>
          </a:p>
          <a:p>
            <a:pPr marL="457200" indent="-457200">
              <a:lnSpc>
                <a:spcPct val="150000"/>
              </a:lnSpc>
              <a:buFontTx/>
              <a:buAutoNum type="arabicParenR"/>
            </a:pPr>
            <a:r>
              <a:rPr lang="en-IN" sz="2800" b="1" dirty="0">
                <a:latin typeface="Times New Roman" panose="02020603050405020304" pitchFamily="18" charset="0"/>
                <a:cs typeface="Times New Roman" panose="02020603050405020304" pitchFamily="18" charset="0"/>
              </a:rPr>
              <a:t>Deciding the array size</a:t>
            </a:r>
            <a:endParaRPr lang="en-IN" sz="2400" dirty="0">
              <a:latin typeface="Times New Roman" panose="02020603050405020304" pitchFamily="18" charset="0"/>
              <a:cs typeface="Times New Roman" panose="02020603050405020304" pitchFamily="18" charset="0"/>
            </a:endParaRPr>
          </a:p>
        </p:txBody>
      </p:sp>
      <p:pic>
        <p:nvPicPr>
          <p:cNvPr id="1026" name="Picture 2" descr="Array representation of Queue">
            <a:extLst>
              <a:ext uri="{FF2B5EF4-FFF2-40B4-BE49-F238E27FC236}">
                <a16:creationId xmlns:a16="http://schemas.microsoft.com/office/drawing/2014/main" id="{D6ACA12C-DE92-51DD-0F4D-0D48159119F2}"/>
              </a:ext>
            </a:extLst>
          </p:cNvPr>
          <p:cNvPicPr>
            <a:picLocks noChangeAspect="1" noChangeArrowheads="1"/>
          </p:cNvPicPr>
          <p:nvPr/>
        </p:nvPicPr>
        <p:blipFill rotWithShape="1">
          <a:blip r:embed="Rb0c304aa071842b2">
            <a:extLst>
              <a:ext uri="{28A0092B-C50C-407E-A947-70E740481C1C}">
                <a14:useLocalDpi xmlns:a14="http://schemas.microsoft.com/office/drawing/2010/main" val="0"/>
              </a:ext>
            </a:extLst>
          </a:blip>
          <a:srcRect b="34139"/>
          <a:stretch>
            <a:fillRect/>
          </a:stretch>
        </p:blipFill>
        <p:spPr bwMode="auto">
          <a:xfrm>
            <a:off x="1115616" y="3239137"/>
            <a:ext cx="6677025" cy="1191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66670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40D43-9C82-B3CF-A09F-92A59AF48D2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63C50A-1154-9E7C-D9FB-5C2A1B99D0BF}"/>
              </a:ext>
            </a:extLst>
          </p:cNvPr>
          <p:cNvPicPr>
            <a:picLocks noGrp="1" noChangeAspect="1"/>
          </p:cNvPicPr>
          <p:nvPr>
            <p:ph idx="1"/>
          </p:nvPr>
        </p:nvPicPr>
        <p:blipFill>
          <a:blip r:embed="Rb95e85d1aeb44d32"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1DA42D3F-7C55-9BD4-0B3D-8131A895F3AA}"/>
              </a:ext>
            </a:extLst>
          </p:cNvPr>
          <p:cNvSpPr>
            <a:spLocks noChangeArrowheads="1"/>
          </p:cNvSpPr>
          <p:nvPr/>
        </p:nvSpPr>
        <p:spPr bwMode="auto">
          <a:xfrm>
            <a:off x="460374" y="352049"/>
            <a:ext cx="79670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rPr>
              <a:t>Implementation of Queue using Linked List</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7299826-EBE1-EFA5-703E-4FF6FBE2D2D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336E8BD-4E08-30BA-6F77-8E46603F8D3C}"/>
              </a:ext>
            </a:extLst>
          </p:cNvPr>
          <p:cNvPicPr>
            <a:picLocks noChangeAspect="1"/>
          </p:cNvPicPr>
          <p:nvPr/>
        </p:nvPicPr>
        <p:blipFill>
          <a:blip r:embed="Rbc06754e8aa0499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F3D948E-48FE-55C9-0DF2-BBA15863935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2C041058-46E6-A358-63E8-D1020279905F}"/>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F25CDF54-7B2B-871A-98B1-4D7E7B89737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0C446BA7-4625-9078-D43F-400FA297EB62}"/>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0C2EA10E-5E04-7FEF-7C5D-B98B3D688382}"/>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0" name="Picture 2" descr="Linked List implementation of Queue">
            <a:extLst>
              <a:ext uri="{FF2B5EF4-FFF2-40B4-BE49-F238E27FC236}">
                <a16:creationId xmlns:a16="http://schemas.microsoft.com/office/drawing/2014/main" id="{FF805B3B-B8EC-66EE-0D14-626C7AD73106}"/>
              </a:ext>
            </a:extLst>
          </p:cNvPr>
          <p:cNvPicPr>
            <a:picLocks noChangeAspect="1" noChangeArrowheads="1"/>
          </p:cNvPicPr>
          <p:nvPr/>
        </p:nvPicPr>
        <p:blipFill>
          <a:blip r:embed="R269455dc63d54922">
            <a:extLst>
              <a:ext uri="{28A0092B-C50C-407E-A947-70E740481C1C}">
                <a14:useLocalDpi xmlns:a14="http://schemas.microsoft.com/office/drawing/2010/main" val="0"/>
              </a:ext>
            </a:extLst>
          </a:blip>
          <a:srcRect/>
          <a:stretch>
            <a:fillRect/>
          </a:stretch>
        </p:blipFill>
        <p:spPr bwMode="auto">
          <a:xfrm>
            <a:off x="1442243" y="4122991"/>
            <a:ext cx="6296025" cy="15811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374E00A-EC3A-466B-BCFB-01D3FA2AF81C}"/>
              </a:ext>
            </a:extLst>
          </p:cNvPr>
          <p:cNvSpPr txBox="1"/>
          <p:nvPr/>
        </p:nvSpPr>
        <p:spPr>
          <a:xfrm>
            <a:off x="460374" y="1300210"/>
            <a:ext cx="8072066" cy="2318905"/>
          </a:xfrm>
          <a:prstGeom prst="rect">
            <a:avLst/>
          </a:prstGeom>
          <a:noFill/>
        </p:spPr>
        <p:txBody>
          <a:bodyPr wrap="square">
            <a:spAutoFit/>
          </a:bodyPr>
          <a:lstStyle/>
          <a:p>
            <a:pPr marL="342900" indent="-342900" algn="just">
              <a:lnSpc>
                <a:spcPct val="150000"/>
              </a:lnSpc>
              <a:spcBef>
                <a:spcPts val="600"/>
              </a:spcBef>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In a linked queue, each node of the queue consists of two parts i.e. data part and the link part. </a:t>
            </a:r>
          </a:p>
          <a:p>
            <a:pPr marL="342900" indent="-342900" algn="just">
              <a:lnSpc>
                <a:spcPct val="150000"/>
              </a:lnSpc>
              <a:spcBef>
                <a:spcPts val="600"/>
              </a:spcBef>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Each element of the queue points to its immediate next element in the memory.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83803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F4D66-641E-F5DD-B1CC-88C64839918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F308152-D4E9-8DB1-9F88-E0A07E6CBB79}"/>
              </a:ext>
            </a:extLst>
          </p:cNvPr>
          <p:cNvPicPr>
            <a:picLocks noGrp="1" noChangeAspect="1"/>
          </p:cNvPicPr>
          <p:nvPr>
            <p:ph idx="1"/>
          </p:nvPr>
        </p:nvPicPr>
        <p:blipFill>
          <a:blip r:embed="R8400ae5bb81a4a91"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5C549045-996D-39AD-E648-016D6F4CE38F}"/>
              </a:ext>
            </a:extLst>
          </p:cNvPr>
          <p:cNvSpPr>
            <a:spLocks noChangeArrowheads="1"/>
          </p:cNvSpPr>
          <p:nvPr/>
        </p:nvSpPr>
        <p:spPr bwMode="auto">
          <a:xfrm>
            <a:off x="341502" y="352049"/>
            <a:ext cx="8085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rPr>
              <a:t>Operation on Linked Queue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07E7B17-4367-156C-6BB3-14074B2612A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0E89D-F3E9-A67E-AEF6-C3012BD25C27}"/>
              </a:ext>
            </a:extLst>
          </p:cNvPr>
          <p:cNvPicPr>
            <a:picLocks noChangeAspect="1"/>
          </p:cNvPicPr>
          <p:nvPr/>
        </p:nvPicPr>
        <p:blipFill>
          <a:blip r:embed="R383d9bc5a23b411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2921A70-C5F9-8DAD-F54B-489DB6CF754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E46D8A5-877A-9599-C790-9DBC4892D568}"/>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C378CB61-24EF-A992-F6EF-BF32CE8E1FC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6F46E5E9-5176-AE97-F257-58C44C5E16D3}"/>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18CEBEAB-5829-7D5F-82C7-B0F2E35EF961}"/>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58E10588-FB64-6C37-990E-8927BF306A9C}"/>
              </a:ext>
            </a:extLst>
          </p:cNvPr>
          <p:cNvSpPr txBox="1"/>
          <p:nvPr/>
        </p:nvSpPr>
        <p:spPr>
          <a:xfrm>
            <a:off x="341503" y="1219497"/>
            <a:ext cx="8406961" cy="2877711"/>
          </a:xfrm>
          <a:prstGeom prst="rect">
            <a:avLst/>
          </a:prstGeom>
          <a:noFill/>
        </p:spPr>
        <p:txBody>
          <a:bodyPr wrap="square">
            <a:spAutoFit/>
          </a:bodyPr>
          <a:lstStyle/>
          <a:p>
            <a:pPr>
              <a:lnSpc>
                <a:spcPct val="150000"/>
              </a:lnSpc>
              <a:spcBef>
                <a:spcPts val="600"/>
              </a:spcBef>
            </a:pPr>
            <a:r>
              <a:rPr lang="en-US" sz="2300" b="1" dirty="0">
                <a:latin typeface="Times New Roman" panose="02020603050405020304" pitchFamily="18" charset="0"/>
                <a:cs typeface="Times New Roman" panose="02020603050405020304" pitchFamily="18" charset="0"/>
              </a:rPr>
              <a:t>Insert operation</a:t>
            </a:r>
          </a:p>
          <a:p>
            <a:pPr marL="285750" indent="-285750">
              <a:lnSpc>
                <a:spcPct val="150000"/>
              </a:lnSpc>
              <a:spcBef>
                <a:spcPts val="600"/>
              </a:spcBef>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new element will be the last element of the queue.</a:t>
            </a:r>
          </a:p>
          <a:p>
            <a:pPr marL="285750" indent="-285750">
              <a:lnSpc>
                <a:spcPct val="150000"/>
              </a:lnSpc>
              <a:spcBef>
                <a:spcPts val="600"/>
              </a:spcBef>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Firstly, allocate the memory for the new node </a:t>
            </a:r>
            <a:r>
              <a:rPr lang="en-US" sz="2300" dirty="0" err="1">
                <a:latin typeface="Times New Roman" panose="02020603050405020304" pitchFamily="18" charset="0"/>
                <a:cs typeface="Times New Roman" panose="02020603050405020304" pitchFamily="18" charset="0"/>
              </a:rPr>
              <a:t>ptr</a:t>
            </a:r>
            <a:endParaRPr lang="en-US" sz="2300" dirty="0">
              <a:latin typeface="Times New Roman" panose="02020603050405020304" pitchFamily="18" charset="0"/>
              <a:cs typeface="Times New Roman" panose="02020603050405020304" pitchFamily="18" charset="0"/>
            </a:endParaRPr>
          </a:p>
          <a:p>
            <a:pPr>
              <a:lnSpc>
                <a:spcPct val="150000"/>
              </a:lnSpc>
              <a:spcBef>
                <a:spcPts val="600"/>
              </a:spcBef>
            </a:pP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ptr</a:t>
            </a:r>
            <a:r>
              <a:rPr lang="en-US" sz="2300" dirty="0">
                <a:latin typeface="Times New Roman" panose="02020603050405020304" pitchFamily="18" charset="0"/>
                <a:cs typeface="Times New Roman" panose="02020603050405020304" pitchFamily="18" charset="0"/>
              </a:rPr>
              <a:t> = (struct node *) malloc (</a:t>
            </a:r>
            <a:r>
              <a:rPr lang="en-US" sz="2300" dirty="0" err="1">
                <a:latin typeface="Times New Roman" panose="02020603050405020304" pitchFamily="18" charset="0"/>
                <a:cs typeface="Times New Roman" panose="02020603050405020304" pitchFamily="18" charset="0"/>
              </a:rPr>
              <a:t>sizeof</a:t>
            </a:r>
            <a:r>
              <a:rPr lang="en-US" sz="2300" dirty="0">
                <a:latin typeface="Times New Roman" panose="02020603050405020304" pitchFamily="18" charset="0"/>
                <a:cs typeface="Times New Roman" panose="02020603050405020304" pitchFamily="18" charset="0"/>
              </a:rPr>
              <a:t>(struct node));  </a:t>
            </a:r>
          </a:p>
          <a:p>
            <a:pPr>
              <a:spcBef>
                <a:spcPts val="600"/>
              </a:spcBef>
            </a:pP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764166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FC08-3267-DFE0-035B-CE3A7EF8787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9E7615F-5A5B-40BB-BA9D-F7126385A143}"/>
              </a:ext>
            </a:extLst>
          </p:cNvPr>
          <p:cNvPicPr>
            <a:picLocks noGrp="1" noChangeAspect="1"/>
          </p:cNvPicPr>
          <p:nvPr>
            <p:ph idx="1"/>
          </p:nvPr>
        </p:nvPicPr>
        <p:blipFill>
          <a:blip r:embed="R491eaf913deb4a67"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BE86ED55-B237-2FCC-CD78-76C7E31C057E}"/>
              </a:ext>
            </a:extLst>
          </p:cNvPr>
          <p:cNvSpPr>
            <a:spLocks noChangeArrowheads="1"/>
          </p:cNvSpPr>
          <p:nvPr/>
        </p:nvSpPr>
        <p:spPr bwMode="auto">
          <a:xfrm>
            <a:off x="341502" y="352049"/>
            <a:ext cx="8085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rPr>
              <a:t>Operation on Linked Queue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43D9EAA-8421-A8A2-6C8B-16FE58AA5F8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188C889-BCB3-F5CE-F8E1-1A0E39CCB18F}"/>
              </a:ext>
            </a:extLst>
          </p:cNvPr>
          <p:cNvPicPr>
            <a:picLocks noChangeAspect="1"/>
          </p:cNvPicPr>
          <p:nvPr/>
        </p:nvPicPr>
        <p:blipFill>
          <a:blip r:embed="Re8e0025d0ad14a6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3B0A98B-65A9-7147-7433-F53BEB21D7D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CB19C5C-CCD0-1E49-0073-04AD8FB18D7F}"/>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EE9E026E-5D36-62B4-9DF8-ECCB10D61E6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71B8E90D-FDB9-5B53-6C21-C3A0C65B5941}"/>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D8C071B9-B71D-F49B-B5B5-6F1DA57354D3}"/>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7109EBEA-62AA-6CF4-85E7-2107518B095B}"/>
              </a:ext>
            </a:extLst>
          </p:cNvPr>
          <p:cNvSpPr txBox="1"/>
          <p:nvPr/>
        </p:nvSpPr>
        <p:spPr>
          <a:xfrm>
            <a:off x="330103" y="1160844"/>
            <a:ext cx="8575913" cy="4508927"/>
          </a:xfrm>
          <a:prstGeom prst="rect">
            <a:avLst/>
          </a:prstGeom>
          <a:noFill/>
        </p:spPr>
        <p:txBody>
          <a:bodyPr wrap="square">
            <a:spAutoFit/>
          </a:bodyPr>
          <a:lstStyle/>
          <a:p>
            <a:pPr>
              <a:spcBef>
                <a:spcPts val="600"/>
              </a:spcBef>
            </a:pPr>
            <a:r>
              <a:rPr lang="en-US" sz="2200" dirty="0">
                <a:latin typeface="Times New Roman" panose="02020603050405020304" pitchFamily="18" charset="0"/>
                <a:cs typeface="Times New Roman" panose="02020603050405020304" pitchFamily="18" charset="0"/>
              </a:rPr>
              <a:t>There can be two scenarios of inserting this new node </a:t>
            </a: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into the linked queue.</a:t>
            </a:r>
          </a:p>
          <a:p>
            <a:pPr marL="342900" indent="-342900">
              <a:spcBef>
                <a:spcPts val="600"/>
              </a:spcBef>
              <a:buFont typeface="+mj-lt"/>
              <a:buAutoNum type="arabicPeriod"/>
            </a:pPr>
            <a:r>
              <a:rPr lang="en-US" sz="2200" b="1" dirty="0">
                <a:latin typeface="Times New Roman" panose="02020603050405020304" pitchFamily="18" charset="0"/>
                <a:cs typeface="Times New Roman" panose="02020603050405020304" pitchFamily="18" charset="0"/>
              </a:rPr>
              <a:t>Queues is empty</a:t>
            </a:r>
          </a:p>
          <a:p>
            <a:pPr marL="360363">
              <a:spcBef>
                <a:spcPts val="600"/>
              </a:spcBef>
            </a:pP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-&gt; data = item;  </a:t>
            </a:r>
          </a:p>
          <a:p>
            <a:pPr marL="360363">
              <a:spcBef>
                <a:spcPts val="600"/>
              </a:spcBef>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if</a:t>
            </a:r>
            <a:r>
              <a:rPr lang="en-US" sz="2200" dirty="0">
                <a:latin typeface="Times New Roman" panose="02020603050405020304" pitchFamily="18" charset="0"/>
                <a:cs typeface="Times New Roman" panose="02020603050405020304" pitchFamily="18" charset="0"/>
              </a:rPr>
              <a:t>(front == NULL)  </a:t>
            </a:r>
          </a:p>
          <a:p>
            <a:pPr marL="360363">
              <a:spcBef>
                <a:spcPts val="600"/>
              </a:spcBef>
            </a:pPr>
            <a:r>
              <a:rPr lang="en-US" sz="2200" dirty="0">
                <a:latin typeface="Times New Roman" panose="02020603050405020304" pitchFamily="18" charset="0"/>
                <a:cs typeface="Times New Roman" panose="02020603050405020304" pitchFamily="18" charset="0"/>
              </a:rPr>
              <a:t>        {  </a:t>
            </a:r>
          </a:p>
          <a:p>
            <a:pPr marL="360363">
              <a:spcBef>
                <a:spcPts val="600"/>
              </a:spcBef>
            </a:pPr>
            <a:r>
              <a:rPr lang="en-US" sz="2200" dirty="0">
                <a:latin typeface="Times New Roman" panose="02020603050405020304" pitchFamily="18" charset="0"/>
                <a:cs typeface="Times New Roman" panose="02020603050405020304" pitchFamily="18" charset="0"/>
              </a:rPr>
              <a:t>            front = </a:t>
            </a: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a:t>
            </a:r>
          </a:p>
          <a:p>
            <a:pPr marL="360363">
              <a:spcBef>
                <a:spcPts val="600"/>
              </a:spcBef>
            </a:pPr>
            <a:r>
              <a:rPr lang="en-US" sz="2200" dirty="0">
                <a:latin typeface="Times New Roman" panose="02020603050405020304" pitchFamily="18" charset="0"/>
                <a:cs typeface="Times New Roman" panose="02020603050405020304" pitchFamily="18" charset="0"/>
              </a:rPr>
              <a:t>            rear = </a:t>
            </a: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a:t>
            </a:r>
          </a:p>
          <a:p>
            <a:pPr marL="360363">
              <a:spcBef>
                <a:spcPts val="600"/>
              </a:spcBef>
            </a:pPr>
            <a:r>
              <a:rPr lang="en-US" sz="2200" dirty="0">
                <a:latin typeface="Times New Roman" panose="02020603050405020304" pitchFamily="18" charset="0"/>
                <a:cs typeface="Times New Roman" panose="02020603050405020304" pitchFamily="18" charset="0"/>
              </a:rPr>
              <a:t>            front -&gt; next = NULL;  </a:t>
            </a:r>
          </a:p>
          <a:p>
            <a:pPr marL="360363">
              <a:spcBef>
                <a:spcPts val="600"/>
              </a:spcBef>
            </a:pPr>
            <a:r>
              <a:rPr lang="en-US" sz="2200" dirty="0">
                <a:latin typeface="Times New Roman" panose="02020603050405020304" pitchFamily="18" charset="0"/>
                <a:cs typeface="Times New Roman" panose="02020603050405020304" pitchFamily="18" charset="0"/>
              </a:rPr>
              <a:t>            rear -&gt; next = NULL;  </a:t>
            </a:r>
          </a:p>
          <a:p>
            <a:pPr marL="360363">
              <a:spcBef>
                <a:spcPts val="600"/>
              </a:spcBef>
            </a:pPr>
            <a:r>
              <a:rPr lang="en-US" sz="2200"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285033628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7205D-D2B6-953F-D5A1-E50FB2F88B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6A9AC8-318A-BC09-2C32-45A1861CBE4C}"/>
              </a:ext>
            </a:extLst>
          </p:cNvPr>
          <p:cNvPicPr>
            <a:picLocks noGrp="1" noChangeAspect="1"/>
          </p:cNvPicPr>
          <p:nvPr>
            <p:ph idx="1"/>
          </p:nvPr>
        </p:nvPicPr>
        <p:blipFill>
          <a:blip r:embed="Rcc65ec5c5747482d"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07463B28-50AA-96FA-C326-97DFA83679F3}"/>
              </a:ext>
            </a:extLst>
          </p:cNvPr>
          <p:cNvSpPr>
            <a:spLocks noChangeArrowheads="1"/>
          </p:cNvSpPr>
          <p:nvPr/>
        </p:nvSpPr>
        <p:spPr bwMode="auto">
          <a:xfrm>
            <a:off x="341502" y="352049"/>
            <a:ext cx="8085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rPr>
              <a:t>Operation on Linked Queue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83E2518-785A-CC70-2C6B-F60CC789847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140DDB5-9656-C2FB-80D1-0C03F57D7DCE}"/>
              </a:ext>
            </a:extLst>
          </p:cNvPr>
          <p:cNvPicPr>
            <a:picLocks noChangeAspect="1"/>
          </p:cNvPicPr>
          <p:nvPr/>
        </p:nvPicPr>
        <p:blipFill>
          <a:blip r:embed="R0855e8d5acc7483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6F93AEE-6CE4-4423-FD6A-7B5B7BB9F4B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15D05747-AAF9-0ED9-8A39-EEB82B4D0DE3}"/>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3F4A7EA7-02D4-46FD-2275-6114F022487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1FE29713-0ED9-707F-FB14-3F15729AFED2}"/>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F70FE075-0540-BA34-0C79-65C47ECD7E28}"/>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E3C08C85-0386-1483-010F-9F1EFF1F8683}"/>
              </a:ext>
            </a:extLst>
          </p:cNvPr>
          <p:cNvSpPr txBox="1"/>
          <p:nvPr/>
        </p:nvSpPr>
        <p:spPr>
          <a:xfrm>
            <a:off x="341503" y="1219497"/>
            <a:ext cx="8839010" cy="1785104"/>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2. The queue contains more than one element.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rear -&gt; next = </a:t>
            </a: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rear = </a:t>
            </a:r>
            <a:r>
              <a:rPr lang="en-US" sz="2200" dirty="0" err="1">
                <a:latin typeface="Times New Roman" panose="02020603050405020304" pitchFamily="18" charset="0"/>
                <a:cs typeface="Times New Roman" panose="02020603050405020304" pitchFamily="18" charset="0"/>
              </a:rPr>
              <a:t>ptr</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rear-&gt;next = NULL; </a:t>
            </a:r>
            <a:r>
              <a:rPr lang="en-US" sz="2200" dirty="0"/>
              <a:t> </a:t>
            </a:r>
          </a:p>
        </p:txBody>
      </p:sp>
    </p:spTree>
    <p:extLst>
      <p:ext uri="{BB962C8B-B14F-4D97-AF65-F5344CB8AC3E}">
        <p14:creationId xmlns:p14="http://schemas.microsoft.com/office/powerpoint/2010/main" val="118633253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418D-959E-F68A-82FD-D3D381F9C5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6D6A413-9322-195A-CB7A-103A30B9E823}"/>
              </a:ext>
            </a:extLst>
          </p:cNvPr>
          <p:cNvPicPr>
            <a:picLocks noGrp="1" noChangeAspect="1"/>
          </p:cNvPicPr>
          <p:nvPr>
            <p:ph idx="1"/>
          </p:nvPr>
        </p:nvPicPr>
        <p:blipFill>
          <a:blip r:embed="R264388098ce54ce7"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A70DFDAD-BEBA-C557-9BB7-9D30DED12DEB}"/>
              </a:ext>
            </a:extLst>
          </p:cNvPr>
          <p:cNvSpPr>
            <a:spLocks noChangeArrowheads="1"/>
          </p:cNvSpPr>
          <p:nvPr/>
        </p:nvSpPr>
        <p:spPr bwMode="auto">
          <a:xfrm>
            <a:off x="341502" y="367438"/>
            <a:ext cx="808589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000" b="1" dirty="0">
                <a:solidFill>
                  <a:srgbClr val="E31E24"/>
                </a:solidFill>
                <a:cs typeface="Times New Roman" panose="02020603050405020304" pitchFamily="18" charset="0"/>
              </a:rPr>
              <a:t>Algorithm for insert Operation on Linked Queue</a:t>
            </a:r>
            <a:endParaRPr lang="en-IN" sz="30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02E6B0BB-FB25-78AE-3BFA-763880A67EF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F4548F7-E3D8-53DD-73B9-41E83FFB842F}"/>
              </a:ext>
            </a:extLst>
          </p:cNvPr>
          <p:cNvPicPr>
            <a:picLocks noChangeAspect="1"/>
          </p:cNvPicPr>
          <p:nvPr/>
        </p:nvPicPr>
        <p:blipFill>
          <a:blip r:embed="R79bfea27dc204f2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B7A40A1-476A-8D9E-A2BE-20718EF175F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61D6224-4C0D-8368-1F9C-0F8D1479C701}"/>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256BB743-1801-34E9-B8AB-55BBADC3C5B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FB1942C2-4D90-41F3-A3A7-86F4B5A71F60}"/>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60F85FD1-3CAA-7F9C-37BF-234915D0DE57}"/>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43069CC3-8B9B-C6F6-C651-4C3CC443AD03}"/>
              </a:ext>
            </a:extLst>
          </p:cNvPr>
          <p:cNvSpPr txBox="1"/>
          <p:nvPr/>
        </p:nvSpPr>
        <p:spPr>
          <a:xfrm>
            <a:off x="341503" y="1219497"/>
            <a:ext cx="8839010" cy="5115311"/>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Step 1:</a:t>
            </a:r>
            <a:r>
              <a:rPr lang="en-US" sz="2000" dirty="0">
                <a:latin typeface="Times New Roman" panose="02020603050405020304" pitchFamily="18" charset="0"/>
                <a:cs typeface="Times New Roman" panose="02020603050405020304" pitchFamily="18" charset="0"/>
              </a:rPr>
              <a:t> Allocate the space for the new node PTR</a:t>
            </a:r>
          </a:p>
          <a:p>
            <a:pPr>
              <a:lnSpc>
                <a:spcPct val="150000"/>
              </a:lnSpc>
            </a:pPr>
            <a:r>
              <a:rPr lang="en-US" sz="2000" b="1" dirty="0">
                <a:latin typeface="Times New Roman" panose="02020603050405020304" pitchFamily="18" charset="0"/>
                <a:cs typeface="Times New Roman" panose="02020603050405020304" pitchFamily="18" charset="0"/>
              </a:rPr>
              <a:t>Step 2:</a:t>
            </a:r>
            <a:r>
              <a:rPr lang="en-US" sz="2000" dirty="0">
                <a:latin typeface="Times New Roman" panose="02020603050405020304" pitchFamily="18" charset="0"/>
                <a:cs typeface="Times New Roman" panose="02020603050405020304" pitchFamily="18" charset="0"/>
              </a:rPr>
              <a:t> SET PTR -&gt; DATA = VAL</a:t>
            </a:r>
          </a:p>
          <a:p>
            <a:pPr>
              <a:lnSpc>
                <a:spcPct val="150000"/>
              </a:lnSpc>
            </a:pPr>
            <a:r>
              <a:rPr lang="en-US" sz="2000" b="1" dirty="0">
                <a:latin typeface="Times New Roman" panose="02020603050405020304" pitchFamily="18" charset="0"/>
                <a:cs typeface="Times New Roman" panose="02020603050405020304" pitchFamily="18" charset="0"/>
              </a:rPr>
              <a:t>Step 3:</a:t>
            </a:r>
            <a:r>
              <a:rPr lang="en-US" sz="2000" dirty="0">
                <a:latin typeface="Times New Roman" panose="02020603050405020304" pitchFamily="18" charset="0"/>
                <a:cs typeface="Times New Roman" panose="02020603050405020304" pitchFamily="18" charset="0"/>
              </a:rPr>
              <a:t> IF FRONT = NULL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FRONT = REAR = PTR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FRONT -&gt; NEXT = REAR -&gt; NEXT = NULL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ELSE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REAR -&gt; NEXT = PTR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REAR = PTR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REAR -&gt; NEXT = NULL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[END OF IF]</a:t>
            </a:r>
          </a:p>
          <a:p>
            <a:pPr>
              <a:lnSpc>
                <a:spcPct val="150000"/>
              </a:lnSpc>
            </a:pPr>
            <a:r>
              <a:rPr lang="en-US" sz="2000" b="1" dirty="0">
                <a:latin typeface="Times New Roman" panose="02020603050405020304" pitchFamily="18" charset="0"/>
                <a:cs typeface="Times New Roman" panose="02020603050405020304" pitchFamily="18" charset="0"/>
              </a:rPr>
              <a:t>Step 4:</a:t>
            </a:r>
            <a:r>
              <a:rPr lang="en-US" sz="2000" dirty="0">
                <a:latin typeface="Times New Roman" panose="02020603050405020304" pitchFamily="18" charset="0"/>
                <a:cs typeface="Times New Roman" panose="02020603050405020304" pitchFamily="18" charset="0"/>
              </a:rPr>
              <a:t> END</a:t>
            </a:r>
          </a:p>
        </p:txBody>
      </p:sp>
    </p:spTree>
    <p:extLst>
      <p:ext uri="{BB962C8B-B14F-4D97-AF65-F5344CB8AC3E}">
        <p14:creationId xmlns:p14="http://schemas.microsoft.com/office/powerpoint/2010/main" val="221426208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02CE-0DE7-6338-69CF-7CB3CEA7F33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762D417-1DEF-3AC8-BC7B-F0D85168E94B}"/>
              </a:ext>
            </a:extLst>
          </p:cNvPr>
          <p:cNvPicPr>
            <a:picLocks noGrp="1" noChangeAspect="1"/>
          </p:cNvPicPr>
          <p:nvPr>
            <p:ph idx="1"/>
          </p:nvPr>
        </p:nvPicPr>
        <p:blipFill>
          <a:blip r:embed="Ra38505b595814fea"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8B4BD3E5-54E5-BF6B-4276-ADBFA2F49EE1}"/>
              </a:ext>
            </a:extLst>
          </p:cNvPr>
          <p:cNvSpPr>
            <a:spLocks noChangeArrowheads="1"/>
          </p:cNvSpPr>
          <p:nvPr/>
        </p:nvSpPr>
        <p:spPr bwMode="auto">
          <a:xfrm>
            <a:off x="341502" y="352049"/>
            <a:ext cx="8085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rPr>
              <a:t>Delete Operation on Linked Queue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D77EAEF-8B75-EFD2-3833-2D9E700D259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7F8204E-B381-D3D5-4642-4F498113132F}"/>
              </a:ext>
            </a:extLst>
          </p:cNvPr>
          <p:cNvPicPr>
            <a:picLocks noChangeAspect="1"/>
          </p:cNvPicPr>
          <p:nvPr/>
        </p:nvPicPr>
        <p:blipFill>
          <a:blip r:embed="R5d2ae08a68b0420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FEACC9E-531D-B01F-B20E-934D41075EB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677DA36-496C-A0A5-0FD6-154A192B60C4}"/>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2B08F656-3FF2-FE3B-3C87-138B7DF3F04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D76C7945-DE36-375C-414B-67489C2E8FA8}"/>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2C8EA54A-6F4B-4BF0-E0B1-F26307FD3CC6}"/>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B4FEE5D3-2E70-9F24-3F5C-461BB1B875DA}"/>
              </a:ext>
            </a:extLst>
          </p:cNvPr>
          <p:cNvSpPr txBox="1"/>
          <p:nvPr/>
        </p:nvSpPr>
        <p:spPr>
          <a:xfrm>
            <a:off x="341503" y="1480231"/>
            <a:ext cx="8085890" cy="317009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Deletion operation removes the element that is first inserted among all the queue elements.</a:t>
            </a:r>
          </a:p>
          <a:p>
            <a:pPr>
              <a:lnSpc>
                <a:spcPct val="150000"/>
              </a:lnSpc>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 = front;  </a:t>
            </a:r>
          </a:p>
          <a:p>
            <a:pPr>
              <a:lnSpc>
                <a:spcPct val="150000"/>
              </a:lnSpc>
            </a:pPr>
            <a:r>
              <a:rPr lang="en-US" sz="2400" dirty="0">
                <a:latin typeface="Times New Roman" panose="02020603050405020304" pitchFamily="18" charset="0"/>
                <a:cs typeface="Times New Roman" panose="02020603050405020304" pitchFamily="18" charset="0"/>
              </a:rPr>
              <a:t>        front = front -&gt; next;  </a:t>
            </a:r>
          </a:p>
          <a:p>
            <a:pPr>
              <a:lnSpc>
                <a:spcPct val="150000"/>
              </a:lnSpc>
            </a:pPr>
            <a:r>
              <a:rPr lang="en-US" sz="2400" dirty="0">
                <a:latin typeface="Times New Roman" panose="02020603050405020304" pitchFamily="18" charset="0"/>
                <a:cs typeface="Times New Roman" panose="02020603050405020304" pitchFamily="18" charset="0"/>
              </a:rPr>
              <a:t>        free(</a:t>
            </a:r>
            <a:r>
              <a:rPr lang="en-US" sz="2400" dirty="0" err="1">
                <a:latin typeface="Times New Roman" panose="02020603050405020304" pitchFamily="18" charset="0"/>
                <a:cs typeface="Times New Roman" panose="02020603050405020304" pitchFamily="18" charset="0"/>
              </a:rPr>
              <a:t>ptr</a:t>
            </a:r>
            <a:r>
              <a:rPr lang="en-US" sz="2400" dirty="0">
                <a:latin typeface="Times New Roman" panose="02020603050405020304" pitchFamily="18" charset="0"/>
                <a:cs typeface="Times New Roman" panose="02020603050405020304" pitchFamily="18" charset="0"/>
              </a:rPr>
              <a:t>);  </a:t>
            </a:r>
          </a:p>
          <a:p>
            <a:endParaRPr lang="en-US" sz="2000" dirty="0"/>
          </a:p>
        </p:txBody>
      </p:sp>
    </p:spTree>
    <p:extLst>
      <p:ext uri="{BB962C8B-B14F-4D97-AF65-F5344CB8AC3E}">
        <p14:creationId xmlns:p14="http://schemas.microsoft.com/office/powerpoint/2010/main" val="195992504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615B-08FF-690C-C0D3-F11218466F6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29E3422-A79B-657C-2B4F-114876B94B25}"/>
              </a:ext>
            </a:extLst>
          </p:cNvPr>
          <p:cNvPicPr>
            <a:picLocks noGrp="1" noChangeAspect="1"/>
          </p:cNvPicPr>
          <p:nvPr>
            <p:ph idx="1"/>
          </p:nvPr>
        </p:nvPicPr>
        <p:blipFill>
          <a:blip r:embed="Re8346329a68b47ee" cstate="print">
            <a:extLst>
              <a:ext uri="{28A0092B-C50C-407E-A947-70E740481C1C}">
                <a14:useLocalDpi xmlns:a14="http://schemas.microsoft.com/office/drawing/2010/main" val="0"/>
              </a:ext>
            </a:extLst>
          </a:blip>
          <a:stretch>
            <a:fillRect/>
          </a:stretch>
        </p:blipFill>
        <p:spPr>
          <a:xfrm>
            <a:off x="-37921" y="-27384"/>
            <a:ext cx="9180512" cy="6885384"/>
          </a:xfrm>
        </p:spPr>
      </p:pic>
      <p:sp>
        <p:nvSpPr>
          <p:cNvPr id="5" name="Rectangle 1">
            <a:extLst>
              <a:ext uri="{FF2B5EF4-FFF2-40B4-BE49-F238E27FC236}">
                <a16:creationId xmlns:a16="http://schemas.microsoft.com/office/drawing/2014/main" id="{08B97B92-8B7F-7657-40E3-02D0E3278BA7}"/>
              </a:ext>
            </a:extLst>
          </p:cNvPr>
          <p:cNvSpPr>
            <a:spLocks noChangeArrowheads="1"/>
          </p:cNvSpPr>
          <p:nvPr/>
        </p:nvSpPr>
        <p:spPr bwMode="auto">
          <a:xfrm>
            <a:off x="341502" y="367438"/>
            <a:ext cx="808589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000" b="1" dirty="0">
                <a:solidFill>
                  <a:srgbClr val="E31E24"/>
                </a:solidFill>
                <a:cs typeface="Times New Roman" panose="02020603050405020304" pitchFamily="18" charset="0"/>
              </a:rPr>
              <a:t>Algorithm for Delete Operation on Linked Queue</a:t>
            </a:r>
            <a:endParaRPr lang="en-IN" sz="30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80B623DD-CFB1-F6A5-1F51-545CB4B40ED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C6DC8C3-FE39-B314-BA5A-4CEBE30ECA33}"/>
              </a:ext>
            </a:extLst>
          </p:cNvPr>
          <p:cNvPicPr>
            <a:picLocks noChangeAspect="1"/>
          </p:cNvPicPr>
          <p:nvPr/>
        </p:nvPicPr>
        <p:blipFill>
          <a:blip r:embed="R5091ce0b575e4c1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FCE3412-FCB8-ECB4-3139-37C226664FA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70B531D-05B2-9193-8A22-FFB7693C91DB}"/>
              </a:ext>
            </a:extLst>
          </p:cNvPr>
          <p:cNvSpPr>
            <a:spLocks noGrp="1"/>
          </p:cNvSpPr>
          <p:nvPr>
            <p:ph type="ftr" sz="quarter" idx="11"/>
          </p:nvPr>
        </p:nvSpPr>
        <p:spPr/>
        <p:txBody>
          <a:bodyPr/>
          <a:lstStyle/>
          <a:p>
            <a:r>
              <a:rPr lang="en-IN"/>
              <a:t>Data  Structure         Unit2  </a:t>
            </a:r>
          </a:p>
        </p:txBody>
      </p:sp>
      <p:sp>
        <p:nvSpPr>
          <p:cNvPr id="8" name="AutoShape 2" descr="Types of Queues (Data Structures) - javatpoint">
            <a:extLst>
              <a:ext uri="{FF2B5EF4-FFF2-40B4-BE49-F238E27FC236}">
                <a16:creationId xmlns:a16="http://schemas.microsoft.com/office/drawing/2014/main" id="{B30046F8-00AA-2B4E-F11F-86C83EBC73F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9E8CEF80-FCCF-5F8C-C0B2-EAB0BA0F37A4}"/>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E60EE9D7-D629-53C0-3368-8DF72D755F84}"/>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1D319794-E777-38E3-1284-2E1FF57B31C3}"/>
              </a:ext>
            </a:extLst>
          </p:cNvPr>
          <p:cNvSpPr txBox="1"/>
          <p:nvPr/>
        </p:nvSpPr>
        <p:spPr>
          <a:xfrm>
            <a:off x="432994" y="1195471"/>
            <a:ext cx="7902905" cy="446705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IF FRONT = NULL</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Write " Underflow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Go to Step 5</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[END OF IF]</a:t>
            </a:r>
          </a:p>
          <a:p>
            <a:pPr>
              <a:lnSpc>
                <a:spcPct val="150000"/>
              </a:lnSpc>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SET PTR = FRONT</a:t>
            </a:r>
          </a:p>
          <a:p>
            <a:pPr>
              <a:lnSpc>
                <a:spcPct val="150000"/>
              </a:lnSpc>
            </a:pP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SET FRONT = FRONT -&gt; NEXT</a:t>
            </a:r>
          </a:p>
          <a:p>
            <a:pPr>
              <a:lnSpc>
                <a:spcPct val="150000"/>
              </a:lnSpc>
            </a:pP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FREE PTR</a:t>
            </a:r>
          </a:p>
          <a:p>
            <a:pPr>
              <a:lnSpc>
                <a:spcPct val="150000"/>
              </a:lnSpc>
            </a:pPr>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END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71517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544D2-9272-9620-CA58-44747DE2593A}"/>
            </a:ext>
          </a:extLst>
        </p:cNvPr>
        <p:cNvGrpSpPr/>
        <p:nvPr/>
      </p:nvGrpSpPr>
      <p:grpSpPr>
        <a:xfrm>
          <a:off x="0" y="0"/>
          <a:ext cx="0" cy="0"/>
          <a:chOff x="0" y="0"/>
          <a:chExt cx="0" cy="0"/>
        </a:xfrm>
      </p:grpSpPr>
      <p:pic>
        <p:nvPicPr>
          <p:cNvPr id="14" name="Content Placeholder 3">
            <a:extLst>
              <a:ext uri="{FF2B5EF4-FFF2-40B4-BE49-F238E27FC236}">
                <a16:creationId xmlns:a16="http://schemas.microsoft.com/office/drawing/2014/main" id="{D10CE9F8-52EC-8866-3053-8F6A910F8F74}"/>
              </a:ext>
            </a:extLst>
          </p:cNvPr>
          <p:cNvPicPr>
            <a:picLocks noChangeAspect="1"/>
          </p:cNvPicPr>
          <p:nvPr/>
        </p:nvPicPr>
        <p:blipFill>
          <a:blip r:embed="R930aaa348fb540c3" cstate="print">
            <a:extLst>
              <a:ext uri="{28A0092B-C50C-407E-A947-70E740481C1C}">
                <a14:useLocalDpi xmlns:a14="http://schemas.microsoft.com/office/drawing/2010/main" val="0"/>
              </a:ext>
            </a:extLst>
          </a:blip>
          <a:stretch>
            <a:fillRect/>
          </a:stretch>
        </p:blipFill>
        <p:spPr>
          <a:xfrm>
            <a:off x="-37921" y="-27384"/>
            <a:ext cx="9180512" cy="6885384"/>
          </a:xfrm>
          <a:prstGeom prst="rect">
            <a:avLst/>
          </a:prstGeom>
        </p:spPr>
      </p:pic>
      <p:cxnSp>
        <p:nvCxnSpPr>
          <p:cNvPr id="7" name="Straight Connector 6">
            <a:extLst>
              <a:ext uri="{FF2B5EF4-FFF2-40B4-BE49-F238E27FC236}">
                <a16:creationId xmlns:a16="http://schemas.microsoft.com/office/drawing/2014/main" id="{FA464619-2DFF-49F7-19E3-1CE2946CBD8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EA2FD82-4A8F-D43F-FBB5-FF8F62781CE4}"/>
              </a:ext>
            </a:extLst>
          </p:cNvPr>
          <p:cNvPicPr>
            <a:picLocks noChangeAspect="1"/>
          </p:cNvPicPr>
          <p:nvPr/>
        </p:nvPicPr>
        <p:blipFill>
          <a:blip r:embed="Rccdec16f4e0a4d9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5F72C42-C2B6-E7C3-DF4F-8334D8F1D10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5" name="Content Placeholder 14">
            <a:extLst>
              <a:ext uri="{FF2B5EF4-FFF2-40B4-BE49-F238E27FC236}">
                <a16:creationId xmlns:a16="http://schemas.microsoft.com/office/drawing/2014/main" id="{F1A0882D-1AB0-27D6-51E2-6791738A8915}"/>
              </a:ext>
            </a:extLst>
          </p:cNvPr>
          <p:cNvSpPr>
            <a:spLocks noGrp="1"/>
          </p:cNvSpPr>
          <p:nvPr>
            <p:ph idx="1"/>
          </p:nvPr>
        </p:nvSpPr>
        <p:spPr>
          <a:xfrm>
            <a:off x="457200" y="1394153"/>
            <a:ext cx="8229600" cy="4525963"/>
          </a:xfrm>
        </p:spPr>
        <p:txBody>
          <a:bodyPr>
            <a:normAutofit/>
          </a:bodyPr>
          <a:lstStyle/>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is a linear data structure based on FIFO.</a:t>
            </a:r>
          </a:p>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happens at rear; deletion happens from front.</a:t>
            </a:r>
          </a:p>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Main operations: enqueue, dequeue, peek, </a:t>
            </a:r>
            <a:r>
              <a:rPr lang="en-US" altLang="en-US" sz="2400" dirty="0" err="1">
                <a:latin typeface="Times New Roman" panose="02020603050405020304" pitchFamily="18" charset="0"/>
                <a:cs typeface="Times New Roman" panose="02020603050405020304" pitchFamily="18" charset="0"/>
              </a:rPr>
              <a:t>isEmpty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isFull</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can be implemented using arrays or linked lists.</a:t>
            </a:r>
          </a:p>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Array-based queue is simple but may cause memory wastage and fixed size issues.</a:t>
            </a:r>
          </a:p>
          <a:p>
            <a:pPr marL="268288" lvl="0" indent="-268288" algn="just" eaLnBrk="0" fontAlgn="base" hangingPunct="0">
              <a:lnSpc>
                <a:spcPct val="150000"/>
              </a:lnSpc>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Linked list implementation allows dynamic size.</a:t>
            </a:r>
          </a:p>
        </p:txBody>
      </p:sp>
      <p:sp>
        <p:nvSpPr>
          <p:cNvPr id="3" name="Footer Placeholder 2">
            <a:extLst>
              <a:ext uri="{FF2B5EF4-FFF2-40B4-BE49-F238E27FC236}">
                <a16:creationId xmlns:a16="http://schemas.microsoft.com/office/drawing/2014/main" id="{661BE15C-BC39-D985-88E4-E9F7F7ED0B33}"/>
              </a:ext>
            </a:extLst>
          </p:cNvPr>
          <p:cNvSpPr>
            <a:spLocks noGrp="1"/>
          </p:cNvSpPr>
          <p:nvPr>
            <p:ph type="ftr" sz="quarter" idx="11"/>
          </p:nvPr>
        </p:nvSpPr>
        <p:spPr/>
        <p:txBody>
          <a:bodyPr/>
          <a:lstStyle/>
          <a:p>
            <a:r>
              <a:rPr lang="en-IN"/>
              <a:t>Data  Structure         Unit2  </a:t>
            </a:r>
            <a:endParaRPr lang="en-IN" dirty="0"/>
          </a:p>
        </p:txBody>
      </p:sp>
      <p:sp>
        <p:nvSpPr>
          <p:cNvPr id="8" name="AutoShape 2" descr="Types of Queues (Data Structures) - javatpoint">
            <a:extLst>
              <a:ext uri="{FF2B5EF4-FFF2-40B4-BE49-F238E27FC236}">
                <a16:creationId xmlns:a16="http://schemas.microsoft.com/office/drawing/2014/main" id="{A7EA496B-5852-0F1B-E05E-6601551F84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Types of Queues (Data Structures) - javatpoint">
            <a:extLst>
              <a:ext uri="{FF2B5EF4-FFF2-40B4-BE49-F238E27FC236}">
                <a16:creationId xmlns:a16="http://schemas.microsoft.com/office/drawing/2014/main" id="{729B76E2-6971-11F7-B979-E61E3FF19FFD}"/>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Implementing Queue using array in Java – Data structures and algorithms in  Java">
            <a:extLst>
              <a:ext uri="{FF2B5EF4-FFF2-40B4-BE49-F238E27FC236}">
                <a16:creationId xmlns:a16="http://schemas.microsoft.com/office/drawing/2014/main" id="{F7CAF768-1614-CC72-396E-6905349D5391}"/>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Rectangle 1">
            <a:extLst>
              <a:ext uri="{FF2B5EF4-FFF2-40B4-BE49-F238E27FC236}">
                <a16:creationId xmlns:a16="http://schemas.microsoft.com/office/drawing/2014/main" id="{4AD7F174-4347-D31A-1F82-9E10C70AFAC6}"/>
              </a:ext>
            </a:extLst>
          </p:cNvPr>
          <p:cNvSpPr>
            <a:spLocks noChangeArrowheads="1"/>
          </p:cNvSpPr>
          <p:nvPr/>
        </p:nvSpPr>
        <p:spPr bwMode="auto">
          <a:xfrm>
            <a:off x="341502" y="367438"/>
            <a:ext cx="808589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000" b="1" dirty="0">
                <a:solidFill>
                  <a:srgbClr val="E31E24"/>
                </a:solidFill>
                <a:cs typeface="Times New Roman" panose="02020603050405020304" pitchFamily="18" charset="0"/>
              </a:rPr>
              <a:t>Key Takeaways</a:t>
            </a:r>
            <a:endParaRPr lang="en-IN" sz="30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48753954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fa97d387b28640e2"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83df5ab8b4984278"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GeeksforGeeks</a:t>
            </a:r>
            <a:r>
              <a:rPr lang="en-US" altLang="en-US" sz="1600" dirty="0">
                <a:latin typeface="Times New Roman" panose="02020603050405020304" pitchFamily="18" charset="0"/>
                <a:cs typeface="Times New Roman" panose="02020603050405020304" pitchFamily="18" charset="0"/>
              </a:rPr>
              <a:t> – Queue in Data Structures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7b22adc2db444953"/>
              </a:rPr>
              <a:t>https://www.geeksforgeeks.org/queue-data-structure/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Scaler – Queue in Data Structures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9b2d4ec1bd8d4648"/>
              </a:rPr>
              <a:t>https://www.scaler.com/topics/data-structures/queue-in-data-structure/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JavaTpoint</a:t>
            </a:r>
            <a:r>
              <a:rPr lang="en-US" altLang="en-US" sz="1600" dirty="0">
                <a:latin typeface="Times New Roman" panose="02020603050405020304" pitchFamily="18" charset="0"/>
                <a:cs typeface="Times New Roman" panose="02020603050405020304" pitchFamily="18" charset="0"/>
              </a:rPr>
              <a:t> – Queue Data Structure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3386fcbb7b3142a2"/>
              </a:rPr>
              <a:t>https://www.javatpoint.com/data-structure-queue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Programiz</a:t>
            </a:r>
            <a:r>
              <a:rPr lang="en-US" altLang="en-US" sz="1600" dirty="0">
                <a:latin typeface="Times New Roman" panose="02020603050405020304" pitchFamily="18" charset="0"/>
                <a:cs typeface="Times New Roman" panose="02020603050405020304" pitchFamily="18" charset="0"/>
              </a:rPr>
              <a:t> – Queue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eaa7db1d6cac46e2"/>
              </a:rPr>
              <a:t>https://www.programiz.com/dsa/queue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TutorialsPoint</a:t>
            </a:r>
            <a:r>
              <a:rPr lang="en-US" altLang="en-US" sz="1600" dirty="0">
                <a:latin typeface="Times New Roman" panose="02020603050405020304" pitchFamily="18" charset="0"/>
                <a:cs typeface="Times New Roman" panose="02020603050405020304" pitchFamily="18" charset="0"/>
              </a:rPr>
              <a:t> – Queue Operations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cab96a057f6049df"/>
              </a:rPr>
              <a:t>https://www.tutorialspoint.com/data_structures_algorithms/queue_algorithm.htm</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36</a:t>
            </a:fld>
            <a:endParaRPr lang="en-IN" dirty="0"/>
          </a:p>
        </p:txBody>
      </p:sp>
    </p:spTree>
    <p:extLst>
      <p:ext uri="{BB962C8B-B14F-4D97-AF65-F5344CB8AC3E}">
        <p14:creationId xmlns:p14="http://schemas.microsoft.com/office/powerpoint/2010/main" val="11268787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32930afa6894df1"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08aae69b3e56450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37</a:t>
            </a:fld>
            <a:endParaRPr lang="en-IN"/>
          </a:p>
        </p:txBody>
      </p:sp>
    </p:spTree>
    <p:extLst>
      <p:ext uri="{BB962C8B-B14F-4D97-AF65-F5344CB8AC3E}">
        <p14:creationId xmlns:p14="http://schemas.microsoft.com/office/powerpoint/2010/main" val="367672470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46eca2f8905a448e"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a4b6c552394e4784"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12c7705a6924b40"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531758a6a68464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a73657ffd5894cad"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7dc27ed2025e44c1"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892280" y="1320786"/>
            <a:ext cx="6588732" cy="5016758"/>
          </a:xfrm>
          <a:prstGeom prst="rect">
            <a:avLst/>
          </a:prstGeom>
          <a:noFill/>
        </p:spPr>
        <p:txBody>
          <a:bodyPr wrap="square">
            <a:spAutoFit/>
          </a:bodyPr>
          <a:lstStyle/>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Introduction to Stack Applications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Why Stack is Suitable for Problem Solving (LIFO)</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Applications of Stack – Overview</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Evaluation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Conversion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Algorithms for Expression Conversion</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Evaluation of Prefix &amp; Postfix Expressions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Reversing Data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Function Calls &amp; Call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Backtracking – Tower of Hanoi</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References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imes New Roman" panose="02020603050405020304" pitchFamily="18" charset="0"/>
                <a:cs typeface="Times New Roman" panose="02020603050405020304" pitchFamily="18" charset="0"/>
              </a:rPr>
              <a:t>Session 16</a:t>
            </a:r>
            <a:endParaRPr lang="en-US"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Stack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344b2f57061426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cd950ddf9944017"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Stack ADT and Operations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06896" y="1509316"/>
            <a:ext cx="8580969" cy="3811621"/>
          </a:xfrm>
          <a:prstGeom prst="rect">
            <a:avLst/>
          </a:prstGeom>
          <a:noFill/>
        </p:spPr>
        <p:txBody>
          <a:bodyPr wrap="square" rtlCol="0">
            <a:spAutoFit/>
          </a:bodyPr>
          <a:lstStyle/>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 stack is a linear data structure that follows the LIFO (Last In, First Out) principle.</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All insertions and deletions occur only at one end called the TOP.</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Basic stack operations are: push, pop, peek/top, </a:t>
            </a:r>
            <a:r>
              <a:rPr lang="en-US" altLang="en-US" sz="2400" dirty="0" err="1">
                <a:latin typeface="Times New Roman" panose="02020603050405020304" pitchFamily="18" charset="0"/>
                <a:cs typeface="Times New Roman" panose="02020603050405020304" pitchFamily="18" charset="0"/>
              </a:rPr>
              <a:t>isEmpty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isFull</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Implemented using arrays (fixed size) or linked lists (dynamic size).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136c97165e92459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f2e21da6c34d40b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268c4566d69b43b9"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70077" y="1202006"/>
            <a:ext cx="8415829" cy="5011949"/>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follows the __________ principle.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end of the stack where insertion and deletion occur is called the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into a stack is called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underflow occurs when we try to __________ from an empty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Name the operation that removes the top element of the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data structure is used to implement a dynamic stack?</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af20d31d7cdf4d5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19e2c91dbe7c440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5d868d79d1b4b5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271064" y="1235628"/>
            <a:ext cx="8640958" cy="4411785"/>
          </a:xfrm>
          <a:prstGeom prst="rect">
            <a:avLst/>
          </a:prstGeom>
          <a:noFill/>
        </p:spPr>
        <p:txBody>
          <a:bodyPr wrap="square" rtlCol="0">
            <a:spAutoFit/>
          </a:bodyPr>
          <a:lstStyle/>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LIFO</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Push</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Linked list</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12779701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6075c2965524ef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9ba228b559b426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d675524b52ba44f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310888"/>
            <a:ext cx="8496942" cy="3734677"/>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 major applications of stack in data structures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Explain how LIFO helps in solving computational problems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Differentiate between infix, prefix, and postfix expressions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Convert expressions between different notations using stack</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Evaluate prefix and postfix expressions using stack algorithms</a:t>
            </a:r>
          </a:p>
        </p:txBody>
      </p:sp>
    </p:spTree>
    <p:extLst>
      <p:ext uri="{BB962C8B-B14F-4D97-AF65-F5344CB8AC3E}">
        <p14:creationId xmlns:p14="http://schemas.microsoft.com/office/powerpoint/2010/main" val="327407485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b37b459468484bd5"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298973"/>
            <a:ext cx="792088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Application of Stack in Data Structure are :</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158418d723f4ef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8" name="Rectangle 7"/>
          <p:cNvSpPr/>
          <p:nvPr/>
        </p:nvSpPr>
        <p:spPr>
          <a:xfrm>
            <a:off x="539552" y="1443841"/>
            <a:ext cx="8223448" cy="3139321"/>
          </a:xfrm>
          <a:prstGeom prst="rect">
            <a:avLst/>
          </a:prstGeom>
        </p:spPr>
        <p:txBody>
          <a:bodyPr wrap="square">
            <a:spAutoFit/>
          </a:bodyPr>
          <a:lstStyle/>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Evaluation of Arithmetic Expressions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Reverse a Data</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Processing Function Calls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Backtracking (Tower of Hanoi Problem)</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Delimiter Checking</a:t>
            </a:r>
          </a:p>
          <a:p>
            <a:pPr algn="just"/>
            <a:endParaRPr lang="en-US"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63606810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b0ecbe600574426"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0537" y="322240"/>
            <a:ext cx="8219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e6601111a014b1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8280" y="1348141"/>
            <a:ext cx="8723951" cy="4365619"/>
          </a:xfrm>
          <a:prstGeom prst="rect">
            <a:avLst/>
          </a:prstGeom>
          <a:noFill/>
        </p:spPr>
        <p:txBody>
          <a:bodyPr wrap="square" rtlCol="0">
            <a:spAutoFit/>
          </a:bodyPr>
          <a:lstStyle/>
          <a:p>
            <a:pPr algn="just">
              <a:lnSpc>
                <a:spcPct val="150000"/>
              </a:lnSpc>
              <a:spcBef>
                <a:spcPts val="600"/>
              </a:spcBef>
              <a:buNone/>
            </a:pPr>
            <a:r>
              <a:rPr lang="en-US" sz="2400" dirty="0">
                <a:latin typeface="Times New Roman" panose="02020603050405020304" pitchFamily="18" charset="0"/>
                <a:cs typeface="Times New Roman" panose="02020603050405020304" pitchFamily="18" charset="0"/>
              </a:rPr>
              <a:t>An arithmetic expression can be represented as a </a:t>
            </a:r>
            <a:r>
              <a:rPr lang="en-US" sz="2400" b="1" dirty="0">
                <a:latin typeface="Times New Roman" panose="02020603050405020304" pitchFamily="18" charset="0"/>
                <a:cs typeface="Times New Roman" panose="02020603050405020304" pitchFamily="18" charset="0"/>
              </a:rPr>
              <a:t>string</a:t>
            </a:r>
            <a:r>
              <a:rPr lang="en-US" sz="2400" dirty="0">
                <a:latin typeface="Times New Roman" panose="02020603050405020304" pitchFamily="18" charset="0"/>
                <a:cs typeface="Times New Roman" panose="02020603050405020304" pitchFamily="18" charset="0"/>
              </a:rPr>
              <a:t> consisting of:</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Operands (numbers or variables)</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Operators (+ , − , * , /)</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Parentheses ( )</a:t>
            </a:r>
          </a:p>
          <a:p>
            <a:pPr algn="just">
              <a:lnSpc>
                <a:spcPct val="150000"/>
              </a:lnSpc>
              <a:spcBef>
                <a:spcPts val="600"/>
              </a:spcBef>
              <a:buNone/>
            </a:pPr>
            <a:r>
              <a:rPr lang="en-US" sz="2400" dirty="0">
                <a:latin typeface="Times New Roman" panose="02020603050405020304" pitchFamily="18" charset="0"/>
                <a:cs typeface="Times New Roman" panose="02020603050405020304" pitchFamily="18" charset="0"/>
              </a:rPr>
              <a:t>You may assume that:</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parentheses are </a:t>
            </a:r>
            <a:r>
              <a:rPr lang="en-US" sz="2400" b="1" dirty="0">
                <a:latin typeface="Times New Roman" panose="02020603050405020304" pitchFamily="18" charset="0"/>
                <a:cs typeface="Times New Roman" panose="02020603050405020304" pitchFamily="18" charset="0"/>
              </a:rPr>
              <a:t>well-matched</a:t>
            </a:r>
            <a:endParaRPr lang="en-US" sz="2400" dirty="0">
              <a:latin typeface="Times New Roman" panose="02020603050405020304" pitchFamily="18" charset="0"/>
              <a:cs typeface="Times New Roman" panose="02020603050405020304" pitchFamily="18" charset="0"/>
            </a:endParaRP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a:t>
            </a:r>
            <a:r>
              <a:rPr lang="en-US" sz="2400" b="1" dirty="0">
                <a:latin typeface="Times New Roman" panose="02020603050405020304" pitchFamily="18" charset="0"/>
                <a:cs typeface="Times New Roman" panose="02020603050405020304" pitchFamily="18" charset="0"/>
              </a:rPr>
              <a:t>binary operators</a:t>
            </a:r>
            <a:r>
              <a:rPr lang="en-US" sz="2400" dirty="0">
                <a:latin typeface="Times New Roman" panose="02020603050405020304" pitchFamily="18" charset="0"/>
                <a:cs typeface="Times New Roman" panose="02020603050405020304" pitchFamily="18" charset="0"/>
              </a:rPr>
              <a:t> (+ , − , * , /) are used</a:t>
            </a:r>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54605039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A550-898D-6F9D-C017-F217B2B750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55A6B-33B3-335E-D92F-38AE76E27DF8}"/>
              </a:ext>
            </a:extLst>
          </p:cNvPr>
          <p:cNvPicPr>
            <a:picLocks noGrp="1" noChangeAspect="1"/>
          </p:cNvPicPr>
          <p:nvPr>
            <p:ph idx="1"/>
          </p:nvPr>
        </p:nvPicPr>
        <p:blipFill>
          <a:blip r:embed="R335b830021ba48f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DDB18FF-D018-9DB8-6DC1-0AC68D186833}"/>
              </a:ext>
            </a:extLst>
          </p:cNvPr>
          <p:cNvSpPr>
            <a:spLocks noChangeArrowheads="1"/>
          </p:cNvSpPr>
          <p:nvPr/>
        </p:nvSpPr>
        <p:spPr bwMode="auto">
          <a:xfrm>
            <a:off x="365843" y="334971"/>
            <a:ext cx="8064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7DD8361B-55D3-504A-85C1-D87AF5DA91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E91C73E-A165-9926-236E-76F4AAFE8425}"/>
              </a:ext>
            </a:extLst>
          </p:cNvPr>
          <p:cNvPicPr>
            <a:picLocks noChangeAspect="1"/>
          </p:cNvPicPr>
          <p:nvPr/>
        </p:nvPicPr>
        <p:blipFill>
          <a:blip r:embed="R548abcdc09c2401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A57C6FD-ECA8-8D35-C7BF-E0277105E8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18A870C-AE6D-B0F1-02C8-613432A773D3}"/>
              </a:ext>
            </a:extLst>
          </p:cNvPr>
          <p:cNvSpPr txBox="1"/>
          <p:nvPr/>
        </p:nvSpPr>
        <p:spPr>
          <a:xfrm>
            <a:off x="377788" y="1311115"/>
            <a:ext cx="8424936" cy="5080686"/>
          </a:xfrm>
          <a:prstGeom prst="rect">
            <a:avLst/>
          </a:prstGeom>
          <a:noFill/>
        </p:spPr>
        <p:txBody>
          <a:bodyPr wrap="square" rtlCol="0">
            <a:spAutoFit/>
          </a:bodyPr>
          <a:lstStyle/>
          <a:p>
            <a:pPr marL="360363" indent="-360363" algn="just">
              <a:lnSpc>
                <a:spcPct val="150000"/>
              </a:lnSpc>
              <a:spcBef>
                <a:spcPts val="600"/>
              </a:spcBef>
              <a:spcAft>
                <a:spcPts val="600"/>
              </a:spcAft>
              <a:buNone/>
            </a:pPr>
            <a:r>
              <a:rPr lang="en-US" sz="2400" dirty="0">
                <a:latin typeface="Times New Roman" panose="02020603050405020304" pitchFamily="18" charset="0"/>
                <a:cs typeface="Times New Roman" panose="02020603050405020304" pitchFamily="18" charset="0"/>
              </a:rPr>
              <a:t>Arithmetic expressions can be written in different notations:</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Infix Notation</a:t>
            </a:r>
            <a:r>
              <a:rPr lang="en-US" sz="2400" dirty="0">
                <a:latin typeface="Times New Roman" panose="02020603050405020304" pitchFamily="18" charset="0"/>
                <a:cs typeface="Times New Roman" panose="02020603050405020304" pitchFamily="18" charset="0"/>
              </a:rPr>
              <a:t> – Operator is placed between operands: A + B</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Prefix Notation (Polish Notation)</a:t>
            </a:r>
            <a:r>
              <a:rPr lang="en-US" sz="2400" dirty="0">
                <a:latin typeface="Times New Roman" panose="02020603050405020304" pitchFamily="18" charset="0"/>
                <a:cs typeface="Times New Roman" panose="02020603050405020304" pitchFamily="18" charset="0"/>
              </a:rPr>
              <a:t> – Operator is placed before operands: + A B</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Postfix Notation (Reverse Polish Notation)</a:t>
            </a:r>
            <a:r>
              <a:rPr lang="en-US" sz="2400" dirty="0">
                <a:latin typeface="Times New Roman" panose="02020603050405020304" pitchFamily="18" charset="0"/>
                <a:cs typeface="Times New Roman" panose="02020603050405020304" pitchFamily="18" charset="0"/>
              </a:rPr>
              <a:t> – Operator is placed after operands: A B +</a:t>
            </a:r>
          </a:p>
          <a:p>
            <a:pPr algn="just">
              <a:lnSpc>
                <a:spcPct val="150000"/>
              </a:lnSpc>
              <a:spcBef>
                <a:spcPts val="600"/>
              </a:spcBef>
              <a:spcAft>
                <a:spcPts val="600"/>
              </a:spcAft>
            </a:pPr>
            <a:r>
              <a:rPr lang="en-US" sz="2400" dirty="0">
                <a:latin typeface="Times New Roman" panose="02020603050405020304" pitchFamily="18" charset="0"/>
                <a:cs typeface="Times New Roman" panose="02020603050405020304" pitchFamily="18" charset="0"/>
              </a:rPr>
              <a:t>Stacks are commonly used to convert between these notations and to evaluate prefix and postfix expressions efficiently.</a:t>
            </a:r>
            <a:endParaRPr lang="en-IN" sz="2400" dirty="0"/>
          </a:p>
        </p:txBody>
      </p:sp>
      <p:sp>
        <p:nvSpPr>
          <p:cNvPr id="3" name="AutoShape 2" descr="Notations For Arithmetic Expressions. - Sarthaks eConnect | Largest Online  Education Community">
            <a:extLst>
              <a:ext uri="{FF2B5EF4-FFF2-40B4-BE49-F238E27FC236}">
                <a16:creationId xmlns:a16="http://schemas.microsoft.com/office/drawing/2014/main" id="{E7E8BE0B-DCC6-50D0-13B6-76927DA9A3D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a:extLst>
              <a:ext uri="{FF2B5EF4-FFF2-40B4-BE49-F238E27FC236}">
                <a16:creationId xmlns:a16="http://schemas.microsoft.com/office/drawing/2014/main" id="{C6A9E2C8-B60B-F3F4-7A0C-C911C7325148}"/>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21823807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ba6d2e8236b4de8"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The standard precedence rules for arithmetic expression</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aa57f9a5c5cc455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8" name="Table 7"/>
          <p:cNvGraphicFramePr>
            <a:graphicFrameLocks noGrp="1"/>
          </p:cNvGraphicFramePr>
          <p:nvPr>
            <p:extLst>
              <p:ext uri="{D42A27DB-BD31-4B8C-83A1-F6EECF244321}">
                <p14:modId xmlns:p14="http://schemas.microsoft.com/office/powerpoint/2010/main" val="2448681019"/>
              </p:ext>
            </p:extLst>
          </p:nvPr>
        </p:nvGraphicFramePr>
        <p:xfrm>
          <a:off x="381000" y="1638341"/>
          <a:ext cx="8229600" cy="3778550"/>
        </p:xfrm>
        <a:graphic>
          <a:graphicData uri="http://schemas.openxmlformats.org/drawingml/2006/table">
            <a:tbl>
              <a:tblPr>
                <a:tableStyleId>{616DA210-FB5B-4158-B5E0-FEB733F419BA}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24934">
                <a:tc>
                  <a:txBody>
                    <a:bodyPr/>
                    <a:lstStyle/>
                    <a:p>
                      <a:pPr algn="l" fontAlgn="t"/>
                      <a:r>
                        <a:rPr lang="en-IN" sz="2200" b="1" dirty="0">
                          <a:effectLst/>
                          <a:latin typeface="Times New Roman" panose="02020603050405020304" pitchFamily="18" charset="0"/>
                          <a:cs typeface="Times New Roman" panose="02020603050405020304" pitchFamily="18" charset="0"/>
                        </a:rPr>
                        <a:t>Operators</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200" b="1" dirty="0">
                          <a:effectLst/>
                          <a:latin typeface="Times New Roman" panose="02020603050405020304" pitchFamily="18" charset="0"/>
                          <a:cs typeface="Times New Roman" panose="02020603050405020304" pitchFamily="18" charset="0"/>
                        </a:rPr>
                        <a:t>Associativity</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200" b="1" dirty="0">
                          <a:effectLst/>
                          <a:latin typeface="Times New Roman" panose="02020603050405020304" pitchFamily="18" charset="0"/>
                          <a:cs typeface="Times New Roman" panose="02020603050405020304" pitchFamily="18" charset="0"/>
                        </a:rPr>
                        <a:t>Precedence</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extLst>
                  <a:ext uri="{0D108BD9-81ED-4DB2-BD59-A6C34878D82A}">
                    <a16:rowId xmlns:a16="http://schemas.microsoft.com/office/drawing/2014/main" val="10000"/>
                  </a:ext>
                </a:extLst>
              </a:tr>
              <a:tr h="1016637">
                <a:tc>
                  <a:txBody>
                    <a:bodyPr/>
                    <a:lstStyle/>
                    <a:p>
                      <a:pPr algn="just" fontAlgn="t"/>
                      <a:r>
                        <a:rPr lang="en-IN" sz="2200" dirty="0">
                          <a:effectLst/>
                          <a:latin typeface="Times New Roman" panose="02020603050405020304" pitchFamily="18" charset="0"/>
                          <a:cs typeface="Times New Roman" panose="02020603050405020304" pitchFamily="18" charset="0"/>
                        </a:rPr>
                        <a:t>^ exponentiation</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Right to left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200">
                          <a:effectLst/>
                          <a:latin typeface="Times New Roman" panose="02020603050405020304" pitchFamily="18" charset="0"/>
                          <a:cs typeface="Times New Roman" panose="02020603050405020304" pitchFamily="18" charset="0"/>
                        </a:rPr>
                        <a:t>Highest followed by *Multiplication and /division</a:t>
                      </a:r>
                      <a:endParaRPr lang="en-US"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1"/>
                  </a:ext>
                </a:extLst>
              </a:tr>
              <a:tr h="1016637">
                <a:tc>
                  <a:txBody>
                    <a:bodyPr/>
                    <a:lstStyle/>
                    <a:p>
                      <a:pPr algn="just" fontAlgn="t"/>
                      <a:r>
                        <a:rPr lang="en-IN" sz="2200">
                          <a:effectLst/>
                          <a:latin typeface="Times New Roman" panose="02020603050405020304" pitchFamily="18" charset="0"/>
                          <a:cs typeface="Times New Roman" panose="02020603050405020304" pitchFamily="18" charset="0"/>
                        </a:rPr>
                        <a:t>*Multiplication, /division</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Left to right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200" dirty="0">
                          <a:effectLst/>
                          <a:latin typeface="Times New Roman" panose="02020603050405020304" pitchFamily="18" charset="0"/>
                          <a:cs typeface="Times New Roman" panose="02020603050405020304" pitchFamily="18" charset="0"/>
                        </a:rPr>
                        <a:t>Highest followed by + addition and - subtraction</a:t>
                      </a:r>
                      <a:endParaRPr lang="en-US"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2"/>
                  </a:ext>
                </a:extLst>
              </a:tr>
              <a:tr h="616626">
                <a:tc>
                  <a:txBody>
                    <a:bodyPr/>
                    <a:lstStyle/>
                    <a:p>
                      <a:pPr algn="just" fontAlgn="t"/>
                      <a:r>
                        <a:rPr lang="en-IN" sz="2200">
                          <a:effectLst/>
                          <a:latin typeface="Times New Roman" panose="02020603050405020304" pitchFamily="18" charset="0"/>
                          <a:cs typeface="Times New Roman" panose="02020603050405020304" pitchFamily="18" charset="0"/>
                        </a:rPr>
                        <a:t>+ addition, - subtraction</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a:effectLst/>
                          <a:latin typeface="Times New Roman" panose="02020603050405020304" pitchFamily="18" charset="0"/>
                          <a:cs typeface="Times New Roman" panose="02020603050405020304" pitchFamily="18" charset="0"/>
                        </a:rPr>
                        <a:t>Left to right</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lowest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268568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5f9adc49579541c0"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Conversion</a:t>
            </a:r>
            <a:br>
              <a:rPr lang="en-US" sz="3200" b="1" dirty="0">
                <a:solidFill>
                  <a:srgbClr val="E31E24"/>
                </a:solidFill>
                <a:cs typeface="Times New Roman" panose="02020603050405020304" pitchFamily="18" charset="0"/>
                <a:sym typeface="Arial"/>
              </a:rPr>
            </a:b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f19a9f54337b4e2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Infix to </a:t>
            </a:r>
            <a:r>
              <a:rPr lang="en-US" sz="2400" noProof="0" dirty="0">
                <a:latin typeface="Times New Roman" pitchFamily="18" charset="0"/>
                <a:cs typeface="Times New Roman" pitchFamily="18" charset="0"/>
              </a:rPr>
              <a:t>P</a:t>
            </a: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ostfix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Infix to Prefix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u="none" strike="noStrike" kern="1200" cap="none" spc="0" normalizeH="0" baseline="0" noProof="0" dirty="0">
                <a:ln>
                  <a:noFill/>
                </a:ln>
                <a:solidFill>
                  <a:schemeClr val="tx1"/>
                </a:solidFill>
                <a:effectLst/>
                <a:uLnTx/>
                <a:uFillTx/>
                <a:latin typeface="Times New Roman" pitchFamily="18" charset="0"/>
                <a:cs typeface="Times New Roman" pitchFamily="18" charset="0"/>
              </a:rPr>
              <a:t>Postfix to Prefix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Postfix to In 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Infix</a:t>
            </a: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postfix</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12" name="Picture 2"/>
          <p:cNvPicPr>
            <a:picLocks noChangeAspect="1" noChangeArrowheads="1"/>
          </p:cNvPicPr>
          <p:nvPr/>
        </p:nvPicPr>
        <p:blipFill>
          <a:blip r:embed="Rd2eb3414b49a4d20"/>
          <a:srcRect l="33968" t="23958" r="33821" b="56250"/>
          <a:stretch>
            <a:fillRect/>
          </a:stretch>
        </p:blipFill>
        <p:spPr bwMode="auto">
          <a:xfrm>
            <a:off x="3872408" y="1999891"/>
            <a:ext cx="4876056" cy="198120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85623287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babd90e09c914dfe"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9ab298714eb3481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96944" cy="5016758"/>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Initialize an empty stack and an empty postfix string.</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the infix expression from left to right.</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symbol is an operand, append it to postfix.</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 push it onto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 pop and append operators until ( is removed.</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an operator, pop higher or equal precedence operators from stack and append, then push it.</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After scanning, pop and append all remaining stack operators.</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Output the postfix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1206289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c05baed44c34d35"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90080faabdf464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aec8cf53a6104ab9">
            <a:extLst>
              <a:ext uri="{BEBA8EAE-BF5A-486C-A8C5-ECC9F3942E4B}">
                <a14:imgProps xmlns:a14="http://schemas.microsoft.com/office/drawing/2010/main">
                  <a14:imgLayer r:embed="R2dd8e22f1efd4f20">
                    <a14:imgEffect>
                      <a14:saturation sat="0"/>
                    </a14:imgEffect>
                  </a14:imgLayer>
                </a14:imgProps>
              </a:ext>
              <a:ext uri="{28A0092B-C50C-407E-A947-70E740481C1C}">
                <a14:useLocalDpi xmlns:a14="http://schemas.microsoft.com/office/drawing/2010/main" val="0"/>
              </a:ext>
            </a:extLst>
          </a:blip>
          <a:srcRect b="64307"/>
          <a:stretch>
            <a:fillRect/>
          </a:stretch>
        </p:blipFill>
        <p:spPr bwMode="auto">
          <a:xfrm>
            <a:off x="207879" y="1258663"/>
            <a:ext cx="4551777" cy="2247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3"/>
          <p:cNvPicPr>
            <a:picLocks noChangeAspect="1" noChangeArrowheads="1"/>
          </p:cNvPicPr>
          <p:nvPr/>
        </p:nvPicPr>
        <p:blipFill>
          <a:blip r:embed="Raec8cf53a6104ab9">
            <a:extLst>
              <a:ext uri="{BEBA8EAE-BF5A-486C-A8C5-ECC9F3942E4B}">
                <a14:imgProps xmlns:a14="http://schemas.microsoft.com/office/drawing/2010/main">
                  <a14:imgLayer r:embed="Rad30acb396df4922">
                    <a14:imgEffect>
                      <a14:saturation sat="0"/>
                    </a14:imgEffect>
                  </a14:imgLayer>
                </a14:imgProps>
              </a:ext>
              <a:ext uri="{28A0092B-C50C-407E-A947-70E740481C1C}">
                <a14:useLocalDpi xmlns:a14="http://schemas.microsoft.com/office/drawing/2010/main" val="0"/>
              </a:ext>
            </a:extLst>
          </a:blip>
          <a:srcRect t="36879" b="31099"/>
          <a:stretch>
            <a:fillRect/>
          </a:stretch>
        </p:blipFill>
        <p:spPr bwMode="auto">
          <a:xfrm>
            <a:off x="233270" y="3743579"/>
            <a:ext cx="4376153" cy="196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aec8cf53a6104ab9">
            <a:extLst>
              <a:ext uri="{BEBA8EAE-BF5A-486C-A8C5-ECC9F3942E4B}">
                <a14:imgProps xmlns:a14="http://schemas.microsoft.com/office/drawing/2010/main">
                  <a14:imgLayer r:embed="R96bbb3c5eba847ee">
                    <a14:imgEffect>
                      <a14:saturation sat="0"/>
                    </a14:imgEffect>
                  </a14:imgLayer>
                </a14:imgProps>
              </a:ext>
              <a:ext uri="{28A0092B-C50C-407E-A947-70E740481C1C}">
                <a14:useLocalDpi xmlns:a14="http://schemas.microsoft.com/office/drawing/2010/main" val="0"/>
              </a:ext>
            </a:extLst>
          </a:blip>
          <a:srcRect l="3465" t="70538"/>
          <a:stretch>
            <a:fillRect/>
          </a:stretch>
        </p:blipFill>
        <p:spPr bwMode="auto">
          <a:xfrm>
            <a:off x="4434086" y="1457697"/>
            <a:ext cx="4532162" cy="2110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c5828d9ac1a54776">
            <a:extLst>
              <a:ext uri="{BEBA8EAE-BF5A-486C-A8C5-ECC9F3942E4B}">
                <a14:imgProps xmlns:a14="http://schemas.microsoft.com/office/drawing/2010/main">
                  <a14:imgLayer r:embed="Rfeb17086356f4f64">
                    <a14:imgEffect>
                      <a14:saturation sat="0"/>
                    </a14:imgEffect>
                  </a14:imgLayer>
                </a14:imgProps>
              </a:ext>
              <a:ext uri="{28A0092B-C50C-407E-A947-70E740481C1C}">
                <a14:useLocalDpi xmlns:a14="http://schemas.microsoft.com/office/drawing/2010/main" val="0"/>
              </a:ext>
            </a:extLst>
          </a:blip>
          <a:srcRect b="66702"/>
          <a:stretch>
            <a:fillRect/>
          </a:stretch>
        </p:blipFill>
        <p:spPr bwMode="auto">
          <a:xfrm>
            <a:off x="4372310" y="3743579"/>
            <a:ext cx="4376154" cy="2114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50364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c381d19f1f94ddd"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df9d90fab374ae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rotWithShape="1">
          <a:blip r:embed="Rf09304309c424584">
            <a:extLst>
              <a:ext uri="{BEBA8EAE-BF5A-486C-A8C5-ECC9F3942E4B}">
                <a14:imgProps xmlns:a14="http://schemas.microsoft.com/office/drawing/2010/main">
                  <a14:imgLayer r:embed="R4578bf5f607a4eb3">
                    <a14:imgEffect>
                      <a14:saturation sat="0"/>
                    </a14:imgEffect>
                  </a14:imgLayer>
                </a14:imgProps>
              </a:ext>
              <a:ext uri="{28A0092B-C50C-407E-A947-70E740481C1C}">
                <a14:useLocalDpi xmlns:a14="http://schemas.microsoft.com/office/drawing/2010/main" val="0"/>
              </a:ext>
            </a:extLst>
          </a:blip>
          <a:srcRect l="4566" t="29868" r="2582" b="30679"/>
          <a:stretch>
            <a:fillRect/>
          </a:stretch>
        </p:blipFill>
        <p:spPr bwMode="auto">
          <a:xfrm>
            <a:off x="268003" y="1366491"/>
            <a:ext cx="4019650" cy="215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rotWithShape="1">
          <a:blip r:embed="Rf09304309c424584">
            <a:extLst>
              <a:ext uri="{BEBA8EAE-BF5A-486C-A8C5-ECC9F3942E4B}">
                <a14:imgProps xmlns:a14="http://schemas.microsoft.com/office/drawing/2010/main">
                  <a14:imgLayer r:embed="R11caa37cc68d42db">
                    <a14:imgEffect>
                      <a14:saturation sat="0"/>
                    </a14:imgEffect>
                  </a14:imgLayer>
                </a14:imgProps>
              </a:ext>
              <a:ext uri="{28A0092B-C50C-407E-A947-70E740481C1C}">
                <a14:useLocalDpi xmlns:a14="http://schemas.microsoft.com/office/drawing/2010/main" val="0"/>
              </a:ext>
            </a:extLst>
          </a:blip>
          <a:srcRect l="3977" t="67605"/>
          <a:stretch>
            <a:fillRect/>
          </a:stretch>
        </p:blipFill>
        <p:spPr bwMode="auto">
          <a:xfrm>
            <a:off x="4688200" y="1315641"/>
            <a:ext cx="4019650" cy="2115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rotWithShape="1">
          <a:blip r:embed="Rf8651e6dc2744003">
            <a:extLst>
              <a:ext uri="{BEBA8EAE-BF5A-486C-A8C5-ECC9F3942E4B}">
                <a14:imgProps xmlns:a14="http://schemas.microsoft.com/office/drawing/2010/main">
                  <a14:imgLayer r:embed="R4fbaea31e33c4691">
                    <a14:imgEffect>
                      <a14:saturation sat="0"/>
                    </a14:imgEffect>
                  </a14:imgLayer>
                </a14:imgProps>
              </a:ext>
              <a:ext uri="{28A0092B-C50C-407E-A947-70E740481C1C}">
                <a14:useLocalDpi xmlns:a14="http://schemas.microsoft.com/office/drawing/2010/main" val="0"/>
              </a:ext>
            </a:extLst>
          </a:blip>
          <a:srcRect l="3797" r="7330" b="33374"/>
          <a:stretch>
            <a:fillRect/>
          </a:stretch>
        </p:blipFill>
        <p:spPr bwMode="auto">
          <a:xfrm>
            <a:off x="407530" y="3637891"/>
            <a:ext cx="3740595" cy="240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f8651e6dc2744003">
            <a:extLst>
              <a:ext uri="{BEBA8EAE-BF5A-486C-A8C5-ECC9F3942E4B}">
                <a14:imgProps xmlns:a14="http://schemas.microsoft.com/office/drawing/2010/main">
                  <a14:imgLayer r:embed="R3ab2ad5655fd4e61">
                    <a14:imgEffect>
                      <a14:saturation sat="0"/>
                    </a14:imgEffect>
                  </a14:imgLayer>
                </a14:imgProps>
              </a:ext>
              <a:ext uri="{28A0092B-C50C-407E-A947-70E740481C1C}">
                <a14:useLocalDpi xmlns:a14="http://schemas.microsoft.com/office/drawing/2010/main" val="0"/>
              </a:ext>
            </a:extLst>
          </a:blip>
          <a:srcRect l="3261" t="69506" r="9783" b="2194"/>
          <a:stretch>
            <a:fillRect/>
          </a:stretch>
        </p:blipFill>
        <p:spPr bwMode="auto">
          <a:xfrm>
            <a:off x="4772903" y="3755837"/>
            <a:ext cx="4019650" cy="2056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12528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d0203dcbd364dba"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03352bd6b1d4a3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a5d53cb49319457e">
            <a:extLst>
              <a:ext uri="{BEBA8EAE-BF5A-486C-A8C5-ECC9F3942E4B}">
                <a14:imgProps xmlns:a14="http://schemas.microsoft.com/office/drawing/2010/main">
                  <a14:imgLayer r:embed="R02598f11358f4d1d">
                    <a14:imgEffect>
                      <a14:saturation sat="0"/>
                    </a14:imgEffect>
                  </a14:imgLayer>
                </a14:imgProps>
              </a:ext>
              <a:ext uri="{28A0092B-C50C-407E-A947-70E740481C1C}">
                <a14:useLocalDpi xmlns:a14="http://schemas.microsoft.com/office/drawing/2010/main" val="0"/>
              </a:ext>
            </a:extLst>
          </a:blip>
          <a:srcRect b="47526"/>
          <a:stretch>
            <a:fillRect/>
          </a:stretch>
        </p:blipFill>
        <p:spPr bwMode="auto">
          <a:xfrm>
            <a:off x="179512" y="1397337"/>
            <a:ext cx="5019605" cy="2445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47564" y="4146936"/>
            <a:ext cx="7848872" cy="369332"/>
          </a:xfrm>
          <a:prstGeom prst="rect">
            <a:avLst/>
          </a:prstGeom>
        </p:spPr>
        <p:txBody>
          <a:bodyPr wrap="square">
            <a:spAutoFit/>
          </a:bodyPr>
          <a:lstStyle/>
          <a:p>
            <a:r>
              <a:rPr lang="en-IN" dirty="0">
                <a:hlinkClick r:id="rcId79263c74e7064ffa"/>
              </a:rPr>
              <a:t>https://www.prepbytes.com/blog/stacks/infix-to-postfix-conversion-using-stack/</a:t>
            </a:r>
            <a:endParaRPr lang="en-IN" dirty="0"/>
          </a:p>
        </p:txBody>
      </p:sp>
      <p:pic>
        <p:nvPicPr>
          <p:cNvPr id="8" name="Picture 2"/>
          <p:cNvPicPr>
            <a:picLocks noChangeAspect="1" noChangeArrowheads="1"/>
          </p:cNvPicPr>
          <p:nvPr/>
        </p:nvPicPr>
        <p:blipFill>
          <a:blip r:embed="Ra5d53cb49319457e">
            <a:extLst>
              <a:ext uri="{BEBA8EAE-BF5A-486C-A8C5-ECC9F3942E4B}">
                <a14:imgProps xmlns:a14="http://schemas.microsoft.com/office/drawing/2010/main">
                  <a14:imgLayer r:embed="Rbd1627da02ff497f">
                    <a14:imgEffect>
                      <a14:saturation sat="0"/>
                    </a14:imgEffect>
                  </a14:imgLayer>
                </a14:imgProps>
              </a:ext>
              <a:ext uri="{28A0092B-C50C-407E-A947-70E740481C1C}">
                <a14:useLocalDpi xmlns:a14="http://schemas.microsoft.com/office/drawing/2010/main" val="0"/>
              </a:ext>
            </a:extLst>
          </a:blip>
          <a:srcRect t="56069"/>
          <a:stretch>
            <a:fillRect/>
          </a:stretch>
        </p:blipFill>
        <p:spPr bwMode="auto">
          <a:xfrm>
            <a:off x="4788024" y="1456179"/>
            <a:ext cx="3744416" cy="1989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229433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DF1A-B39D-C4A9-B497-E2E5B1D5AC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B9F6B7-EC32-3991-9422-A2B5A087C253}"/>
              </a:ext>
            </a:extLst>
          </p:cNvPr>
          <p:cNvPicPr>
            <a:picLocks noGrp="1" noChangeAspect="1"/>
          </p:cNvPicPr>
          <p:nvPr>
            <p:ph idx="1"/>
          </p:nvPr>
        </p:nvPicPr>
        <p:blipFill>
          <a:blip r:embed="R1f984d42cb964af0"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D5C9379-E105-16BD-3717-66B4B9FD01EA}"/>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083CD9B-4CC6-9A8E-BFFE-7292B178EFC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D74EEB7-8A94-CD3D-9754-2EB751E4FEC0}"/>
              </a:ext>
            </a:extLst>
          </p:cNvPr>
          <p:cNvPicPr>
            <a:picLocks noChangeAspect="1"/>
          </p:cNvPicPr>
          <p:nvPr/>
        </p:nvPicPr>
        <p:blipFill>
          <a:blip r:embed="R725599ba13db4ce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FFB60AC-6669-3193-7E24-67EABDEE48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DD8B20-5FE4-B89A-F249-9AB84999D4BC}"/>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C8C774A1-DE4B-DA62-2A0D-5E11035E89E6}"/>
              </a:ext>
            </a:extLst>
          </p:cNvPr>
          <p:cNvSpPr txBox="1"/>
          <p:nvPr/>
        </p:nvSpPr>
        <p:spPr>
          <a:xfrm>
            <a:off x="395536" y="1061448"/>
            <a:ext cx="8429026" cy="5011949"/>
          </a:xfrm>
          <a:prstGeom prst="rect">
            <a:avLst/>
          </a:prstGeom>
          <a:noFill/>
        </p:spPr>
        <p:txBody>
          <a:bodyPr wrap="square">
            <a:spAutoFit/>
          </a:bodyPr>
          <a:lstStyle/>
          <a:p>
            <a:pPr algn="just">
              <a:lnSpc>
                <a:spcPct val="150000"/>
              </a:lnSpc>
            </a:pPr>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pPr>
              <a:lnSpc>
                <a:spcPct val="150000"/>
              </a:lnSpc>
            </a:pPr>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d) 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7859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d94fc35a5b064100"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278b82f2f8614b6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415478" y="1055869"/>
            <a:ext cx="8136903" cy="3257623"/>
          </a:xfrm>
          <a:prstGeom prst="rect">
            <a:avLst/>
          </a:prstGeom>
          <a:noFill/>
        </p:spPr>
        <p:txBody>
          <a:bodyPr wrap="square" rtlCol="0">
            <a:spAutoFit/>
          </a:bodyPr>
          <a:lstStyle/>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Converting Infix Expression to Prefix Expression:</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Reverse the infix expression and interchange </a:t>
            </a: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with </a:t>
            </a: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Convert the reversed expression to postfix, popping only higher-precedence operators.</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Reverse the obtained postfix expression to get the prefix form.</a:t>
            </a:r>
            <a:endParaRPr lang="en-US" sz="2400" b="0" i="0" dirty="0">
              <a:effectLst/>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7170" name="Picture 2"/>
          <p:cNvPicPr>
            <a:picLocks noChangeAspect="1" noChangeArrowheads="1"/>
          </p:cNvPicPr>
          <p:nvPr/>
        </p:nvPicPr>
        <p:blipFill>
          <a:blip r:embed="Rff112f50bf474803">
            <a:extLst>
              <a:ext uri="{28A0092B-C50C-407E-A947-70E740481C1C}">
                <a14:useLocalDpi xmlns:a14="http://schemas.microsoft.com/office/drawing/2010/main" val="0"/>
              </a:ext>
            </a:extLst>
          </a:blip>
          <a:srcRect/>
          <a:stretch>
            <a:fillRect/>
          </a:stretch>
        </p:blipFill>
        <p:spPr bwMode="auto">
          <a:xfrm>
            <a:off x="2618120" y="4300371"/>
            <a:ext cx="4390854" cy="238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150367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6296-804B-5C4D-2817-682DBDA2031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F1D983-7989-0DF7-E18A-917AE6C1E74B}"/>
              </a:ext>
            </a:extLst>
          </p:cNvPr>
          <p:cNvPicPr>
            <a:picLocks noGrp="1" noChangeAspect="1"/>
          </p:cNvPicPr>
          <p:nvPr>
            <p:ph idx="1"/>
          </p:nvPr>
        </p:nvPicPr>
        <p:blipFill>
          <a:blip r:embed="Rd179dec1a8ef49b5"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8F3E3BC9-7D73-AD26-15CD-8643B9F62158}"/>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A888CD3-B002-D96B-3E67-97CD6D5AACC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4DAC71F-E624-EB22-7A4E-BE1CBB6C0672}"/>
              </a:ext>
            </a:extLst>
          </p:cNvPr>
          <p:cNvPicPr>
            <a:picLocks noChangeAspect="1"/>
          </p:cNvPicPr>
          <p:nvPr/>
        </p:nvPicPr>
        <p:blipFill>
          <a:blip r:embed="R31bf7c9bf16b4d1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DF8261-1717-4221-D235-34902B9E487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5F0ED799-5440-09FD-61BD-FDF0B46A01A6}"/>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6F3264DF-796C-7D7B-FA17-B48ECEFE4431}"/>
              </a:ext>
            </a:extLst>
          </p:cNvPr>
          <p:cNvSpPr txBox="1"/>
          <p:nvPr/>
        </p:nvSpPr>
        <p:spPr>
          <a:xfrm>
            <a:off x="367470" y="1129138"/>
            <a:ext cx="8208912" cy="5257850"/>
          </a:xfrm>
          <a:prstGeom prst="rect">
            <a:avLst/>
          </a:prstGeom>
          <a:noFill/>
        </p:spPr>
        <p:txBody>
          <a:bodyPr wrap="square">
            <a:spAutoFit/>
          </a:bodyPr>
          <a:lstStyle/>
          <a:p>
            <a:pPr algn="just">
              <a:spcBef>
                <a:spcPts val="300"/>
              </a:spcBef>
              <a:spcAft>
                <a:spcPts val="600"/>
              </a:spcAft>
              <a:buNone/>
            </a:pPr>
            <a:r>
              <a:rPr lang="en-US" sz="2400" b="1" dirty="0">
                <a:solidFill>
                  <a:srgbClr val="3A3A3A"/>
                </a:solidFill>
                <a:latin typeface="Times New Roman" panose="02020603050405020304" pitchFamily="18" charset="0"/>
                <a:cs typeface="Times New Roman" panose="02020603050405020304" pitchFamily="18" charset="0"/>
              </a:rPr>
              <a:t>1. </a:t>
            </a:r>
            <a:r>
              <a:rPr lang="en-US" sz="2400" b="1" i="0" dirty="0">
                <a:solidFill>
                  <a:srgbClr val="3A3A3A"/>
                </a:solidFill>
                <a:effectLst/>
                <a:latin typeface="Times New Roman" panose="02020603050405020304" pitchFamily="18" charset="0"/>
                <a:cs typeface="Times New Roman" panose="02020603050405020304" pitchFamily="18" charset="0"/>
              </a:rPr>
              <a:t>What would be the Prefix notation for the given equation?</a:t>
            </a:r>
          </a:p>
          <a:p>
            <a:pPr algn="ctr">
              <a:lnSpc>
                <a:spcPts val="1500"/>
              </a:lnSpc>
              <a:spcBef>
                <a:spcPts val="300"/>
              </a:spcBef>
              <a:spcAft>
                <a:spcPts val="600"/>
              </a:spcAft>
              <a:buNone/>
            </a:pPr>
            <a:r>
              <a:rPr lang="en-US" sz="2400" b="0" i="0" dirty="0">
                <a:solidFill>
                  <a:srgbClr val="3A3A3A"/>
                </a:solidFill>
                <a:effectLst/>
                <a:latin typeface="Times New Roman" panose="02020603050405020304" pitchFamily="18" charset="0"/>
                <a:cs typeface="Times New Roman" panose="02020603050405020304" pitchFamily="18" charset="0"/>
              </a:rPr>
              <a:t>A</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B</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C</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spcBef>
                <a:spcPts val="300"/>
              </a:spcBef>
              <a:spcAft>
                <a:spcPts val="600"/>
              </a:spcAft>
            </a:pPr>
            <a:r>
              <a:rPr lang="en-US" sz="2400" b="1" dirty="0">
                <a:solidFill>
                  <a:srgbClr val="3A3A3A"/>
                </a:solidFill>
                <a:latin typeface="Times New Roman" panose="02020603050405020304" pitchFamily="18" charset="0"/>
                <a:cs typeface="Times New Roman" panose="02020603050405020304" pitchFamily="18" charset="0"/>
              </a:rPr>
              <a:t>2. What would be the Prefix notation for the given equation?</a:t>
            </a:r>
          </a:p>
          <a:p>
            <a:pPr algn="ctr">
              <a:lnSpc>
                <a:spcPts val="1500"/>
              </a:lnSpc>
              <a:spcBef>
                <a:spcPts val="300"/>
              </a:spcBef>
              <a:spcAft>
                <a:spcPts val="600"/>
              </a:spcAft>
            </a:pPr>
            <a:r>
              <a:rPr lang="en-US" sz="2400" dirty="0" err="1">
                <a:solidFill>
                  <a:srgbClr val="3A3A3A"/>
                </a:solidFill>
                <a:latin typeface="Times New Roman" panose="02020603050405020304" pitchFamily="18" charset="0"/>
                <a:cs typeface="Times New Roman" panose="02020603050405020304" pitchFamily="18" charset="0"/>
              </a:rPr>
              <a:t>a</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b</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c</a:t>
            </a:r>
            <a:r>
              <a:rPr lang="en-US" sz="2400" dirty="0">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d</a:t>
            </a:r>
            <a:r>
              <a:rPr lang="en-US" sz="2400" dirty="0" err="1">
                <a:solidFill>
                  <a:srgbClr val="339933"/>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e</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abcdef</a:t>
            </a:r>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08784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55ba2202b4c3459e"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1735817ec6a462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1" y="1316201"/>
            <a:ext cx="8568953" cy="4904228"/>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Conversion of Postfix to Prefix expression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postfix expression from left to right.</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from the stack and form a new expression as </a:t>
            </a:r>
            <a:r>
              <a:rPr lang="en-US" sz="2400" b="1" dirty="0">
                <a:latin typeface="Times New Roman" panose="02020603050405020304" pitchFamily="18" charset="0"/>
                <a:cs typeface="Times New Roman" panose="02020603050405020304" pitchFamily="18" charset="0"/>
              </a:rPr>
              <a:t>operator + operand2 + operand1</a:t>
            </a:r>
            <a:r>
              <a:rPr lang="en-US" sz="2400" dirty="0">
                <a:latin typeface="Times New Roman" panose="02020603050405020304" pitchFamily="18" charset="0"/>
                <a:cs typeface="Times New Roman" panose="02020603050405020304" pitchFamily="18" charset="0"/>
              </a:rPr>
              <a:t>, then push it back onto the stack.</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Repeat until all symbols are processed.</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element at the top of the stack is the required prefix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6829156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527b756a4d2e453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611dabd9cc84aa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3a0b4521ad634e0c">
            <a:extLst>
              <a:ext uri="{BEBA8EAE-BF5A-486C-A8C5-ECC9F3942E4B}">
                <a14:imgProps xmlns:a14="http://schemas.microsoft.com/office/drawing/2010/main">
                  <a14:imgLayer r:embed="Rdb19d45eb29446d4">
                    <a14:imgEffect>
                      <a14:saturation sat="0"/>
                    </a14:imgEffect>
                  </a14:imgLayer>
                </a14:imgProps>
              </a:ext>
              <a:ext uri="{28A0092B-C50C-407E-A947-70E740481C1C}">
                <a14:useLocalDpi xmlns:a14="http://schemas.microsoft.com/office/drawing/2010/main" val="0"/>
              </a:ext>
            </a:extLst>
          </a:blip>
          <a:srcRect b="65962"/>
          <a:stretch>
            <a:fillRect/>
          </a:stretch>
        </p:blipFill>
        <p:spPr bwMode="auto">
          <a:xfrm>
            <a:off x="189121" y="1280902"/>
            <a:ext cx="4248472" cy="221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B85D369-8EA0-C81A-DE3C-ED12725AB82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a:blip r:embed="R3a0b4521ad634e0c">
            <a:extLst>
              <a:ext uri="{BEBA8EAE-BF5A-486C-A8C5-ECC9F3942E4B}">
                <a14:imgProps xmlns:a14="http://schemas.microsoft.com/office/drawing/2010/main">
                  <a14:imgLayer r:embed="R858f4396ae4d4617">
                    <a14:imgEffect>
                      <a14:saturation sat="0"/>
                    </a14:imgEffect>
                  </a14:imgLayer>
                </a14:imgProps>
              </a:ext>
              <a:ext uri="{28A0092B-C50C-407E-A947-70E740481C1C}">
                <a14:useLocalDpi xmlns:a14="http://schemas.microsoft.com/office/drawing/2010/main" val="0"/>
              </a:ext>
            </a:extLst>
          </a:blip>
          <a:srcRect t="31082" b="33439"/>
          <a:stretch>
            <a:fillRect/>
          </a:stretch>
        </p:blipFill>
        <p:spPr bwMode="auto">
          <a:xfrm>
            <a:off x="4400539" y="1293834"/>
            <a:ext cx="3816424" cy="215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3a0b4521ad634e0c">
            <a:extLst>
              <a:ext uri="{BEBA8EAE-BF5A-486C-A8C5-ECC9F3942E4B}">
                <a14:imgProps xmlns:a14="http://schemas.microsoft.com/office/drawing/2010/main">
                  <a14:imgLayer r:embed="Rc31b59b2aae64d5c">
                    <a14:imgEffect>
                      <a14:saturation sat="0"/>
                    </a14:imgEffect>
                  </a14:imgLayer>
                </a14:imgProps>
              </a:ext>
              <a:ext uri="{28A0092B-C50C-407E-A947-70E740481C1C}">
                <a14:useLocalDpi xmlns:a14="http://schemas.microsoft.com/office/drawing/2010/main" val="0"/>
              </a:ext>
            </a:extLst>
          </a:blip>
          <a:srcRect t="63604"/>
          <a:stretch>
            <a:fillRect/>
          </a:stretch>
        </p:blipFill>
        <p:spPr bwMode="auto">
          <a:xfrm>
            <a:off x="341014" y="3426868"/>
            <a:ext cx="4397583" cy="236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0c1413e16ae14013">
            <a:extLst>
              <a:ext uri="{BEBA8EAE-BF5A-486C-A8C5-ECC9F3942E4B}">
                <a14:imgProps xmlns:a14="http://schemas.microsoft.com/office/drawing/2010/main">
                  <a14:imgLayer r:embed="Rfa003ffca71947d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499992" y="3426868"/>
            <a:ext cx="4248472" cy="292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218727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713df14c8e0f4639"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93b5c83bea846d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699304d7ec5c4ec1">
            <a:extLst>
              <a:ext uri="{BEBA8EAE-BF5A-486C-A8C5-ECC9F3942E4B}">
                <a14:imgProps xmlns:a14="http://schemas.microsoft.com/office/drawing/2010/main">
                  <a14:imgLayer r:embed="Rf6c4354651cf44f5">
                    <a14:imgEffect>
                      <a14:saturation sat="0"/>
                    </a14:imgEffect>
                  </a14:imgLayer>
                </a14:imgProps>
              </a:ext>
              <a:ext uri="{28A0092B-C50C-407E-A947-70E740481C1C}">
                <a14:useLocalDpi xmlns:a14="http://schemas.microsoft.com/office/drawing/2010/main" val="0"/>
              </a:ext>
            </a:extLst>
          </a:blip>
          <a:srcRect b="34061"/>
          <a:stretch>
            <a:fillRect/>
          </a:stretch>
        </p:blipFill>
        <p:spPr bwMode="auto">
          <a:xfrm>
            <a:off x="179512" y="1407557"/>
            <a:ext cx="4726060" cy="260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D8EDCDE-5009-A880-E88D-C81F3866267B}"/>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rotWithShape="1">
          <a:blip r:embed="R699304d7ec5c4ec1">
            <a:extLst>
              <a:ext uri="{BEBA8EAE-BF5A-486C-A8C5-ECC9F3942E4B}">
                <a14:imgProps xmlns:a14="http://schemas.microsoft.com/office/drawing/2010/main">
                  <a14:imgLayer r:embed="R18a2f71ebbd94b49">
                    <a14:imgEffect>
                      <a14:saturation sat="0"/>
                    </a14:imgEffect>
                  </a14:imgLayer>
                </a14:imgProps>
              </a:ext>
              <a:ext uri="{28A0092B-C50C-407E-A947-70E740481C1C}">
                <a14:useLocalDpi xmlns:a14="http://schemas.microsoft.com/office/drawing/2010/main" val="0"/>
              </a:ext>
            </a:extLst>
          </a:blip>
          <a:srcRect t="64256" r="21413"/>
          <a:stretch>
            <a:fillRect/>
          </a:stretch>
        </p:blipFill>
        <p:spPr bwMode="auto">
          <a:xfrm>
            <a:off x="4905572" y="1080169"/>
            <a:ext cx="3652028" cy="219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rotWithShape="1">
          <a:blip r:embed="R17b017f6fd8a4f55">
            <a:extLst>
              <a:ext uri="{BEBA8EAE-BF5A-486C-A8C5-ECC9F3942E4B}">
                <a14:imgProps xmlns:a14="http://schemas.microsoft.com/office/drawing/2010/main">
                  <a14:imgLayer r:embed="R0535e0369df44a63">
                    <a14:imgEffect>
                      <a14:saturation sat="0"/>
                    </a14:imgEffect>
                  </a14:imgLayer>
                </a14:imgProps>
              </a:ext>
              <a:ext uri="{28A0092B-C50C-407E-A947-70E740481C1C}">
                <a14:useLocalDpi xmlns:a14="http://schemas.microsoft.com/office/drawing/2010/main" val="0"/>
              </a:ext>
            </a:extLst>
          </a:blip>
          <a:srcRect t="876" b="74914"/>
          <a:stretch>
            <a:fillRect/>
          </a:stretch>
        </p:blipFill>
        <p:spPr bwMode="auto">
          <a:xfrm>
            <a:off x="179512" y="4301534"/>
            <a:ext cx="3578716" cy="2007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17b017f6fd8a4f55">
            <a:extLst>
              <a:ext uri="{BEBA8EAE-BF5A-486C-A8C5-ECC9F3942E4B}">
                <a14:imgProps xmlns:a14="http://schemas.microsoft.com/office/drawing/2010/main">
                  <a14:imgLayer r:embed="Rdaad5ece579c4a12">
                    <a14:imgEffect>
                      <a14:saturation sat="0"/>
                    </a14:imgEffect>
                  </a14:imgLayer>
                </a14:imgProps>
              </a:ext>
              <a:ext uri="{28A0092B-C50C-407E-A947-70E740481C1C}">
                <a14:useLocalDpi xmlns:a14="http://schemas.microsoft.com/office/drawing/2010/main" val="0"/>
              </a:ext>
            </a:extLst>
          </a:blip>
          <a:srcRect l="6618" t="23616" r="15061"/>
          <a:stretch>
            <a:fillRect/>
          </a:stretch>
        </p:blipFill>
        <p:spPr bwMode="auto">
          <a:xfrm>
            <a:off x="5220072" y="3488303"/>
            <a:ext cx="3472517" cy="282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76443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e07d27b40fb4ef4"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6912c9bcd4f402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rotWithShape="1">
          <a:blip r:embed="Rf12d763811504cdf">
            <a:extLst>
              <a:ext uri="{BEBA8EAE-BF5A-486C-A8C5-ECC9F3942E4B}">
                <a14:imgProps xmlns:a14="http://schemas.microsoft.com/office/drawing/2010/main">
                  <a14:imgLayer r:embed="R4455bf57f0c34759">
                    <a14:imgEffect>
                      <a14:saturation sat="0"/>
                    </a14:imgEffect>
                  </a14:imgLayer>
                </a14:imgProps>
              </a:ext>
              <a:ext uri="{28A0092B-C50C-407E-A947-70E740481C1C}">
                <a14:useLocalDpi xmlns:a14="http://schemas.microsoft.com/office/drawing/2010/main" val="0"/>
              </a:ext>
            </a:extLst>
          </a:blip>
          <a:srcRect l="3068" r="27377" b="70189"/>
          <a:stretch>
            <a:fillRect/>
          </a:stretch>
        </p:blipFill>
        <p:spPr bwMode="auto">
          <a:xfrm>
            <a:off x="307486" y="1151271"/>
            <a:ext cx="3528392" cy="2083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5EDE605D-F067-B1ED-F7AE-764389522654}"/>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rotWithShape="1">
          <a:blip r:embed="Rf12d763811504cdf">
            <a:extLst>
              <a:ext uri="{BEBA8EAE-BF5A-486C-A8C5-ECC9F3942E4B}">
                <a14:imgProps xmlns:a14="http://schemas.microsoft.com/office/drawing/2010/main">
                  <a14:imgLayer r:embed="R7595b1942e804364">
                    <a14:imgEffect>
                      <a14:saturation sat="0"/>
                    </a14:imgEffect>
                  </a14:imgLayer>
                </a14:imgProps>
              </a:ext>
              <a:ext uri="{28A0092B-C50C-407E-A947-70E740481C1C}">
                <a14:useLocalDpi xmlns:a14="http://schemas.microsoft.com/office/drawing/2010/main" val="0"/>
              </a:ext>
            </a:extLst>
          </a:blip>
          <a:srcRect l="3448" t="39213" r="15517" b="7384"/>
          <a:stretch>
            <a:fillRect/>
          </a:stretch>
        </p:blipFill>
        <p:spPr bwMode="auto">
          <a:xfrm>
            <a:off x="4355976" y="1126406"/>
            <a:ext cx="4024724" cy="2167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rotWithShape="1">
          <a:blip r:embed="R6e66327e9b754a18">
            <a:extLst>
              <a:ext uri="{BEBA8EAE-BF5A-486C-A8C5-ECC9F3942E4B}">
                <a14:imgProps xmlns:a14="http://schemas.microsoft.com/office/drawing/2010/main">
                  <a14:imgLayer r:embed="Re43c87946fee496d">
                    <a14:imgEffect>
                      <a14:saturation sat="0"/>
                    </a14:imgEffect>
                  </a14:imgLayer>
                </a14:imgProps>
              </a:ext>
              <a:ext uri="{28A0092B-C50C-407E-A947-70E740481C1C}">
                <a14:useLocalDpi xmlns:a14="http://schemas.microsoft.com/office/drawing/2010/main" val="0"/>
              </a:ext>
            </a:extLst>
          </a:blip>
          <a:srcRect l="4770" t="2684" r="13250"/>
          <a:stretch>
            <a:fillRect/>
          </a:stretch>
        </p:blipFill>
        <p:spPr bwMode="auto">
          <a:xfrm>
            <a:off x="1835696" y="3360623"/>
            <a:ext cx="4760169" cy="268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7544" y="6047710"/>
            <a:ext cx="8496944" cy="523220"/>
          </a:xfrm>
          <a:prstGeom prst="rect">
            <a:avLst/>
          </a:prstGeom>
        </p:spPr>
        <p:txBody>
          <a:bodyPr wrap="square">
            <a:spAutoFit/>
          </a:bodyPr>
          <a:lstStyle/>
          <a:p>
            <a:r>
              <a:rPr lang="en-IN" sz="1400" dirty="0">
                <a:hlinkClick r:id="rcIdf065a3cfb08b42d5"/>
              </a:rPr>
              <a:t>https://www.prepbytes.com/blog/stacks/postfix-to-prefix conversion/#:~:text=For%20converting%20Postfix%20to%20Prefix,will%20be%20our%20prefix%20expression%20</a:t>
            </a:r>
            <a:r>
              <a:rPr lang="en-IN" sz="1400" dirty="0"/>
              <a:t>.</a:t>
            </a:r>
            <a:endParaRPr lang="en-IN" dirty="0"/>
          </a:p>
        </p:txBody>
      </p:sp>
    </p:spTree>
    <p:extLst>
      <p:ext uri="{BB962C8B-B14F-4D97-AF65-F5344CB8AC3E}">
        <p14:creationId xmlns:p14="http://schemas.microsoft.com/office/powerpoint/2010/main" val="28851239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b8ebc67118b8481d"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61930" y="399403"/>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0b388e0a3164a1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228600" y="1371600"/>
            <a:ext cx="8255159" cy="3811621"/>
          </a:xfrm>
          <a:prstGeom prst="rect">
            <a:avLst/>
          </a:prstGeom>
        </p:spPr>
        <p:txBody>
          <a:bodyPr wrap="square">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postfix expression from left to right.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(operand2 operator operand1)</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processing all symbols, the stack top contains the required infix expression.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378366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6b3a4a8b1f841db"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4" y="360480"/>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9357f7b37974da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rotWithShape="1">
          <a:blip r:embed="R89df838920284e4e">
            <a:extLst>
              <a:ext uri="{28A0092B-C50C-407E-A947-70E740481C1C}">
                <a14:useLocalDpi xmlns:a14="http://schemas.microsoft.com/office/drawing/2010/main" val="0"/>
              </a:ext>
            </a:extLst>
          </a:blip>
          <a:srcRect l="8564" t="13113" b="4936"/>
          <a:stretch>
            <a:fillRect/>
          </a:stretch>
        </p:blipFill>
        <p:spPr bwMode="auto">
          <a:xfrm>
            <a:off x="1295634" y="2085410"/>
            <a:ext cx="6552729" cy="2999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88141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17fcd5a9af94230"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3437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ade657ffd54c4f4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141463" y="1334376"/>
            <a:ext cx="8568952" cy="3811621"/>
          </a:xfrm>
          <a:prstGeom prst="rect">
            <a:avLst/>
          </a:prstGeom>
        </p:spPr>
        <p:txBody>
          <a:bodyPr wrap="square">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prefix expression from right to left.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(operand1 operator operand2)</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scanning all symbols, the stack top gives the required infix expression.</a:t>
            </a:r>
            <a:endParaRPr lang="en-IN" sz="2400" b="0" i="0" dirty="0">
              <a:solidFill>
                <a:srgbClr val="14141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14327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15606ec3e22449e6"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72008" y="3770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bfc1fbd223f4ec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cb14e873236f458e">
            <a:extLst>
              <a:ext uri="{BEBA8EAE-BF5A-486C-A8C5-ECC9F3942E4B}">
                <a14:imgProps xmlns:a14="http://schemas.microsoft.com/office/drawing/2010/main">
                  <a14:imgLayer r:embed="Raa5b993016714318">
                    <a14:imgEffect>
                      <a14:saturation sat="0"/>
                    </a14:imgEffect>
                  </a14:imgLayer>
                </a14:imgProps>
              </a:ext>
              <a:ext uri="{28A0092B-C50C-407E-A947-70E740481C1C}">
                <a14:useLocalDpi xmlns:a14="http://schemas.microsoft.com/office/drawing/2010/main" val="0"/>
              </a:ext>
            </a:extLst>
          </a:blip>
          <a:srcRect b="68806"/>
          <a:stretch>
            <a:fillRect/>
          </a:stretch>
        </p:blipFill>
        <p:spPr bwMode="auto">
          <a:xfrm>
            <a:off x="169814" y="1230332"/>
            <a:ext cx="4222328" cy="2455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cb14e873236f458e">
            <a:extLst>
              <a:ext uri="{BEBA8EAE-BF5A-486C-A8C5-ECC9F3942E4B}">
                <a14:imgProps xmlns:a14="http://schemas.microsoft.com/office/drawing/2010/main">
                  <a14:imgLayer r:embed="R993176496b904db0">
                    <a14:imgEffect>
                      <a14:saturation sat="0"/>
                    </a14:imgEffect>
                  </a14:imgLayer>
                </a14:imgProps>
              </a:ext>
              <a:ext uri="{28A0092B-C50C-407E-A947-70E740481C1C}">
                <a14:useLocalDpi xmlns:a14="http://schemas.microsoft.com/office/drawing/2010/main" val="0"/>
              </a:ext>
            </a:extLst>
          </a:blip>
          <a:srcRect l="7512" t="34862" r="15803" b="35304"/>
          <a:stretch>
            <a:fillRect/>
          </a:stretch>
        </p:blipFill>
        <p:spPr bwMode="auto">
          <a:xfrm>
            <a:off x="4415199" y="1308612"/>
            <a:ext cx="3888432" cy="231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cb14e873236f458e">
            <a:extLst>
              <a:ext uri="{BEBA8EAE-BF5A-486C-A8C5-ECC9F3942E4B}">
                <a14:imgProps xmlns:a14="http://schemas.microsoft.com/office/drawing/2010/main">
                  <a14:imgLayer r:embed="Rebce8e6a51b14762">
                    <a14:imgEffect>
                      <a14:saturation sat="0"/>
                    </a14:imgEffect>
                  </a14:imgLayer>
                </a14:imgProps>
              </a:ext>
              <a:ext uri="{28A0092B-C50C-407E-A947-70E740481C1C}">
                <a14:useLocalDpi xmlns:a14="http://schemas.microsoft.com/office/drawing/2010/main" val="0"/>
              </a:ext>
            </a:extLst>
          </a:blip>
          <a:srcRect l="7273" t="69449" r="16878" b="1264"/>
          <a:stretch>
            <a:fillRect/>
          </a:stretch>
        </p:blipFill>
        <p:spPr bwMode="auto">
          <a:xfrm>
            <a:off x="467544" y="4013305"/>
            <a:ext cx="3497237" cy="2066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rotWithShape="1">
          <a:blip r:embed="R7daac450a55c4d1c">
            <a:extLst>
              <a:ext uri="{BEBA8EAE-BF5A-486C-A8C5-ECC9F3942E4B}">
                <a14:imgProps xmlns:a14="http://schemas.microsoft.com/office/drawing/2010/main">
                  <a14:imgLayer r:embed="R270317cc4d8c4a5f">
                    <a14:imgEffect>
                      <a14:saturation sat="0"/>
                    </a14:imgEffect>
                  </a14:imgLayer>
                </a14:imgProps>
              </a:ext>
              <a:ext uri="{28A0092B-C50C-407E-A947-70E740481C1C}">
                <a14:useLocalDpi xmlns:a14="http://schemas.microsoft.com/office/drawing/2010/main" val="0"/>
              </a:ext>
            </a:extLst>
          </a:blip>
          <a:srcRect l="4604" r="20316" b="2086"/>
          <a:stretch>
            <a:fillRect/>
          </a:stretch>
        </p:blipFill>
        <p:spPr bwMode="auto">
          <a:xfrm>
            <a:off x="4561384" y="3759742"/>
            <a:ext cx="3596061" cy="2903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85153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38b3dcf834c4fe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4d3f900705b45b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rotWithShape="1">
          <a:blip r:embed="Rc90c18aaf7074562">
            <a:extLst>
              <a:ext uri="{BEBA8EAE-BF5A-486C-A8C5-ECC9F3942E4B}">
                <a14:imgProps xmlns:a14="http://schemas.microsoft.com/office/drawing/2010/main">
                  <a14:imgLayer r:embed="Re0a26450647f4802">
                    <a14:imgEffect>
                      <a14:saturation sat="0"/>
                    </a14:imgEffect>
                  </a14:imgLayer>
                </a14:imgProps>
              </a:ext>
              <a:ext uri="{28A0092B-C50C-407E-A947-70E740481C1C}">
                <a14:useLocalDpi xmlns:a14="http://schemas.microsoft.com/office/drawing/2010/main" val="0"/>
              </a:ext>
            </a:extLst>
          </a:blip>
          <a:srcRect l="3125" r="15523" b="35937"/>
          <a:stretch>
            <a:fillRect/>
          </a:stretch>
        </p:blipFill>
        <p:spPr bwMode="auto">
          <a:xfrm>
            <a:off x="249474" y="1265838"/>
            <a:ext cx="3890477" cy="259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4B5A22FE-5226-B6F1-70F1-4B1DEDFE7C70}"/>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pic>
        <p:nvPicPr>
          <p:cNvPr id="5" name="Picture 2"/>
          <p:cNvPicPr>
            <a:picLocks noChangeAspect="1" noChangeArrowheads="1"/>
          </p:cNvPicPr>
          <p:nvPr/>
        </p:nvPicPr>
        <p:blipFill rotWithShape="1">
          <a:blip r:embed="Rc90c18aaf7074562">
            <a:extLst>
              <a:ext uri="{BEBA8EAE-BF5A-486C-A8C5-ECC9F3942E4B}">
                <a14:imgProps xmlns:a14="http://schemas.microsoft.com/office/drawing/2010/main">
                  <a14:imgLayer r:embed="R20dadacda1564bc6">
                    <a14:imgEffect>
                      <a14:saturation sat="0"/>
                    </a14:imgEffect>
                  </a14:imgLayer>
                </a14:imgProps>
              </a:ext>
              <a:ext uri="{28A0092B-C50C-407E-A947-70E740481C1C}">
                <a14:useLocalDpi xmlns:a14="http://schemas.microsoft.com/office/drawing/2010/main" val="0"/>
              </a:ext>
            </a:extLst>
          </a:blip>
          <a:srcRect l="3398" t="70464" r="30479" b="1705"/>
          <a:stretch>
            <a:fillRect/>
          </a:stretch>
        </p:blipFill>
        <p:spPr bwMode="auto">
          <a:xfrm>
            <a:off x="4572000" y="1222248"/>
            <a:ext cx="3890477" cy="252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0" name="Picture 2"/>
          <p:cNvPicPr>
            <a:picLocks noChangeAspect="1" noChangeArrowheads="1"/>
          </p:cNvPicPr>
          <p:nvPr/>
        </p:nvPicPr>
        <p:blipFill rotWithShape="1">
          <a:blip r:embed="R8af8ac713a984303">
            <a:extLst>
              <a:ext uri="{BEBA8EAE-BF5A-486C-A8C5-ECC9F3942E4B}">
                <a14:imgProps xmlns:a14="http://schemas.microsoft.com/office/drawing/2010/main">
                  <a14:imgLayer r:embed="R3df8569fef5f4f77">
                    <a14:imgEffect>
                      <a14:saturation sat="0"/>
                    </a14:imgEffect>
                  </a14:imgLayer>
                </a14:imgProps>
              </a:ext>
              <a:ext uri="{28A0092B-C50C-407E-A947-70E740481C1C}">
                <a14:useLocalDpi xmlns:a14="http://schemas.microsoft.com/office/drawing/2010/main" val="0"/>
              </a:ext>
            </a:extLst>
          </a:blip>
          <a:srcRect l="6604" t="3799" r="30189" b="67031"/>
          <a:stretch>
            <a:fillRect/>
          </a:stretch>
        </p:blipFill>
        <p:spPr bwMode="auto">
          <a:xfrm>
            <a:off x="404664" y="4110020"/>
            <a:ext cx="3663280" cy="218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8af8ac713a984303">
            <a:extLst>
              <a:ext uri="{BEBA8EAE-BF5A-486C-A8C5-ECC9F3942E4B}">
                <a14:imgProps xmlns:a14="http://schemas.microsoft.com/office/drawing/2010/main">
                  <a14:imgLayer r:embed="R2088f57b268a4adc">
                    <a14:imgEffect>
                      <a14:saturation sat="0"/>
                    </a14:imgEffect>
                  </a14:imgLayer>
                </a14:imgProps>
              </a:ext>
              <a:ext uri="{28A0092B-C50C-407E-A947-70E740481C1C}">
                <a14:useLocalDpi xmlns:a14="http://schemas.microsoft.com/office/drawing/2010/main" val="0"/>
              </a:ext>
            </a:extLst>
          </a:blip>
          <a:srcRect l="6773" t="40572" r="18134" b="5362"/>
          <a:stretch>
            <a:fillRect/>
          </a:stretch>
        </p:blipFill>
        <p:spPr bwMode="auto">
          <a:xfrm>
            <a:off x="4535996" y="3907503"/>
            <a:ext cx="4176464" cy="25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33569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827fdcd88c63461c"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ddae0baaeb9466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rotWithShape="1">
          <a:blip r:embed="Rd4f711c5e12f40c2">
            <a:extLst>
              <a:ext uri="{BEBA8EAE-BF5A-486C-A8C5-ECC9F3942E4B}">
                <a14:imgProps xmlns:a14="http://schemas.microsoft.com/office/drawing/2010/main">
                  <a14:imgLayer r:embed="Rbae1613af68c405b">
                    <a14:imgEffect>
                      <a14:saturation sat="0"/>
                    </a14:imgEffect>
                  </a14:imgLayer>
                </a14:imgProps>
              </a:ext>
              <a:ext uri="{28A0092B-C50C-407E-A947-70E740481C1C}">
                <a14:useLocalDpi xmlns:a14="http://schemas.microsoft.com/office/drawing/2010/main" val="0"/>
              </a:ext>
            </a:extLst>
          </a:blip>
          <a:srcRect l="2913" r="24272" b="63735"/>
          <a:stretch>
            <a:fillRect/>
          </a:stretch>
        </p:blipFill>
        <p:spPr bwMode="auto">
          <a:xfrm>
            <a:off x="395536" y="1294795"/>
            <a:ext cx="3882469" cy="244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91E01B09-4469-45B8-40C6-109F18DDBB39}"/>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pic>
        <p:nvPicPr>
          <p:cNvPr id="5" name="Picture 2"/>
          <p:cNvPicPr>
            <a:picLocks noChangeAspect="1" noChangeArrowheads="1"/>
          </p:cNvPicPr>
          <p:nvPr/>
        </p:nvPicPr>
        <p:blipFill rotWithShape="1">
          <a:blip r:embed="Rd4f711c5e12f40c2">
            <a:extLst>
              <a:ext uri="{BEBA8EAE-BF5A-486C-A8C5-ECC9F3942E4B}">
                <a14:imgProps xmlns:a14="http://schemas.microsoft.com/office/drawing/2010/main">
                  <a14:imgLayer r:embed="Recae7d54e7e24a78">
                    <a14:imgEffect>
                      <a14:saturation sat="0"/>
                    </a14:imgEffect>
                  </a14:imgLayer>
                </a14:imgProps>
              </a:ext>
              <a:ext uri="{28A0092B-C50C-407E-A947-70E740481C1C}">
                <a14:useLocalDpi xmlns:a14="http://schemas.microsoft.com/office/drawing/2010/main" val="0"/>
              </a:ext>
            </a:extLst>
          </a:blip>
          <a:srcRect l="1585" t="38719" r="31465"/>
          <a:stretch>
            <a:fillRect/>
          </a:stretch>
        </p:blipFill>
        <p:spPr bwMode="auto">
          <a:xfrm>
            <a:off x="4746086" y="1293834"/>
            <a:ext cx="3770931" cy="301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8" name="Picture 2"/>
          <p:cNvPicPr>
            <a:picLocks noChangeAspect="1" noChangeArrowheads="1"/>
          </p:cNvPicPr>
          <p:nvPr/>
        </p:nvPicPr>
        <p:blipFill rotWithShape="1">
          <a:blip r:embed="R21c0009732334bb3">
            <a:extLst>
              <a:ext uri="{BEBA8EAE-BF5A-486C-A8C5-ECC9F3942E4B}">
                <a14:imgProps xmlns:a14="http://schemas.microsoft.com/office/drawing/2010/main">
                  <a14:imgLayer r:embed="R7fe614da251d4390">
                    <a14:imgEffect>
                      <a14:saturation sat="0"/>
                    </a14:imgEffect>
                  </a14:imgLayer>
                </a14:imgProps>
              </a:ext>
              <a:ext uri="{28A0092B-C50C-407E-A947-70E740481C1C}">
                <a14:useLocalDpi xmlns:a14="http://schemas.microsoft.com/office/drawing/2010/main" val="0"/>
              </a:ext>
            </a:extLst>
          </a:blip>
          <a:srcRect l="5344" t="1187" r="18108" b="4750"/>
          <a:stretch>
            <a:fillRect/>
          </a:stretch>
        </p:blipFill>
        <p:spPr bwMode="auto">
          <a:xfrm>
            <a:off x="492578" y="3796247"/>
            <a:ext cx="3806037" cy="244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79167" y="6297699"/>
            <a:ext cx="8664833" cy="338554"/>
          </a:xfrm>
          <a:prstGeom prst="rect">
            <a:avLst/>
          </a:prstGeom>
        </p:spPr>
        <p:txBody>
          <a:bodyPr wrap="square">
            <a:spAutoFit/>
          </a:bodyPr>
          <a:lstStyle/>
          <a:p>
            <a:r>
              <a:rPr lang="en-IN" sz="1600" dirty="0">
                <a:hlinkClick r:id="rcIdd4853f8f7aca47e2"/>
              </a:rPr>
              <a:t>https://www.prepbytes.com/blog/stacks/conversion-of-prefix-expression-to-infix-expression/</a:t>
            </a:r>
            <a:endParaRPr lang="en-IN" sz="1600" dirty="0"/>
          </a:p>
        </p:txBody>
      </p:sp>
    </p:spTree>
    <p:extLst>
      <p:ext uri="{BB962C8B-B14F-4D97-AF65-F5344CB8AC3E}">
        <p14:creationId xmlns:p14="http://schemas.microsoft.com/office/powerpoint/2010/main" val="69131461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89c2bd88dbed4ca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31219" y="368865"/>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Postfix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7bcebf1c53048a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TextBox 9"/>
          <p:cNvSpPr txBox="1"/>
          <p:nvPr/>
        </p:nvSpPr>
        <p:spPr>
          <a:xfrm>
            <a:off x="179512" y="1340768"/>
            <a:ext cx="8568952" cy="3811621"/>
          </a:xfrm>
          <a:prstGeom prst="rect">
            <a:avLst/>
          </a:prstGeom>
          <a:noFill/>
        </p:spPr>
        <p:txBody>
          <a:bodyPr wrap="square" rtlCol="0">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prefix expression from right to left.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operand1 + operand2 + operator</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processing all symbols, the stack top contains the required postfix expression.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0759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7c0dc9e496943b9"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8879" y="381198"/>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Postfix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b2a4c6cba494af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7e59e61b90d1400e">
            <a:extLst>
              <a:ext uri="{BEBA8EAE-BF5A-486C-A8C5-ECC9F3942E4B}">
                <a14:imgProps xmlns:a14="http://schemas.microsoft.com/office/drawing/2010/main">
                  <a14:imgLayer r:embed="R52f9e0c6071a4aa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0376" y="1295400"/>
            <a:ext cx="8074024"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877465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1b378d4544f04cc1" cstate="print">
            <a:extLst>
              <a:ext uri="{28A0092B-C50C-407E-A947-70E740481C1C}">
                <a14:useLocalDpi xmlns:a14="http://schemas.microsoft.com/office/drawing/2010/main" val="0"/>
              </a:ext>
            </a:extLst>
          </a:blip>
          <a:stretch>
            <a:fillRect/>
          </a:stretch>
        </p:blipFill>
        <p:spPr>
          <a:xfrm>
            <a:off x="-36514"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92235" y="34199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Prefix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0b800986b5c412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83c22f0d323543cc">
            <a:extLst>
              <a:ext uri="{28A0092B-C50C-407E-A947-70E740481C1C}">
                <a14:useLocalDpi xmlns:a14="http://schemas.microsoft.com/office/drawing/2010/main" val="0"/>
              </a:ext>
            </a:extLst>
          </a:blip>
          <a:srcRect/>
          <a:stretch>
            <a:fillRect/>
          </a:stretch>
        </p:blipFill>
        <p:spPr bwMode="auto">
          <a:xfrm>
            <a:off x="755576" y="1335427"/>
            <a:ext cx="7759119" cy="4587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3554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a62006aaf45432f"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0116" y="307875"/>
            <a:ext cx="89058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Infix Expression to  Postfix Expression</a:t>
            </a:r>
            <a:br>
              <a:rPr lang="en-US" sz="2400" b="1" dirty="0">
                <a:solidFill>
                  <a:srgbClr val="E31E24"/>
                </a:solidFill>
                <a:cs typeface="Times New Roman" panose="02020603050405020304" pitchFamily="18" charset="0"/>
                <a:sym typeface="Arial"/>
              </a:rPr>
            </a:br>
            <a:endParaRPr lang="en-IN" sz="24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43090fe23d9b411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2331"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10116" y="1263110"/>
            <a:ext cx="814808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Question:</a:t>
            </a:r>
            <a:r>
              <a:rPr lang="en-IN" dirty="0">
                <a:latin typeface="Times New Roman" panose="02020603050405020304" pitchFamily="18" charset="0"/>
                <a:cs typeface="Times New Roman" panose="02020603050405020304" pitchFamily="18" charset="0"/>
              </a:rPr>
              <a:t> Validate the given expression: 69 ^ 87 - 67 / 29 + 77 * 44</a:t>
            </a:r>
          </a:p>
        </p:txBody>
      </p:sp>
      <p:sp>
        <p:nvSpPr>
          <p:cNvPr id="12" name="TextBox 11"/>
          <p:cNvSpPr txBox="1"/>
          <p:nvPr/>
        </p:nvSpPr>
        <p:spPr>
          <a:xfrm>
            <a:off x="381000" y="1799167"/>
            <a:ext cx="8382000" cy="4170372"/>
          </a:xfrm>
          <a:prstGeom prst="rect">
            <a:avLst/>
          </a:prstGeom>
          <a:no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69 ^ 87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- 67 / 29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Note: Since ^ has highest priority it is parenthesized first.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( 69 ^ 87 )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67 / 29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first because they follow left associativity.</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( 69 ^ 87 ) - ( 67 / 29 )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77 * 44 </a:t>
            </a:r>
            <a:r>
              <a:rPr lang="en-IN" sz="2000" b="1"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second because they follow left associativity.</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4: ( ( 69 ^ 87 ) - ( 67 / 29 ) ) + ( 77 * 44 )</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5: ( ( ( 69 ^ 87 ) - ( 67 / 29 ) ) + ( 77 * 44 ) )</a:t>
            </a:r>
          </a:p>
          <a:p>
            <a:endParaRPr lang="en-IN" sz="2000" b="1" dirty="0">
              <a:solidFill>
                <a:srgbClr val="FF0000"/>
              </a:solidFill>
            </a:endParaRPr>
          </a:p>
        </p:txBody>
      </p:sp>
    </p:spTree>
    <p:extLst>
      <p:ext uri="{BB962C8B-B14F-4D97-AF65-F5344CB8AC3E}">
        <p14:creationId xmlns:p14="http://schemas.microsoft.com/office/powerpoint/2010/main" val="192034834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c281bdca14a4e8c"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413266"/>
            <a:ext cx="8604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3ef91341cde449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3" name="AutoShape 2" descr="UNIT-1 UNIT – I Introduction to data structures: Abstract data type (ADT),  Stacks and Queues circular queues and their implementation with arrays.  Stack. - ppt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rotWithShape="1">
          <a:blip r:embed="R12ef140694204dd8">
            <a:extLst>
              <a:ext uri="{28A0092B-C50C-407E-A947-70E740481C1C}">
                <a14:useLocalDpi xmlns:a14="http://schemas.microsoft.com/office/drawing/2010/main" val="0"/>
              </a:ext>
            </a:extLst>
          </a:blip>
          <a:srcRect l="5221" t="18866" r="937" b="5474"/>
          <a:stretch/>
        </p:blipFill>
        <p:spPr bwMode="auto">
          <a:xfrm>
            <a:off x="214938" y="1120489"/>
            <a:ext cx="8023860" cy="518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00085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7670c4f22a546a5"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f9822849b90400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598877f708fe4f66">
            <a:extLst>
              <a:ext uri="{28A0092B-C50C-407E-A947-70E740481C1C}">
                <a14:useLocalDpi xmlns:a14="http://schemas.microsoft.com/office/drawing/2010/main" val="0"/>
              </a:ext>
            </a:extLst>
          </a:blip>
          <a:srcRect/>
          <a:stretch>
            <a:fillRect/>
          </a:stretch>
        </p:blipFill>
        <p:spPr bwMode="auto">
          <a:xfrm>
            <a:off x="957262" y="3482729"/>
            <a:ext cx="7229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85478" y="1295756"/>
            <a:ext cx="8679010" cy="168796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stack is used to manage function calls in a program.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function A calls B and B calls C, each function’s information is pushed onto the stack and popped after execution in reverse order.</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47497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86fbcef7c9254d42"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ee5a25c2da54d3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pic>
        <p:nvPicPr>
          <p:cNvPr id="21506" name="Picture 2"/>
          <p:cNvPicPr>
            <a:picLocks noChangeAspect="1" noChangeArrowheads="1"/>
          </p:cNvPicPr>
          <p:nvPr/>
        </p:nvPicPr>
        <p:blipFill>
          <a:blip r:embed="Rbdf136e203be4813">
            <a:extLst>
              <a:ext uri="{28A0092B-C50C-407E-A947-70E740481C1C}">
                <a14:useLocalDpi xmlns:a14="http://schemas.microsoft.com/office/drawing/2010/main" val="0"/>
              </a:ext>
            </a:extLst>
          </a:blip>
          <a:srcRect/>
          <a:stretch>
            <a:fillRect/>
          </a:stretch>
        </p:blipFill>
        <p:spPr bwMode="auto">
          <a:xfrm>
            <a:off x="1255828" y="3497241"/>
            <a:ext cx="706755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5536" y="1367549"/>
            <a:ext cx="8291263" cy="1695144"/>
          </a:xfrm>
          <a:prstGeom prst="rect">
            <a:avLst/>
          </a:prstGeom>
          <a:noFill/>
        </p:spPr>
        <p:txBody>
          <a:bodyPr wrap="square" rtlCol="0">
            <a:spAutoFit/>
          </a:bodyPr>
          <a:lstStyle/>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Consider </a:t>
            </a:r>
            <a:r>
              <a:rPr lang="en-IN" sz="2400" dirty="0" err="1">
                <a:latin typeface="Times New Roman" panose="02020603050405020304" pitchFamily="18" charset="0"/>
                <a:cs typeface="Times New Roman" panose="02020603050405020304" pitchFamily="18" charset="0"/>
              </a:rPr>
              <a:t>addrA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addrB</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addrC</a:t>
            </a:r>
            <a:r>
              <a:rPr lang="en-IN" sz="2400" dirty="0">
                <a:latin typeface="Times New Roman" panose="02020603050405020304" pitchFamily="18" charset="0"/>
                <a:cs typeface="Times New Roman" panose="02020603050405020304" pitchFamily="18" charset="0"/>
              </a:rPr>
              <a:t> be the addresses of the statements to which control is returned after completing the function A, B, and C, respectively.</a:t>
            </a:r>
            <a:endParaRPr lang="en-IN" sz="2400" b="1" dirty="0"/>
          </a:p>
        </p:txBody>
      </p:sp>
    </p:spTree>
    <p:extLst>
      <p:ext uri="{BB962C8B-B14F-4D97-AF65-F5344CB8AC3E}">
        <p14:creationId xmlns:p14="http://schemas.microsoft.com/office/powerpoint/2010/main" val="263359351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64ccb23642ad4200"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413266"/>
            <a:ext cx="87484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9071e4a6dc446a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Rectangle 2"/>
          <p:cNvSpPr/>
          <p:nvPr/>
        </p:nvSpPr>
        <p:spPr>
          <a:xfrm>
            <a:off x="609600" y="5758160"/>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cId3e8dd3437d0b4698"/>
              </a:rPr>
              <a:t>https://www.geeksforgeeks.org/c-program-for-tower-of-hanoi//</a:t>
            </a:r>
            <a:endParaRPr lang="en-IN" dirty="0"/>
          </a:p>
        </p:txBody>
      </p:sp>
      <p:pic>
        <p:nvPicPr>
          <p:cNvPr id="1026" name="Picture 2"/>
          <p:cNvPicPr>
            <a:picLocks noChangeAspect="1" noChangeArrowheads="1"/>
          </p:cNvPicPr>
          <p:nvPr/>
        </p:nvPicPr>
        <p:blipFill>
          <a:blip r:embed="Rac4b9f55115b4097">
            <a:extLst>
              <a:ext uri="{28A0092B-C50C-407E-A947-70E740481C1C}">
                <a14:useLocalDpi xmlns:a14="http://schemas.microsoft.com/office/drawing/2010/main" val="0"/>
              </a:ext>
            </a:extLst>
          </a:blip>
          <a:srcRect/>
          <a:stretch>
            <a:fillRect/>
          </a:stretch>
        </p:blipFill>
        <p:spPr bwMode="auto">
          <a:xfrm>
            <a:off x="594079" y="1230428"/>
            <a:ext cx="8401323" cy="456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10475576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476BE0E1-B039-A403-C771-F1F21ACBFD05}"/>
              </a:ext>
            </a:extLst>
          </p:cNvPr>
          <p:cNvPicPr>
            <a:picLocks noGrp="1" noChangeAspect="1"/>
          </p:cNvPicPr>
          <p:nvPr>
            <p:ph idx="1"/>
          </p:nvPr>
        </p:nvPicPr>
        <p:blipFill>
          <a:blip r:embed="Rd7d2146e6e464dbe"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d1160ba6cf54dc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1" name="TextBox 10"/>
          <p:cNvSpPr txBox="1"/>
          <p:nvPr/>
        </p:nvSpPr>
        <p:spPr>
          <a:xfrm>
            <a:off x="308343" y="1372700"/>
            <a:ext cx="8550179" cy="4847481"/>
          </a:xfrm>
          <a:prstGeom prst="rect">
            <a:avLst/>
          </a:prstGeom>
          <a:noFill/>
        </p:spPr>
        <p:txBody>
          <a:bodyPr wrap="square" lIns="91440" tIns="45720" rIns="91440" bIns="45720" rtlCol="0" anchor="t">
            <a:spAutoFit/>
          </a:bodyPr>
          <a:lstStyle/>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Calculate the total number of moves required i.e. "pow(2, n) - 1" here n is number of disks.</a:t>
            </a:r>
          </a:p>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If number of disks (i.e. n) is even then interchange destination  pole and auxiliary pole.</a:t>
            </a:r>
          </a:p>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 for i = 1 to total number of moves:</a:t>
            </a:r>
          </a:p>
          <a:p>
            <a:pPr marL="628650" indent="-628650">
              <a:spcBef>
                <a:spcPts val="1200"/>
              </a:spcBef>
              <a:spcAft>
                <a:spcPts val="600"/>
              </a:spcAft>
            </a:pPr>
            <a:r>
              <a:rPr lang="en-IN" sz="2400" dirty="0">
                <a:latin typeface="Times New Roman" panose="02020603050405020304" pitchFamily="18" charset="0"/>
                <a:cs typeface="Times New Roman" panose="02020603050405020304" pitchFamily="18" charset="0"/>
              </a:rPr>
              <a:t>        if i%3 == 1:  legal movement of top disk between source pole and  destination pole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2:    legal movement top disk between source pole and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0:     legal movement top disk between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destination pole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42499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d4432c676ca84a67"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Code for Tower of Hanoi  </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ead448fa0914a8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23528" y="1251129"/>
            <a:ext cx="8352928"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void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 char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if (n == 0) {</a:t>
            </a:r>
          </a:p>
          <a:p>
            <a:r>
              <a:rPr lang="en-IN" sz="2400" dirty="0">
                <a:latin typeface="Times New Roman" panose="02020603050405020304" pitchFamily="18" charset="0"/>
                <a:cs typeface="Times New Roman" panose="02020603050405020304" pitchFamily="18" charset="0"/>
              </a:rPr>
              <a:t>        return;</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"Move disk " &lt;&lt; n &lt;&lt; " from rod " &lt;&lt; </a:t>
            </a:r>
            <a:r>
              <a:rPr lang="en-IN" sz="2400" dirty="0" err="1">
                <a:latin typeface="Times New Roman" panose="02020603050405020304" pitchFamily="18" charset="0"/>
                <a:cs typeface="Times New Roman" panose="02020603050405020304" pitchFamily="18" charset="0"/>
              </a:rPr>
              <a:t>from_rod</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&lt;&lt; " to rod " &lt;&lt;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&lt;&lt; </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p:txBody>
      </p:sp>
      <p:sp>
        <p:nvSpPr>
          <p:cNvPr id="3" name="TextBox 2"/>
          <p:cNvSpPr txBox="1"/>
          <p:nvPr/>
        </p:nvSpPr>
        <p:spPr>
          <a:xfrm>
            <a:off x="971600" y="5354891"/>
            <a:ext cx="4392488" cy="369332"/>
          </a:xfrm>
          <a:prstGeom prst="rect">
            <a:avLst/>
          </a:prstGeom>
          <a:noFill/>
        </p:spPr>
        <p:txBody>
          <a:bodyPr wrap="square" rtlCol="0">
            <a:spAutoFit/>
          </a:bodyPr>
          <a:lstStyle/>
          <a:p>
            <a:r>
              <a:rPr lang="en-US" dirty="0">
                <a:hlinkClick r:id="rcId5538062d32614bfe"/>
              </a:rPr>
              <a:t>Complete code here</a:t>
            </a:r>
            <a:endParaRPr lang="en-US" dirty="0"/>
          </a:p>
        </p:txBody>
      </p:sp>
    </p:spTree>
    <p:extLst>
      <p:ext uri="{BB962C8B-B14F-4D97-AF65-F5344CB8AC3E}">
        <p14:creationId xmlns:p14="http://schemas.microsoft.com/office/powerpoint/2010/main" val="313949757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2065f02142d4b94"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a14518ba3a084bf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57622" y="1206856"/>
            <a:ext cx="8390841" cy="5047536"/>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1. What is the postfix representation of the following infix expression?</a:t>
            </a:r>
          </a:p>
          <a:p>
            <a:pPr fontAlgn="base"/>
            <a:r>
              <a:rPr lang="en-US" sz="2300" dirty="0">
                <a:latin typeface="Times New Roman" panose="02020603050405020304" pitchFamily="18" charset="0"/>
                <a:cs typeface="Times New Roman" panose="02020603050405020304" pitchFamily="18" charset="0"/>
              </a:rPr>
              <a:t>                                 (A + B) * C – D * E / F</a:t>
            </a:r>
          </a:p>
          <a:p>
            <a:pPr fontAlgn="base"/>
            <a:endParaRPr lang="en-US" sz="2300" dirty="0">
              <a:latin typeface="Times New Roman" panose="02020603050405020304" pitchFamily="18" charset="0"/>
              <a:cs typeface="Times New Roman" panose="02020603050405020304" pitchFamily="18" charset="0"/>
            </a:endParaRP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endParaRPr lang="en-US" sz="2300" dirty="0">
              <a:latin typeface="Times New Roman" panose="02020603050405020304" pitchFamily="18" charset="0"/>
              <a:cs typeface="Times New Roman" panose="02020603050405020304" pitchFamily="18" charset="0"/>
            </a:endParaRPr>
          </a:p>
          <a:p>
            <a:pPr fontAlgn="base"/>
            <a:r>
              <a:rPr lang="en-US" sz="2300" dirty="0">
                <a:latin typeface="Times New Roman" panose="02020603050405020304" pitchFamily="18" charset="0"/>
                <a:cs typeface="Times New Roman" panose="02020603050405020304" pitchFamily="18" charset="0"/>
              </a:rPr>
              <a:t>2. The result evaluating the postfix expression 10 5 + 60 6 / * 8 − is</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284</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213</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142</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71</a:t>
            </a:r>
          </a:p>
        </p:txBody>
      </p:sp>
      <p:sp>
        <p:nvSpPr>
          <p:cNvPr id="11" name="Rectangle 10"/>
          <p:cNvSpPr/>
          <p:nvPr/>
        </p:nvSpPr>
        <p:spPr>
          <a:xfrm>
            <a:off x="838200" y="4876800"/>
            <a:ext cx="5181600" cy="369332"/>
          </a:xfrm>
          <a:prstGeom prst="rect">
            <a:avLst/>
          </a:prstGeom>
        </p:spPr>
        <p:txBody>
          <a:bodyPr wrap="square">
            <a:spAutoFit/>
          </a:bodyPr>
          <a:lstStyle/>
          <a:p>
            <a:r>
              <a:rPr lang="pt-BR" b="1" i="1" u="sng" dirty="0"/>
              <a:t> </a:t>
            </a:r>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C10BDE02-0F85-182F-B752-43CA686D0F9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0530245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5F86AF23-865E-19C1-A22F-24767E9A35B7}"/>
              </a:ext>
            </a:extLst>
          </p:cNvPr>
          <p:cNvPicPr>
            <a:picLocks noChangeAspect="1" noChangeArrowheads="1"/>
          </p:cNvPicPr>
          <p:nvPr/>
        </p:nvPicPr>
        <p:blipFill>
          <a:blip r:embed="Racff53e4f0ac4d35">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a0694777bb7498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Key Takeaways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4" name="Content Placeholder 13">
            <a:extLst>
              <a:ext uri="{FF2B5EF4-FFF2-40B4-BE49-F238E27FC236}">
                <a16:creationId xmlns:a16="http://schemas.microsoft.com/office/drawing/2014/main" id="{A834CE92-AB7A-0EAB-76EB-8308C88DE7B4}"/>
              </a:ext>
            </a:extLst>
          </p:cNvPr>
          <p:cNvSpPr>
            <a:spLocks noGrp="1"/>
          </p:cNvSpPr>
          <p:nvPr>
            <p:ph idx="1"/>
          </p:nvPr>
        </p:nvSpPr>
        <p:spPr>
          <a:xfrm>
            <a:off x="395536" y="1293834"/>
            <a:ext cx="8064896" cy="4525963"/>
          </a:xfrm>
        </p:spPr>
        <p:txBody>
          <a:bodyPr>
            <a:normAutofit lnSpcReduction="10000"/>
          </a:bodyPr>
          <a:lstStyle/>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is widely used because of its </a:t>
            </a:r>
            <a:r>
              <a:rPr lang="en-US" altLang="en-US" sz="2400" b="1" dirty="0">
                <a:latin typeface="Times New Roman" panose="02020603050405020304" pitchFamily="18" charset="0"/>
                <a:cs typeface="Times New Roman" panose="02020603050405020304" pitchFamily="18" charset="0"/>
              </a:rPr>
              <a:t>LIFO behavior</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Expression conversion and evaluation become simple using stack.</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helps manage </a:t>
            </a:r>
            <a:r>
              <a:rPr lang="en-US" altLang="en-US" sz="2400" b="1" dirty="0">
                <a:latin typeface="Times New Roman" panose="02020603050405020304" pitchFamily="18" charset="0"/>
                <a:cs typeface="Times New Roman" panose="02020603050405020304" pitchFamily="18" charset="0"/>
              </a:rPr>
              <a:t>function calls and recursion</a:t>
            </a:r>
            <a:r>
              <a:rPr lang="en-US" altLang="en-US" sz="2400" dirty="0">
                <a:latin typeface="Times New Roman" panose="02020603050405020304" pitchFamily="18" charset="0"/>
                <a:cs typeface="Times New Roman" panose="02020603050405020304" pitchFamily="18" charset="0"/>
              </a:rPr>
              <a:t> via the call stack.</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Backtracking problems like </a:t>
            </a:r>
            <a:r>
              <a:rPr lang="en-US" altLang="en-US" sz="2400" b="1" dirty="0">
                <a:latin typeface="Times New Roman" panose="02020603050405020304" pitchFamily="18" charset="0"/>
                <a:cs typeface="Times New Roman" panose="02020603050405020304" pitchFamily="18" charset="0"/>
              </a:rPr>
              <a:t>Tower of Hanoi</a:t>
            </a:r>
            <a:r>
              <a:rPr lang="en-US" altLang="en-US" sz="2400" dirty="0">
                <a:latin typeface="Times New Roman" panose="02020603050405020304" pitchFamily="18" charset="0"/>
                <a:cs typeface="Times New Roman" panose="02020603050405020304" pitchFamily="18" charset="0"/>
              </a:rPr>
              <a:t> rely on stack/recursion.</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is useful in </a:t>
            </a:r>
            <a:r>
              <a:rPr lang="en-US" altLang="en-US" sz="2400" b="1" dirty="0">
                <a:latin typeface="Times New Roman" panose="02020603050405020304" pitchFamily="18" charset="0"/>
                <a:cs typeface="Times New Roman" panose="02020603050405020304" pitchFamily="18" charset="0"/>
              </a:rPr>
              <a:t>reversing data</a:t>
            </a:r>
            <a:r>
              <a:rPr lang="en-US" altLang="en-US" sz="2400" dirty="0">
                <a:latin typeface="Times New Roman" panose="02020603050405020304" pitchFamily="18" charset="0"/>
                <a:cs typeface="Times New Roman" panose="02020603050405020304" pitchFamily="18" charset="0"/>
              </a:rPr>
              <a:t>, checking balanced parentheses, and parsing expressions.</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2243657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4c8b9a82f50049ef"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9e133ceea2524837"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632311"/>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algn="just">
              <a:spcBef>
                <a:spcPts val="600"/>
              </a:spcBef>
            </a:pPr>
            <a:r>
              <a:rPr lang="en-US" sz="1600" dirty="0">
                <a:latin typeface="Times New Roman" panose="02020603050405020304" pitchFamily="18" charset="0"/>
                <a:cs typeface="Times New Roman" panose="02020603050405020304" pitchFamily="18" charset="0"/>
                <a:hlinkClick r:id="rcIda84c8c05519441ee"/>
              </a:rPr>
              <a:t>https://practicepaper.in/gate-cse/stack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733c47fef0d547c2"/>
              </a:rPr>
              <a:t>https://www.geeksforgeeks.org/introduction-to-stack-data-structure-and-algorithm-tutorials/?ref=lbp</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845a4284cd424afb"/>
              </a:rPr>
              <a:t>https://www.javatpoint.com/data-structure-stack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f913fbfee7e942af"/>
              </a:rPr>
              <a:t>https://www.fullstack.cafe/interview-questions/stacks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d29067cad3ab4ac1"/>
              </a:rPr>
              <a:t>https://www.interviewkickstart.com/learn/stack-data-structure</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8b0fd19389874c10"/>
              </a:rPr>
              <a:t>https://www.youtube.com/watch?v=HRDHgKrYHgU</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cebf7d4fa259441a"/>
              </a:rPr>
              <a:t>https://www.youtube.com/watch?v=Ci9jZSRn3os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cIde952f7ff0fb3445b"/>
              </a:rPr>
              <a:t>https://www.udemy.com/topic/data-structures/</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42</a:t>
            </a:fld>
            <a:endParaRPr lang="en-IN"/>
          </a:p>
        </p:txBody>
      </p:sp>
    </p:spTree>
    <p:extLst>
      <p:ext uri="{BB962C8B-B14F-4D97-AF65-F5344CB8AC3E}">
        <p14:creationId xmlns:p14="http://schemas.microsoft.com/office/powerpoint/2010/main" val="389546452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89bf8568f634d66"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78f90fd6645f449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43</a:t>
            </a:fld>
            <a:endParaRPr lang="en-IN"/>
          </a:p>
        </p:txBody>
      </p:sp>
    </p:spTree>
    <p:extLst>
      <p:ext uri="{BB962C8B-B14F-4D97-AF65-F5344CB8AC3E}">
        <p14:creationId xmlns:p14="http://schemas.microsoft.com/office/powerpoint/2010/main" val="146689584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7168747cea8c4ee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10057ae47a46414c"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a9e2908b9834c76"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6e9336300e445a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1eae0f03cb794361"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199dd6e86fae411b"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15</a:t>
            </a:r>
          </a:p>
        </p:txBody>
      </p:sp>
      <p:sp>
        <p:nvSpPr>
          <p:cNvPr id="2" name="TextBox 1"/>
          <p:cNvSpPr txBox="1"/>
          <p:nvPr/>
        </p:nvSpPr>
        <p:spPr>
          <a:xfrm>
            <a:off x="827584" y="1439886"/>
            <a:ext cx="5861364" cy="4616648"/>
          </a:xfrm>
          <a:prstGeom prst="rect">
            <a:avLst/>
          </a:prstGeom>
          <a:noFill/>
        </p:spPr>
        <p:txBody>
          <a:bodyPr wrap="square" rtlCol="0">
            <a:spAutoFit/>
          </a:bodyPr>
          <a:lstStyle/>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Introduction to Stack</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Stack Definition &amp; LIFO Principle</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Real-World Analogies of Stack</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Types of Stack (Fixed &amp; Dynamic)</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Stack Representation</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Basic Stack Operations</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Algorithms for Stack Operations</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Stack Implementation </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Stack vs Array</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Stack vs Linked List</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Summary &amp; Key Takeaways</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Quiz / Test Yourself</a:t>
            </a:r>
          </a:p>
          <a:p>
            <a:pPr marL="342900" lvl="0" indent="-342900" eaLnBrk="0" fontAlgn="base" hangingPunct="0">
              <a:spcBef>
                <a:spcPts val="60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Stack ADT &amp; Operations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5f1815db6414aae"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b35d63251de4a0f"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Linked List Operations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77968" y="1259143"/>
            <a:ext cx="8580969" cy="4411785"/>
          </a:xfrm>
          <a:prstGeom prst="rect">
            <a:avLst/>
          </a:prstGeom>
          <a:noFill/>
        </p:spPr>
        <p:txBody>
          <a:bodyPr wrap="square" rtlCol="0">
            <a:spAutoFit/>
          </a:bodyPr>
          <a:lstStyle/>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Traversal visits each node starting from the head until NULL</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can be done at the beginning, end, or after a given node</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Deletion removes nodes from the beginning, end, or after a given node</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Insertion/deletion at the beginning takes O(1) time</a:t>
            </a:r>
          </a:p>
          <a:p>
            <a:pPr marL="360363" lvl="0" indent="-360363"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Operations at the end generally take O(n) time due to traversal</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938bf56284ad487f">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28ed230924f94de2"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ca32c5fe11cd48e7"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81515" y="1243034"/>
            <a:ext cx="8580969" cy="466076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Traversal of a linked list always starts from the __________ node.</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Insertion at the beginning of a linked list has time complexity __________.</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Deletion from the end of a singly linked list requires __________ of the list.</a:t>
            </a:r>
          </a:p>
          <a:p>
            <a:pPr marL="457200" indent="-457200">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The last node of a singly linked list points to __________.</a:t>
            </a:r>
          </a:p>
          <a:p>
            <a:pPr marL="457200" indent="-457200">
              <a:lnSpc>
                <a:spcPct val="150000"/>
              </a:lnSpc>
              <a:spcBef>
                <a:spcPts val="600"/>
              </a:spcBef>
              <a:buFont typeface="+mj-lt"/>
              <a:buAutoNum type="arabicPeriod" startAt="5"/>
            </a:pPr>
            <a:r>
              <a:rPr lang="en-US" sz="2300" dirty="0">
                <a:latin typeface="Times New Roman" panose="02020603050405020304" pitchFamily="18" charset="0"/>
                <a:cs typeface="Times New Roman" panose="02020603050405020304" pitchFamily="18" charset="0"/>
              </a:rPr>
              <a:t>Fastest insertion operation in a linked list</a:t>
            </a:r>
          </a:p>
          <a:p>
            <a:pPr marL="457200" indent="-457200">
              <a:lnSpc>
                <a:spcPct val="150000"/>
              </a:lnSpc>
              <a:spcBef>
                <a:spcPts val="600"/>
              </a:spcBef>
              <a:buFont typeface="+mj-lt"/>
              <a:buAutoNum type="arabicPeriod" startAt="5"/>
            </a:pPr>
            <a:r>
              <a:rPr lang="en-US" sz="2300" dirty="0">
                <a:latin typeface="Times New Roman" panose="02020603050405020304" pitchFamily="18" charset="0"/>
                <a:cs typeface="Times New Roman" panose="02020603050405020304" pitchFamily="18" charset="0"/>
              </a:rPr>
              <a:t>Pointer used to move to the next node</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81107b50be004150">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43d4b82e4f84f7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c47353aa8124407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d0479b1a9442495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323528" y="1132112"/>
            <a:ext cx="8496942" cy="4827284"/>
          </a:xfrm>
          <a:prstGeom prst="rect">
            <a:avLst/>
          </a:prstGeom>
          <a:noFill/>
        </p:spPr>
        <p:txBody>
          <a:bodyPr wrap="square" rtlCol="0">
            <a:spAutoFit/>
          </a:bodyPr>
          <a:lstStyle/>
          <a:p>
            <a:pPr>
              <a:lnSpc>
                <a:spcPct val="150000"/>
              </a:lnSpc>
              <a:spcBef>
                <a:spcPts val="600"/>
              </a:spcBef>
              <a:spcAft>
                <a:spcPts val="600"/>
              </a:spcAft>
            </a:pPr>
            <a:r>
              <a:rPr lang="en-US" sz="2400" dirty="0">
                <a:latin typeface="Times New Roman" panose="02020603050405020304" pitchFamily="18" charset="0"/>
                <a:cs typeface="Times New Roman" panose="02020603050405020304" pitchFamily="18" charset="0"/>
              </a:rPr>
              <a:t>After completing this lecture, students will be able to:</a:t>
            </a: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Define Stack as an Abstract Data Type (ADT)</a:t>
            </a: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Explain the LIFO (Last In First Out) principle</a:t>
            </a: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Describe stack operations: push, pop, peek, </a:t>
            </a:r>
            <a:r>
              <a:rPr lang="en-US" sz="2400" dirty="0" err="1">
                <a:latin typeface="Times New Roman" panose="02020603050405020304" pitchFamily="18" charset="0"/>
                <a:cs typeface="Times New Roman" panose="02020603050405020304" pitchFamily="18" charset="0"/>
              </a:rPr>
              <a:t>isEmpty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isFull</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stack using arrays and linked lists</a:t>
            </a: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time complexity of stack operations</a:t>
            </a:r>
          </a:p>
          <a:p>
            <a:pPr marL="342900" indent="-34290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 stack with array and linked list</a:t>
            </a:r>
          </a:p>
        </p:txBody>
      </p:sp>
    </p:spTree>
    <p:extLst>
      <p:ext uri="{BB962C8B-B14F-4D97-AF65-F5344CB8AC3E}">
        <p14:creationId xmlns:p14="http://schemas.microsoft.com/office/powerpoint/2010/main" val="327407485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8E17-3BF5-9751-942D-65A32277A9B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D2D022-93FA-2A31-2E26-7E72B3C3CD69}"/>
              </a:ext>
            </a:extLst>
          </p:cNvPr>
          <p:cNvPicPr>
            <a:picLocks noGrp="1" noChangeAspect="1"/>
          </p:cNvPicPr>
          <p:nvPr>
            <p:ph idx="1"/>
          </p:nvPr>
        </p:nvPicPr>
        <p:blipFill>
          <a:blip r:embed="R3f7e3db1978a44c9"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a:extLst>
              <a:ext uri="{FF2B5EF4-FFF2-40B4-BE49-F238E27FC236}">
                <a16:creationId xmlns:a16="http://schemas.microsoft.com/office/drawing/2014/main" id="{1ADCC02A-5AF8-1D8F-E326-994D9D7D704F}"/>
              </a:ext>
            </a:extLst>
          </p:cNvPr>
          <p:cNvSpPr>
            <a:spLocks noChangeArrowheads="1"/>
          </p:cNvSpPr>
          <p:nvPr/>
        </p:nvSpPr>
        <p:spPr bwMode="auto">
          <a:xfrm>
            <a:off x="179512" y="368087"/>
            <a:ext cx="51845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kern="100" dirty="0">
                <a:solidFill>
                  <a:srgbClr val="FF0000"/>
                </a:solidFill>
                <a:ea typeface="Times New Roman" panose="02020603050405020304" pitchFamily="18" charset="0"/>
                <a:cs typeface="Times New Roman" panose="02020603050405020304" pitchFamily="18" charset="0"/>
                <a:sym typeface="Arial"/>
              </a:rPr>
              <a:t>Data Structure Types</a:t>
            </a:r>
            <a:endParaRPr lang="en-IN" sz="3600" kern="100" dirty="0">
              <a:solidFill>
                <a:srgbClr val="FF0000"/>
              </a:solidFill>
              <a:ea typeface="Times New Roman" panose="02020603050405020304" pitchFamily="18" charset="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B4085878-D9CE-8CF5-C473-1FE98FFF1D5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F22722-7D99-9D55-209A-9C9256023D95}"/>
              </a:ext>
            </a:extLst>
          </p:cNvPr>
          <p:cNvPicPr>
            <a:picLocks noChangeAspect="1"/>
          </p:cNvPicPr>
          <p:nvPr/>
        </p:nvPicPr>
        <p:blipFill>
          <a:blip r:embed="Rca0710d1b5ae4e8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42148AE-576B-FD01-C9AA-823C813591F2}"/>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pic>
        <p:nvPicPr>
          <p:cNvPr id="2050" name="Picture 2"/>
          <p:cNvPicPr>
            <a:picLocks noChangeAspect="1" noChangeArrowheads="1"/>
          </p:cNvPicPr>
          <p:nvPr/>
        </p:nvPicPr>
        <p:blipFill>
          <a:blip r:embed="Rb68a5cb5793245e5">
            <a:extLst>
              <a:ext uri="{28A0092B-C50C-407E-A947-70E740481C1C}">
                <a14:useLocalDpi xmlns:a14="http://schemas.microsoft.com/office/drawing/2010/main" val="0"/>
              </a:ext>
            </a:extLst>
          </a:blip>
          <a:srcRect/>
          <a:stretch>
            <a:fillRect/>
          </a:stretch>
        </p:blipFill>
        <p:spPr bwMode="auto">
          <a:xfrm>
            <a:off x="476865" y="1593762"/>
            <a:ext cx="8077200" cy="364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76865" y="5662989"/>
            <a:ext cx="6553200" cy="646331"/>
          </a:xfrm>
          <a:prstGeom prst="rect">
            <a:avLst/>
          </a:prstGeom>
        </p:spPr>
        <p:txBody>
          <a:bodyPr wrap="square">
            <a:spAutoFit/>
          </a:bodyPr>
          <a:lstStyle/>
          <a:p>
            <a:r>
              <a:rPr lang="en-IN">
                <a:hlinkClick r:id="rcId3d9d9e8319cb43f9"/>
              </a:rPr>
              <a:t>https://www.geeksforgeeks.org/data-structure-meaning/</a:t>
            </a:r>
            <a:endParaRPr lang="en-IN"/>
          </a:p>
          <a:p>
            <a:endParaRPr lang="en-IN"/>
          </a:p>
        </p:txBody>
      </p:sp>
      <p:sp>
        <p:nvSpPr>
          <p:cNvPr id="2" name="Footer Placeholder 1"/>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87418137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9C2E-86C9-E26A-06B7-6220219EF323}"/>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E230ACFD-2842-7D27-E46F-C23486A637EE}"/>
              </a:ext>
            </a:extLst>
          </p:cNvPr>
          <p:cNvPicPr>
            <a:picLocks noChangeAspect="1" noChangeArrowheads="1"/>
          </p:cNvPicPr>
          <p:nvPr/>
        </p:nvPicPr>
        <p:blipFill>
          <a:blip r:embed="Rae8da5e6a268439e">
            <a:extLst>
              <a:ext uri="{28A0092B-C50C-407E-A947-70E740481C1C}">
                <a14:useLocalDpi xmlns:a14="http://schemas.microsoft.com/office/drawing/2010/main" val="0"/>
              </a:ext>
            </a:extLst>
          </a:blip>
          <a:srcRect/>
          <a:stretch>
            <a:fillRect/>
          </a:stretch>
        </p:blipFill>
        <p:spPr bwMode="auto">
          <a:xfrm>
            <a:off x="-15875" y="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581F0A2F-FEA3-DF9D-D497-2AAF279E3B98}"/>
              </a:ext>
            </a:extLst>
          </p:cNvPr>
          <p:cNvSpPr>
            <a:spLocks noChangeArrowheads="1"/>
          </p:cNvSpPr>
          <p:nvPr/>
        </p:nvSpPr>
        <p:spPr bwMode="auto">
          <a:xfrm>
            <a:off x="179512" y="120815"/>
            <a:ext cx="31114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dirty="0">
                <a:solidFill>
                  <a:srgbClr val="FF0000"/>
                </a:solidFill>
              </a:rPr>
              <a:t>  What is Stack?</a:t>
            </a:r>
          </a:p>
        </p:txBody>
      </p:sp>
      <p:cxnSp>
        <p:nvCxnSpPr>
          <p:cNvPr id="7" name="Straight Connector 6">
            <a:extLst>
              <a:ext uri="{FF2B5EF4-FFF2-40B4-BE49-F238E27FC236}">
                <a16:creationId xmlns:a16="http://schemas.microsoft.com/office/drawing/2014/main" id="{20631419-C150-DC3A-C732-DAD6066271B4}"/>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1DF1A3-78FA-0D8A-2CCB-80213C7EF4EC}"/>
              </a:ext>
            </a:extLst>
          </p:cNvPr>
          <p:cNvPicPr>
            <a:picLocks noChangeAspect="1"/>
          </p:cNvPicPr>
          <p:nvPr/>
        </p:nvPicPr>
        <p:blipFill>
          <a:blip r:embed="Rc15b93bb2a034bc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6383E66-7CAD-7AE5-B55A-366801FA9BA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9A4D539-7B73-23BD-72B9-3AE8E1FD0512}"/>
              </a:ext>
            </a:extLst>
          </p:cNvPr>
          <p:cNvSpPr txBox="1"/>
          <p:nvPr/>
        </p:nvSpPr>
        <p:spPr>
          <a:xfrm>
            <a:off x="395536" y="887961"/>
            <a:ext cx="8496944" cy="3745128"/>
          </a:xfrm>
          <a:prstGeom prst="rect">
            <a:avLst/>
          </a:prstGeom>
          <a:noFill/>
        </p:spPr>
        <p:txBody>
          <a:bodyPr wrap="square" rtlCol="0">
            <a:spAutoFit/>
          </a:bodyPr>
          <a:lstStyle/>
          <a:p>
            <a:pPr marL="360363" indent="-360363"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A Stack is a linear data structure that holds a linear, ordered sequence of elements. </a:t>
            </a:r>
          </a:p>
          <a:p>
            <a:pPr marL="360363" indent="-360363"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It is an abstract data type.</a:t>
            </a:r>
            <a:r>
              <a:rPr lang="en-US" sz="2300" dirty="0">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a:t>
            </a:r>
          </a:p>
          <a:p>
            <a:pPr marL="360363" indent="-360363" algn="just">
              <a:lnSpc>
                <a:spcPct val="150000"/>
              </a:lnSpc>
              <a:buFont typeface="Wingdings" pitchFamily="2" charset="2"/>
              <a:buChar char="Ø"/>
            </a:pPr>
            <a:r>
              <a:rPr lang="en-US" sz="2300" dirty="0">
                <a:latin typeface="Times New Roman" panose="02020603050405020304" pitchFamily="18" charset="0"/>
                <a:cs typeface="Times New Roman" panose="02020603050405020304" pitchFamily="18" charset="0"/>
              </a:rPr>
              <a:t>Follows </a:t>
            </a:r>
            <a:r>
              <a:rPr lang="en-US" sz="2300" b="1" dirty="0">
                <a:latin typeface="Times New Roman" panose="02020603050405020304" pitchFamily="18" charset="0"/>
                <a:cs typeface="Times New Roman" panose="02020603050405020304" pitchFamily="18" charset="0"/>
              </a:rPr>
              <a:t>LIFO (Last In First Out) </a:t>
            </a:r>
            <a:r>
              <a:rPr lang="en-IN" sz="2300" dirty="0">
                <a:latin typeface="Times New Roman" panose="02020603050405020304" pitchFamily="18" charset="0"/>
                <a:cs typeface="Times New Roman" panose="02020603050405020304" pitchFamily="18" charset="0"/>
              </a:rPr>
              <a:t>or  (FILO).</a:t>
            </a:r>
            <a:endParaRPr lang="en-US" sz="2300" dirty="0">
              <a:latin typeface="Times New Roman" panose="02020603050405020304" pitchFamily="18" charset="0"/>
              <a:cs typeface="Times New Roman" panose="02020603050405020304" pitchFamily="18" charset="0"/>
            </a:endParaRPr>
          </a:p>
          <a:p>
            <a:pPr marL="360363" indent="-360363"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A stack is basically a container where items are inserted and removed from one end, called the top of the stack.</a:t>
            </a:r>
          </a:p>
          <a:p>
            <a:pPr marL="360363" indent="-360363"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Limited Capacity</a:t>
            </a:r>
          </a:p>
        </p:txBody>
      </p:sp>
      <p:pic>
        <p:nvPicPr>
          <p:cNvPr id="10" name="Picture 9">
            <a:extLst>
              <a:ext uri="{FF2B5EF4-FFF2-40B4-BE49-F238E27FC236}">
                <a16:creationId xmlns:a16="http://schemas.microsoft.com/office/drawing/2014/main" id="{CC132AB2-A26E-647A-83C5-BB4D3BED9B39}"/>
              </a:ext>
            </a:extLst>
          </p:cNvPr>
          <p:cNvPicPr>
            <a:picLocks noChangeAspect="1"/>
          </p:cNvPicPr>
          <p:nvPr/>
        </p:nvPicPr>
        <p:blipFill>
          <a:blip r:embed="R28022416d73e4ff3"/>
          <a:srcRect l="8333" t="23532" r="9167" b="7522"/>
          <a:stretch>
            <a:fillRect/>
          </a:stretch>
        </p:blipFill>
        <p:spPr>
          <a:xfrm>
            <a:off x="3311860" y="4165128"/>
            <a:ext cx="3744416" cy="2238142"/>
          </a:xfrm>
          <a:prstGeom prst="rect">
            <a:avLst/>
          </a:prstGeom>
        </p:spPr>
      </p:pic>
      <p:sp>
        <p:nvSpPr>
          <p:cNvPr id="4" name="Rectangle 3"/>
          <p:cNvSpPr/>
          <p:nvPr/>
        </p:nvSpPr>
        <p:spPr>
          <a:xfrm>
            <a:off x="1654870" y="6403270"/>
            <a:ext cx="7592888" cy="307777"/>
          </a:xfrm>
          <a:prstGeom prst="rect">
            <a:avLst/>
          </a:prstGeom>
        </p:spPr>
        <p:txBody>
          <a:bodyPr wrap="square">
            <a:spAutoFit/>
          </a:bodyPr>
          <a:lstStyle/>
          <a:p>
            <a:r>
              <a:rPr lang="en-IN" sz="1400" dirty="0">
                <a:hlinkClick r:id="rcIddd20e93556334644"/>
              </a:rPr>
              <a:t>https://www.geeksforgeeks.org/dsa/introduction-to-stack-data-structure-and-algorithm-tutorials/</a:t>
            </a:r>
            <a:endParaRPr lang="en-IN" sz="1400" dirty="0"/>
          </a:p>
        </p:txBody>
      </p:sp>
    </p:spTree>
    <p:extLst>
      <p:ext uri="{BB962C8B-B14F-4D97-AF65-F5344CB8AC3E}">
        <p14:creationId xmlns:p14="http://schemas.microsoft.com/office/powerpoint/2010/main" val="420266269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8E17-3BF5-9751-942D-65A32277A9B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D2D022-93FA-2A31-2E26-7E72B3C3CD69}"/>
              </a:ext>
            </a:extLst>
          </p:cNvPr>
          <p:cNvPicPr>
            <a:picLocks noGrp="1" noChangeAspect="1"/>
          </p:cNvPicPr>
          <p:nvPr>
            <p:ph idx="1"/>
          </p:nvPr>
        </p:nvPicPr>
        <p:blipFill>
          <a:blip r:embed="Rd6a7397735144c96"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a:extLst>
              <a:ext uri="{FF2B5EF4-FFF2-40B4-BE49-F238E27FC236}">
                <a16:creationId xmlns:a16="http://schemas.microsoft.com/office/drawing/2014/main" id="{1ADCC02A-5AF8-1D8F-E326-994D9D7D704F}"/>
              </a:ext>
            </a:extLst>
          </p:cNvPr>
          <p:cNvSpPr>
            <a:spLocks noChangeArrowheads="1"/>
          </p:cNvSpPr>
          <p:nvPr/>
        </p:nvSpPr>
        <p:spPr bwMode="auto">
          <a:xfrm>
            <a:off x="179512" y="326107"/>
            <a:ext cx="59046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kern="100" dirty="0">
                <a:solidFill>
                  <a:srgbClr val="FF0000"/>
                </a:solidFill>
                <a:ea typeface="Times New Roman" panose="02020603050405020304" pitchFamily="18" charset="0"/>
                <a:cs typeface="Times New Roman" panose="02020603050405020304" pitchFamily="18" charset="0"/>
                <a:sym typeface="Arial"/>
              </a:rPr>
              <a:t>Stack Data Structure</a:t>
            </a:r>
            <a:endParaRPr lang="en-IN" sz="3600" kern="100" dirty="0">
              <a:solidFill>
                <a:srgbClr val="FF0000"/>
              </a:solidFill>
              <a:ea typeface="Times New Roman" panose="02020603050405020304" pitchFamily="18" charset="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B4085878-D9CE-8CF5-C473-1FE98FFF1D5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F22722-7D99-9D55-209A-9C9256023D95}"/>
              </a:ext>
            </a:extLst>
          </p:cNvPr>
          <p:cNvPicPr>
            <a:picLocks noChangeAspect="1"/>
          </p:cNvPicPr>
          <p:nvPr/>
        </p:nvPicPr>
        <p:blipFill>
          <a:blip r:embed="Rc758e2e99ccb4c7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42148AE-576B-FD01-C9AA-823C813591F2}"/>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IN"/>
              <a:t>Data  Structure         Unit2  </a:t>
            </a:r>
          </a:p>
        </p:txBody>
      </p:sp>
      <p:pic>
        <p:nvPicPr>
          <p:cNvPr id="1026" name="Picture 2"/>
          <p:cNvPicPr>
            <a:picLocks noChangeAspect="1" noChangeArrowheads="1"/>
          </p:cNvPicPr>
          <p:nvPr/>
        </p:nvPicPr>
        <p:blipFill rotWithShape="1">
          <a:blip r:embed="R33b6330f0bc044b6">
            <a:extLst>
              <a:ext uri="{28A0092B-C50C-407E-A947-70E740481C1C}">
                <a14:useLocalDpi xmlns:a14="http://schemas.microsoft.com/office/drawing/2010/main" val="0"/>
              </a:ext>
            </a:extLst>
          </a:blip>
          <a:srcRect t="59223"/>
          <a:stretch>
            <a:fillRect/>
          </a:stretch>
        </p:blipFill>
        <p:spPr bwMode="auto">
          <a:xfrm>
            <a:off x="971600" y="1508007"/>
            <a:ext cx="7463956" cy="1685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e6780955c5014944"/>
          <a:srcRect/>
          <a:stretch>
            <a:fillRect/>
          </a:stretch>
        </p:blipFill>
        <p:spPr bwMode="auto">
          <a:xfrm>
            <a:off x="1044147" y="3462249"/>
            <a:ext cx="7620000" cy="2209800"/>
          </a:xfrm>
          <a:prstGeom prst="rect">
            <a:avLst/>
          </a:prstGeom>
          <a:noFill/>
          <a:ln w="9525">
            <a:noFill/>
            <a:miter lim="800000"/>
            <a:headEnd/>
            <a:tailEnd/>
          </a:ln>
          <a:effectLst/>
        </p:spPr>
      </p:pic>
      <p:sp>
        <p:nvSpPr>
          <p:cNvPr id="8" name="TextBox 7">
            <a:extLst>
              <a:ext uri="{FF2B5EF4-FFF2-40B4-BE49-F238E27FC236}">
                <a16:creationId xmlns:a16="http://schemas.microsoft.com/office/drawing/2014/main" id="{2605DBDA-EB87-5575-6AA4-F22A973D5B18}"/>
              </a:ext>
            </a:extLst>
          </p:cNvPr>
          <p:cNvSpPr txBox="1"/>
          <p:nvPr/>
        </p:nvSpPr>
        <p:spPr>
          <a:xfrm>
            <a:off x="2009848" y="5636349"/>
            <a:ext cx="5845462" cy="923330"/>
          </a:xfrm>
          <a:prstGeom prst="rect">
            <a:avLst/>
          </a:prstGeom>
          <a:noFill/>
        </p:spPr>
        <p:txBody>
          <a:bodyPr wrap="square">
            <a:spAutoFit/>
          </a:bodyPr>
          <a:lstStyle/>
          <a:p>
            <a:pPr algn="ctr"/>
            <a:r>
              <a:rPr lang="en-US" dirty="0"/>
              <a:t>Fig 1 : Stack  Data Structure </a:t>
            </a:r>
          </a:p>
          <a:p>
            <a:pPr algn="ctr"/>
            <a:r>
              <a:rPr lang="en-US" dirty="0"/>
              <a:t> </a:t>
            </a:r>
            <a:r>
              <a:rPr lang="en-US" sz="1400" dirty="0">
                <a:hlinkClick r:id="rcIdb14088ba1c0a4c4d"/>
              </a:rPr>
              <a:t>https://www.javatpoint.com/applications-of-stack-in-data-structure</a:t>
            </a:r>
            <a:endParaRPr lang="en-US" sz="1400" dirty="0"/>
          </a:p>
          <a:p>
            <a:pPr algn="ctr"/>
            <a:endParaRPr lang="en-US" dirty="0"/>
          </a:p>
        </p:txBody>
      </p:sp>
    </p:spTree>
    <p:extLst>
      <p:ext uri="{BB962C8B-B14F-4D97-AF65-F5344CB8AC3E}">
        <p14:creationId xmlns:p14="http://schemas.microsoft.com/office/powerpoint/2010/main" val="4176670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2A811-BB78-A5EB-F448-44B03C609641}"/>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6A1CB1CE-E3C5-0A2D-706D-1F43F8A59847}"/>
              </a:ext>
            </a:extLst>
          </p:cNvPr>
          <p:cNvPicPr>
            <a:picLocks noChangeAspect="1" noChangeArrowheads="1"/>
          </p:cNvPicPr>
          <p:nvPr/>
        </p:nvPicPr>
        <p:blipFill>
          <a:blip r:embed="R3d4aaa4ad2f64299">
            <a:extLst>
              <a:ext uri="{28A0092B-C50C-407E-A947-70E740481C1C}">
                <a14:useLocalDpi xmlns:a14="http://schemas.microsoft.com/office/drawing/2010/main" val="0"/>
              </a:ext>
            </a:extLst>
          </a:blip>
          <a:srcRect/>
          <a:stretch>
            <a:fillRect/>
          </a:stretch>
        </p:blipFill>
        <p:spPr bwMode="auto">
          <a:xfrm>
            <a:off x="-15875" y="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C15BF891-B978-E22C-13C1-AE168240E5B3}"/>
              </a:ext>
            </a:extLst>
          </p:cNvPr>
          <p:cNvSpPr>
            <a:spLocks noChangeArrowheads="1"/>
          </p:cNvSpPr>
          <p:nvPr/>
        </p:nvSpPr>
        <p:spPr bwMode="auto">
          <a:xfrm>
            <a:off x="179512" y="120815"/>
            <a:ext cx="28286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dirty="0">
                <a:solidFill>
                  <a:srgbClr val="FF0000"/>
                </a:solidFill>
              </a:rPr>
              <a:t>Types of Stack</a:t>
            </a:r>
          </a:p>
        </p:txBody>
      </p:sp>
      <p:cxnSp>
        <p:nvCxnSpPr>
          <p:cNvPr id="7" name="Straight Connector 6">
            <a:extLst>
              <a:ext uri="{FF2B5EF4-FFF2-40B4-BE49-F238E27FC236}">
                <a16:creationId xmlns:a16="http://schemas.microsoft.com/office/drawing/2014/main" id="{1B0AA38E-81DF-EB9B-ECC4-23E059AE0206}"/>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FECF21-C24E-A91F-76F1-FA5840ABA81B}"/>
              </a:ext>
            </a:extLst>
          </p:cNvPr>
          <p:cNvPicPr>
            <a:picLocks noChangeAspect="1"/>
          </p:cNvPicPr>
          <p:nvPr/>
        </p:nvPicPr>
        <p:blipFill>
          <a:blip r:embed="R6c7eadb7aec24af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D9D443E-EF8C-077E-9063-57B7BB7295A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B86EAAD-4C7C-3F05-BE63-383A01BE8362}"/>
              </a:ext>
            </a:extLst>
          </p:cNvPr>
          <p:cNvSpPr txBox="1"/>
          <p:nvPr/>
        </p:nvSpPr>
        <p:spPr>
          <a:xfrm>
            <a:off x="179512" y="1256726"/>
            <a:ext cx="8244780" cy="4295856"/>
          </a:xfrm>
          <a:prstGeom prst="rect">
            <a:avLst/>
          </a:prstGeom>
          <a:noFill/>
        </p:spPr>
        <p:txBody>
          <a:bodyPr wrap="square" rtlCol="0">
            <a:spAutoFit/>
          </a:bodyPr>
          <a:lstStyle/>
          <a:p>
            <a:pPr marL="342900" indent="-342900" fontAlgn="base">
              <a:lnSpc>
                <a:spcPct val="150000"/>
              </a:lnSpc>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Fixed Size Stack </a:t>
            </a:r>
            <a:r>
              <a:rPr lang="en-IN" sz="2400" dirty="0">
                <a:latin typeface="Times New Roman" panose="02020603050405020304" pitchFamily="18" charset="0"/>
                <a:cs typeface="Times New Roman" panose="02020603050405020304" pitchFamily="18" charset="0"/>
              </a:rPr>
              <a:t>: </a:t>
            </a:r>
          </a:p>
          <a:p>
            <a:pPr marL="720725" indent="-360363" fontAlgn="base">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Fixed size and cannot grow or shrink dynamically.</a:t>
            </a:r>
          </a:p>
          <a:p>
            <a:pPr marL="342900" indent="-342900" fontAlgn="base">
              <a:lnSpc>
                <a:spcPct val="150000"/>
              </a:lnSpc>
              <a:spcBef>
                <a:spcPts val="6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Dynamic Size Stack </a:t>
            </a:r>
            <a:r>
              <a:rPr lang="en-IN" sz="2400" dirty="0">
                <a:latin typeface="Times New Roman" panose="02020603050405020304" pitchFamily="18" charset="0"/>
                <a:cs typeface="Times New Roman" panose="02020603050405020304" pitchFamily="18" charset="0"/>
              </a:rPr>
              <a:t>: </a:t>
            </a:r>
          </a:p>
          <a:p>
            <a:pPr marL="720725" indent="-342900" algn="just" fontAlgn="base">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Can grow or shrink dynamically. </a:t>
            </a:r>
          </a:p>
          <a:p>
            <a:pPr marL="720725" indent="-342900" algn="just" fontAlgn="base">
              <a:lnSpc>
                <a:spcPct val="150000"/>
              </a:lnSpc>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Dynamic stack: Automatically grows when full and shrinks when empty.</a:t>
            </a:r>
          </a:p>
          <a:p>
            <a:pPr marL="720725" indent="-342900" algn="just" fontAlgn="base">
              <a:lnSpc>
                <a:spcPct val="150000"/>
              </a:lnSpc>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Implementation: Uses a linked list for easy resizing.</a:t>
            </a:r>
            <a:endParaRPr lang="en-IN" sz="2400" dirty="0"/>
          </a:p>
        </p:txBody>
      </p:sp>
      <p:sp>
        <p:nvSpPr>
          <p:cNvPr id="3" name="Rectangle 2">
            <a:extLst>
              <a:ext uri="{FF2B5EF4-FFF2-40B4-BE49-F238E27FC236}">
                <a16:creationId xmlns:a16="http://schemas.microsoft.com/office/drawing/2014/main" id="{1E066D1F-80D6-608A-7523-3A314FD9A6A1}"/>
              </a:ext>
            </a:extLst>
          </p:cNvPr>
          <p:cNvSpPr/>
          <p:nvPr/>
        </p:nvSpPr>
        <p:spPr>
          <a:xfrm>
            <a:off x="367090" y="5848927"/>
            <a:ext cx="8270325" cy="338554"/>
          </a:xfrm>
          <a:prstGeom prst="rect">
            <a:avLst/>
          </a:prstGeom>
        </p:spPr>
        <p:txBody>
          <a:bodyPr wrap="square">
            <a:spAutoFit/>
          </a:bodyPr>
          <a:lstStyle/>
          <a:p>
            <a:r>
              <a:rPr lang="en-IN" sz="1600" dirty="0">
                <a:hlinkClick r:id="rcId3994cd782bf74d0a"/>
              </a:rPr>
              <a:t>https://www.geeksforgeeks.org/dsa/introduction-to-stack-data-structure-and-algorithm-tutorials/</a:t>
            </a:r>
            <a:endParaRPr lang="en-IN" dirty="0"/>
          </a:p>
        </p:txBody>
      </p:sp>
      <p:sp>
        <p:nvSpPr>
          <p:cNvPr id="4" name="Footer Placeholder 3">
            <a:extLst>
              <a:ext uri="{FF2B5EF4-FFF2-40B4-BE49-F238E27FC236}">
                <a16:creationId xmlns:a16="http://schemas.microsoft.com/office/drawing/2014/main" id="{F9574F7C-FCEC-9CD0-2972-55183AFEB1D7}"/>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56467259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FABB5-CB53-B8C9-1443-FB9FA4BE6F1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289276E-BFDF-14FE-CE17-1F70E80C3A54}"/>
              </a:ext>
            </a:extLst>
          </p:cNvPr>
          <p:cNvPicPr>
            <a:picLocks noGrp="1" noChangeAspect="1"/>
          </p:cNvPicPr>
          <p:nvPr>
            <p:ph idx="1"/>
          </p:nvPr>
        </p:nvPicPr>
        <p:blipFill>
          <a:blip r:embed="R2dbc72e8919844e4"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a:extLst>
              <a:ext uri="{FF2B5EF4-FFF2-40B4-BE49-F238E27FC236}">
                <a16:creationId xmlns:a16="http://schemas.microsoft.com/office/drawing/2014/main" id="{C1B40C93-2FBB-66D9-9EA5-9BAB7C51074F}"/>
              </a:ext>
            </a:extLst>
          </p:cNvPr>
          <p:cNvSpPr>
            <a:spLocks noChangeArrowheads="1"/>
          </p:cNvSpPr>
          <p:nvPr/>
        </p:nvSpPr>
        <p:spPr bwMode="auto">
          <a:xfrm>
            <a:off x="179512" y="344519"/>
            <a:ext cx="82454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600" dirty="0">
                <a:solidFill>
                  <a:srgbClr val="E31E24"/>
                </a:solidFill>
                <a:cs typeface="Times New Roman" panose="02020603050405020304" pitchFamily="18" charset="0"/>
              </a:rPr>
              <a:t>Representation of a stack</a:t>
            </a:r>
            <a:endParaRPr lang="en-IN" sz="3600"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8F0B54B1-D063-1867-10CB-66872AD8068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B1D9CE9-9F36-2107-254C-9CAD6CBAF4D4}"/>
              </a:ext>
            </a:extLst>
          </p:cNvPr>
          <p:cNvPicPr>
            <a:picLocks noChangeAspect="1"/>
          </p:cNvPicPr>
          <p:nvPr/>
        </p:nvPicPr>
        <p:blipFill>
          <a:blip r:embed="Rbc58331a5ddb4fa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974C5C4-722A-5A0C-4CA0-3E5D655D965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0BECB50-B1D5-0BF7-50AE-3B917B7C0BB4}"/>
              </a:ext>
            </a:extLst>
          </p:cNvPr>
          <p:cNvSpPr txBox="1"/>
          <p:nvPr/>
        </p:nvSpPr>
        <p:spPr>
          <a:xfrm>
            <a:off x="160025" y="1061448"/>
            <a:ext cx="8101408" cy="5447645"/>
          </a:xfrm>
          <a:prstGeom prst="rect">
            <a:avLst/>
          </a:prstGeom>
          <a:noFill/>
        </p:spPr>
        <p:txBody>
          <a:bodyPr wrap="square" rtlCol="0">
            <a:spAutoFit/>
          </a:bodyPr>
          <a:lstStyle/>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Array Representation of Stacks</a:t>
            </a: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Linked List Representation of Stacks</a:t>
            </a: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653CB21-BFF8-E0E7-A2ED-E1DF078295BC}"/>
              </a:ext>
            </a:extLst>
          </p:cNvPr>
          <p:cNvSpPr>
            <a:spLocks noGrp="1"/>
          </p:cNvSpPr>
          <p:nvPr>
            <p:ph type="ftr" sz="quarter" idx="11"/>
          </p:nvPr>
        </p:nvSpPr>
        <p:spPr/>
        <p:txBody>
          <a:bodyPr/>
          <a:lstStyle/>
          <a:p>
            <a:r>
              <a:rPr lang="en-IN"/>
              <a:t>Data  Structure         Unit2  </a:t>
            </a:r>
          </a:p>
        </p:txBody>
      </p:sp>
      <p:pic>
        <p:nvPicPr>
          <p:cNvPr id="10" name="Picture 9">
            <a:extLst>
              <a:ext uri="{FF2B5EF4-FFF2-40B4-BE49-F238E27FC236}">
                <a16:creationId xmlns:a16="http://schemas.microsoft.com/office/drawing/2014/main" id="{7CEB884C-8951-5324-80EA-DB36BBCB3C13}"/>
              </a:ext>
            </a:extLst>
          </p:cNvPr>
          <p:cNvPicPr>
            <a:picLocks noChangeAspect="1"/>
          </p:cNvPicPr>
          <p:nvPr/>
        </p:nvPicPr>
        <p:blipFill>
          <a:blip r:embed="R46e575f388d64a28"/>
          <a:srcRect t="5323" b="2847"/>
          <a:stretch>
            <a:fillRect/>
          </a:stretch>
        </p:blipFill>
        <p:spPr>
          <a:xfrm>
            <a:off x="1219200" y="1666628"/>
            <a:ext cx="6705600" cy="2829667"/>
          </a:xfrm>
          <a:prstGeom prst="rect">
            <a:avLst/>
          </a:prstGeom>
        </p:spPr>
      </p:pic>
      <p:pic>
        <p:nvPicPr>
          <p:cNvPr id="12" name="Picture 11">
            <a:extLst>
              <a:ext uri="{FF2B5EF4-FFF2-40B4-BE49-F238E27FC236}">
                <a16:creationId xmlns:a16="http://schemas.microsoft.com/office/drawing/2014/main" id="{B512801D-9E1D-B25C-DC67-9D9F8B65C6A5}"/>
              </a:ext>
            </a:extLst>
          </p:cNvPr>
          <p:cNvPicPr>
            <a:picLocks noChangeAspect="1"/>
          </p:cNvPicPr>
          <p:nvPr/>
        </p:nvPicPr>
        <p:blipFill>
          <a:blip r:embed="R80e16c75664c4be4"/>
          <a:stretch>
            <a:fillRect/>
          </a:stretch>
        </p:blipFill>
        <p:spPr>
          <a:xfrm>
            <a:off x="1645940" y="4957274"/>
            <a:ext cx="5852120" cy="1399075"/>
          </a:xfrm>
          <a:prstGeom prst="rect">
            <a:avLst/>
          </a:prstGeom>
        </p:spPr>
      </p:pic>
    </p:spTree>
    <p:extLst>
      <p:ext uri="{BB962C8B-B14F-4D97-AF65-F5344CB8AC3E}">
        <p14:creationId xmlns:p14="http://schemas.microsoft.com/office/powerpoint/2010/main" val="32663220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78cf95b657b489f"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72008" y="323472"/>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600" dirty="0">
                <a:solidFill>
                  <a:srgbClr val="E31E24"/>
                </a:solidFill>
                <a:cs typeface="Times New Roman" panose="02020603050405020304" pitchFamily="18" charset="0"/>
              </a:rPr>
              <a:t>Stack Operations</a:t>
            </a:r>
            <a:endParaRPr lang="en-IN" sz="3200"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1ccd349e3574f8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2" y="1295565"/>
            <a:ext cx="8640960" cy="4985980"/>
          </a:xfrm>
          <a:prstGeom prst="rect">
            <a:avLst/>
          </a:prstGeom>
          <a:noFill/>
        </p:spPr>
        <p:txBody>
          <a:bodyPr wrap="square" rtlCol="0">
            <a:spAutoFit/>
          </a:bodyPr>
          <a:lstStyle/>
          <a:p>
            <a:pPr marL="268288" indent="-268288"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push()</a:t>
            </a:r>
            <a:r>
              <a:rPr lang="en-US" sz="2400" dirty="0">
                <a:latin typeface="Times New Roman" panose="02020603050405020304" pitchFamily="18" charset="0"/>
                <a:cs typeface="Times New Roman" panose="02020603050405020304" pitchFamily="18" charset="0"/>
              </a:rPr>
              <a:t> to insert an element into the stack</a:t>
            </a:r>
          </a:p>
          <a:p>
            <a:pPr marL="268288" indent="-268288"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pop() </a:t>
            </a:r>
            <a:r>
              <a:rPr lang="en-US" sz="2400" dirty="0">
                <a:latin typeface="Times New Roman" panose="02020603050405020304" pitchFamily="18" charset="0"/>
                <a:cs typeface="Times New Roman" panose="02020603050405020304" pitchFamily="18" charset="0"/>
              </a:rPr>
              <a:t>to remove an element from the stack</a:t>
            </a:r>
          </a:p>
          <a:p>
            <a:pPr marL="268288" indent="-268288"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peek() or top()</a:t>
            </a:r>
            <a:r>
              <a:rPr lang="en-US" sz="2400" dirty="0">
                <a:latin typeface="Times New Roman" panose="02020603050405020304" pitchFamily="18" charset="0"/>
                <a:cs typeface="Times New Roman" panose="02020603050405020304" pitchFamily="18" charset="0"/>
              </a:rPr>
              <a:t> returns the </a:t>
            </a:r>
            <a:r>
              <a:rPr lang="en-IN" sz="2400" dirty="0">
                <a:latin typeface="Times New Roman" panose="02020603050405020304" pitchFamily="18" charset="0"/>
                <a:cs typeface="Times New Roman" panose="02020603050405020304" pitchFamily="18" charset="0"/>
              </a:rPr>
              <a:t>topmost element of the Stack without deleting it from the Stack</a:t>
            </a:r>
            <a:r>
              <a:rPr lang="en-US" sz="2400" dirty="0">
                <a:latin typeface="Times New Roman" panose="02020603050405020304" pitchFamily="18" charset="0"/>
                <a:cs typeface="Times New Roman" panose="02020603050405020304" pitchFamily="18" charset="0"/>
              </a:rPr>
              <a:t>.</a:t>
            </a:r>
          </a:p>
          <a:p>
            <a:pPr marL="268288" indent="-268288"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Is Empty() </a:t>
            </a:r>
            <a:r>
              <a:rPr lang="en-US" sz="2400" dirty="0">
                <a:latin typeface="Times New Roman" panose="02020603050405020304" pitchFamily="18" charset="0"/>
                <a:cs typeface="Times New Roman" panose="02020603050405020304" pitchFamily="18" charset="0"/>
              </a:rPr>
              <a:t>returns true if stack is empty else false.</a:t>
            </a:r>
          </a:p>
          <a:p>
            <a:pPr marL="268288" indent="-268288"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size()</a:t>
            </a:r>
            <a:r>
              <a:rPr lang="en-US" sz="2400" dirty="0">
                <a:latin typeface="Times New Roman" panose="02020603050405020304" pitchFamily="18" charset="0"/>
                <a:cs typeface="Times New Roman" panose="02020603050405020304" pitchFamily="18" charset="0"/>
              </a:rPr>
              <a:t> returns the size of stack.</a:t>
            </a:r>
          </a:p>
          <a:p>
            <a:pPr algn="just">
              <a:lnSpc>
                <a:spcPct val="150000"/>
              </a:lnSpc>
            </a:pPr>
            <a:endParaRPr lang="en-US" sz="2000" dirty="0"/>
          </a:p>
          <a:p>
            <a:pPr algn="just"/>
            <a:r>
              <a:rPr lang="en-US" sz="2400" b="1" dirty="0">
                <a:latin typeface="Times New Roman" panose="02020603050405020304" pitchFamily="18" charset="0"/>
                <a:cs typeface="Times New Roman" panose="02020603050405020304" pitchFamily="18" charset="0"/>
              </a:rPr>
              <a:t>Please Refer :</a:t>
            </a:r>
          </a:p>
          <a:p>
            <a:pPr algn="just"/>
            <a:r>
              <a:rPr lang="en-IN" sz="2400" dirty="0">
                <a:latin typeface="Times New Roman" panose="02020603050405020304" pitchFamily="18" charset="0"/>
                <a:cs typeface="Times New Roman" panose="02020603050405020304" pitchFamily="18" charset="0"/>
                <a:hlinkClick r:id="rcId80b04ff216804bcf"/>
              </a:rPr>
              <a:t>https://www.youtube.com/watch?v=HRDHgKrYHgU</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11621285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be9c19282b94545"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daa9e5039ed43a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69032" y="294459"/>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E31E24"/>
                </a:solidFill>
                <a:cs typeface="Times New Roman" panose="02020603050405020304" pitchFamily="18" charset="0"/>
                <a:sym typeface="Arial"/>
              </a:rPr>
              <a:t>Stack Operations Push &amp; Pop</a:t>
            </a:r>
          </a:p>
        </p:txBody>
      </p:sp>
      <p:pic>
        <p:nvPicPr>
          <p:cNvPr id="3074" name="Picture 2"/>
          <p:cNvPicPr>
            <a:picLocks noChangeAspect="1" noChangeArrowheads="1"/>
          </p:cNvPicPr>
          <p:nvPr/>
        </p:nvPicPr>
        <p:blipFill rotWithShape="1">
          <a:blip r:embed="Rf9e6b6e9d4d546c0">
            <a:extLst>
              <a:ext uri="{28A0092B-C50C-407E-A947-70E740481C1C}">
                <a14:useLocalDpi xmlns:a14="http://schemas.microsoft.com/office/drawing/2010/main" val="0"/>
              </a:ext>
            </a:extLst>
          </a:blip>
          <a:srcRect l="7479" t="5230" r="7002" b="6801"/>
          <a:stretch/>
        </p:blipFill>
        <p:spPr bwMode="auto">
          <a:xfrm>
            <a:off x="304800" y="1276628"/>
            <a:ext cx="8153400" cy="413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70756" y="5366266"/>
            <a:ext cx="7821488" cy="646331"/>
          </a:xfrm>
          <a:prstGeom prst="rect">
            <a:avLst/>
          </a:prstGeom>
        </p:spPr>
        <p:txBody>
          <a:bodyPr wrap="square">
            <a:spAutoFit/>
          </a:bodyPr>
          <a:lstStyle/>
          <a:p>
            <a:r>
              <a:rPr lang="en-IN">
                <a:hlinkClick r:id="rcIda03c9cbb77614cd2"/>
              </a:rPr>
              <a:t>https://prepinsta.com/data-structures/introduction-to-stacks-in-data-structures/</a:t>
            </a:r>
            <a:endParaRPr lang="en-IN"/>
          </a:p>
          <a:p>
            <a:endParaRPr lang="en-IN"/>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61597812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3D53D-0F1D-8481-164C-AAF50CAB93F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75F1BE0-EAA8-D269-D60B-2B039D077BC0}"/>
              </a:ext>
            </a:extLst>
          </p:cNvPr>
          <p:cNvPicPr>
            <a:picLocks noGrp="1" noChangeAspect="1"/>
          </p:cNvPicPr>
          <p:nvPr>
            <p:ph idx="1"/>
          </p:nvPr>
        </p:nvPicPr>
        <p:blipFill>
          <a:blip r:embed="R8bbf72d4d85e4900" cstate="print">
            <a:extLst>
              <a:ext uri="{28A0092B-C50C-407E-A947-70E740481C1C}">
                <a14:useLocalDpi xmlns:a14="http://schemas.microsoft.com/office/drawing/2010/main" val="0"/>
              </a:ext>
            </a:extLst>
          </a:blip>
          <a:stretch>
            <a:fillRect/>
          </a:stretch>
        </p:blipFill>
        <p:spPr>
          <a:xfrm>
            <a:off x="5369" y="0"/>
            <a:ext cx="9180512" cy="6885384"/>
          </a:xfrm>
        </p:spPr>
      </p:pic>
      <p:cxnSp>
        <p:nvCxnSpPr>
          <p:cNvPr id="7" name="Straight Connector 6">
            <a:extLst>
              <a:ext uri="{FF2B5EF4-FFF2-40B4-BE49-F238E27FC236}">
                <a16:creationId xmlns:a16="http://schemas.microsoft.com/office/drawing/2014/main" id="{4516F061-4E13-7D84-EF4D-C4DCF023D5A0}"/>
              </a:ext>
            </a:extLst>
          </p:cNvPr>
          <p:cNvCxnSpPr/>
          <p:nvPr/>
        </p:nvCxnSpPr>
        <p:spPr>
          <a:xfrm>
            <a:off x="5368" y="1007259"/>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6FC93E5-27B2-E57D-28E6-C5F545D8E918}"/>
              </a:ext>
            </a:extLst>
          </p:cNvPr>
          <p:cNvPicPr>
            <a:picLocks noChangeAspect="1"/>
          </p:cNvPicPr>
          <p:nvPr/>
        </p:nvPicPr>
        <p:blipFill>
          <a:blip r:embed="Rdf2e2ab4d961446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14534F5-8534-EC15-3DE9-2AF811F09073}"/>
              </a:ext>
            </a:extLst>
          </p:cNvPr>
          <p:cNvSpPr txBox="1"/>
          <p:nvPr/>
        </p:nvSpPr>
        <p:spPr>
          <a:xfrm>
            <a:off x="179512" y="1293834"/>
            <a:ext cx="8784976" cy="1133965"/>
          </a:xfrm>
          <a:prstGeom prst="rect">
            <a:avLst/>
          </a:prstGeom>
          <a:noFill/>
        </p:spPr>
        <p:txBody>
          <a:bodyPr wrap="square">
            <a:spAutoFit/>
          </a:bodyPr>
          <a:lstStyle/>
          <a:p>
            <a:pPr marL="285750" marR="0" indent="-285750" algn="just" fontAlgn="base">
              <a:lnSpc>
                <a:spcPct val="150000"/>
              </a:lnSpc>
              <a:spcBef>
                <a:spcPts val="0"/>
              </a:spcBef>
              <a:spcAft>
                <a:spcPts val="0"/>
              </a:spcAft>
              <a:buFont typeface="Arial" panose="020B0604020202020204" pitchFamily="34" charset="0"/>
              <a:buChar char="•"/>
            </a:pPr>
            <a:r>
              <a:rPr lang="en-US"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Overflow</a:t>
            </a:r>
          </a:p>
          <a:p>
            <a:pPr marL="285750" marR="0" indent="-285750" algn="just" fontAlgn="base">
              <a:lnSpc>
                <a:spcPct val="150000"/>
              </a:lnSpc>
              <a:spcBef>
                <a:spcPts val="0"/>
              </a:spcBef>
              <a:spcAft>
                <a:spcPts val="0"/>
              </a:spcAft>
              <a:buFont typeface="Arial" panose="020B0604020202020204" pitchFamily="34" charset="0"/>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Underflow</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EFBB7C6-B3DE-5E59-11A4-5792C9CA3829}"/>
              </a:ext>
            </a:extLst>
          </p:cNvPr>
          <p:cNvSpPr>
            <a:spLocks noChangeArrowheads="1"/>
          </p:cNvSpPr>
          <p:nvPr/>
        </p:nvSpPr>
        <p:spPr bwMode="auto">
          <a:xfrm>
            <a:off x="72008" y="259191"/>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E31E24"/>
                </a:solidFill>
                <a:cs typeface="Times New Roman" panose="02020603050405020304" pitchFamily="18" charset="0"/>
                <a:sym typeface="Arial"/>
              </a:rPr>
              <a:t>Conditions in Stack</a:t>
            </a:r>
          </a:p>
        </p:txBody>
      </p:sp>
      <p:sp>
        <p:nvSpPr>
          <p:cNvPr id="5" name="Rectangle 4">
            <a:extLst>
              <a:ext uri="{FF2B5EF4-FFF2-40B4-BE49-F238E27FC236}">
                <a16:creationId xmlns:a16="http://schemas.microsoft.com/office/drawing/2014/main" id="{0432AE3F-6D6E-1D04-6AB5-305C0A00AC4E}"/>
              </a:ext>
            </a:extLst>
          </p:cNvPr>
          <p:cNvSpPr/>
          <p:nvPr/>
        </p:nvSpPr>
        <p:spPr>
          <a:xfrm>
            <a:off x="755576" y="5491670"/>
            <a:ext cx="7821488" cy="369332"/>
          </a:xfrm>
          <a:prstGeom prst="rect">
            <a:avLst/>
          </a:prstGeom>
        </p:spPr>
        <p:txBody>
          <a:bodyPr wrap="square">
            <a:spAutoFit/>
          </a:bodyPr>
          <a:lstStyle/>
          <a:p>
            <a:pPr algn="ctr"/>
            <a:r>
              <a:rPr lang="en-IN" dirty="0">
                <a:hlinkClick r:id="rcId1bed347566684b4f"/>
              </a:rPr>
              <a:t>https://www.geeksforgeeks.org/dsa/stack-data-structure/</a:t>
            </a:r>
            <a:endParaRPr lang="en-IN" dirty="0"/>
          </a:p>
        </p:txBody>
      </p:sp>
      <p:sp>
        <p:nvSpPr>
          <p:cNvPr id="3" name="Footer Placeholder 2">
            <a:extLst>
              <a:ext uri="{FF2B5EF4-FFF2-40B4-BE49-F238E27FC236}">
                <a16:creationId xmlns:a16="http://schemas.microsoft.com/office/drawing/2014/main" id="{A392FBD0-D539-D94A-13AF-FA26D0D3CE16}"/>
              </a:ext>
            </a:extLst>
          </p:cNvPr>
          <p:cNvSpPr>
            <a:spLocks noGrp="1"/>
          </p:cNvSpPr>
          <p:nvPr>
            <p:ph type="ftr" sz="quarter" idx="11"/>
          </p:nvPr>
        </p:nvSpPr>
        <p:spPr/>
        <p:txBody>
          <a:bodyPr/>
          <a:lstStyle/>
          <a:p>
            <a:r>
              <a:rPr lang="en-IN"/>
              <a:t>Data  Structure         Unit2  </a:t>
            </a:r>
          </a:p>
        </p:txBody>
      </p:sp>
      <p:pic>
        <p:nvPicPr>
          <p:cNvPr id="12" name="Picture 11">
            <a:extLst>
              <a:ext uri="{FF2B5EF4-FFF2-40B4-BE49-F238E27FC236}">
                <a16:creationId xmlns:a16="http://schemas.microsoft.com/office/drawing/2014/main" id="{993AC250-0343-331B-EF88-672E639A0632}"/>
              </a:ext>
            </a:extLst>
          </p:cNvPr>
          <p:cNvPicPr>
            <a:picLocks noChangeAspect="1"/>
          </p:cNvPicPr>
          <p:nvPr/>
        </p:nvPicPr>
        <p:blipFill>
          <a:blip r:embed="R535966f4bb9c410b"/>
          <a:srcRect l="5662" t="9065" r="8801" b="10243"/>
          <a:stretch>
            <a:fillRect/>
          </a:stretch>
        </p:blipFill>
        <p:spPr>
          <a:xfrm>
            <a:off x="2268959" y="2352296"/>
            <a:ext cx="4537484" cy="2853657"/>
          </a:xfrm>
          <a:prstGeom prst="rect">
            <a:avLst/>
          </a:prstGeom>
        </p:spPr>
      </p:pic>
    </p:spTree>
    <p:extLst>
      <p:ext uri="{BB962C8B-B14F-4D97-AF65-F5344CB8AC3E}">
        <p14:creationId xmlns:p14="http://schemas.microsoft.com/office/powerpoint/2010/main" val="120025609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ccce37cbb00e4ee8">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36513" y="1076351"/>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51aa7fc9345474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69640" y="289328"/>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E31E24"/>
                </a:solidFill>
                <a:cs typeface="Times New Roman" panose="02020603050405020304" pitchFamily="18" charset="0"/>
                <a:sym typeface="Arial"/>
              </a:rPr>
              <a:t>PUSH Operation</a:t>
            </a:r>
          </a:p>
        </p:txBody>
      </p:sp>
      <p:sp>
        <p:nvSpPr>
          <p:cNvPr id="3" name="TextBox 2"/>
          <p:cNvSpPr txBox="1"/>
          <p:nvPr/>
        </p:nvSpPr>
        <p:spPr>
          <a:xfrm>
            <a:off x="186230" y="1085797"/>
            <a:ext cx="5544614" cy="4893647"/>
          </a:xfrm>
          <a:prstGeom prst="rect">
            <a:avLst/>
          </a:prstGeom>
          <a:noFill/>
        </p:spPr>
        <p:txBody>
          <a:bodyPr wrap="square" rtlCol="0">
            <a:spAutoFit/>
          </a:bodyPr>
          <a:lstStyle/>
          <a:p>
            <a:pPr>
              <a:spcBef>
                <a:spcPts val="600"/>
              </a:spcBef>
            </a:pPr>
            <a:r>
              <a:rPr lang="en-US" sz="2400" b="1" dirty="0">
                <a:latin typeface="Times New Roman" panose="02020603050405020304" pitchFamily="18" charset="0"/>
                <a:cs typeface="Times New Roman" panose="02020603050405020304" pitchFamily="18" charset="0"/>
              </a:rPr>
              <a:t>Algorithm:</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Step-1: If TOP = Max-1</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Print “Overflow”</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Goto Step 4</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Step-2: Set TOP= TOP + 1</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Step-3: Set Stack[TOP]= ELEMENT</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Step-4: END</a:t>
            </a:r>
          </a:p>
          <a:p>
            <a:endParaRPr lang="en-US" sz="2400" dirty="0"/>
          </a:p>
          <a:p>
            <a:endParaRPr lang="en-IN" dirty="0"/>
          </a:p>
        </p:txBody>
      </p:sp>
      <p:pic>
        <p:nvPicPr>
          <p:cNvPr id="4098" name="Picture 2"/>
          <p:cNvPicPr>
            <a:picLocks noGrp="1" noChangeAspect="1" noChangeArrowheads="1"/>
          </p:cNvPicPr>
          <p:nvPr>
            <p:ph idx="1"/>
          </p:nvPr>
        </p:nvPicPr>
        <p:blipFill>
          <a:blip r:embed="R723c17f0e65142af"/>
          <a:srcRect l="15789" t="24513"/>
          <a:stretch>
            <a:fillRect/>
          </a:stretch>
        </p:blipFill>
        <p:spPr bwMode="auto">
          <a:xfrm>
            <a:off x="3773209" y="4651910"/>
            <a:ext cx="4752528" cy="1436152"/>
          </a:xfrm>
          <a:prstGeom prst="rect">
            <a:avLst/>
          </a:prstGeom>
          <a:noFill/>
          <a:ln w="9525">
            <a:noFill/>
            <a:miter lim="800000"/>
            <a:headEnd/>
            <a:tailEnd/>
          </a:ln>
          <a:effectLst/>
        </p:spPr>
      </p:pic>
      <p:sp>
        <p:nvSpPr>
          <p:cNvPr id="10" name="TextBox 9"/>
          <p:cNvSpPr txBox="1"/>
          <p:nvPr/>
        </p:nvSpPr>
        <p:spPr>
          <a:xfrm>
            <a:off x="2745025" y="6088062"/>
            <a:ext cx="6549550" cy="923330"/>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Push operation</a:t>
            </a:r>
          </a:p>
          <a:p>
            <a:r>
              <a:rPr lang="en-US" dirty="0">
                <a:latin typeface="Times New Roman" panose="02020603050405020304" pitchFamily="18" charset="0"/>
                <a:cs typeface="Times New Roman" panose="02020603050405020304" pitchFamily="18" charset="0"/>
                <a:hlinkClick r:id="rcId6d568989a1804d2e"/>
              </a:rPr>
              <a:t>https://www.scaler.com/topics/stack-operations-in-data-structures/</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Footer Placeholder 3"/>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88329689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8194" name="Picture 2"/>
          <p:cNvPicPr>
            <a:picLocks noChangeAspect="1" noChangeArrowheads="1"/>
          </p:cNvPicPr>
          <p:nvPr/>
        </p:nvPicPr>
        <p:blipFill>
          <a:blip r:embed="R6df0e139b0e74ff0">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68195"/>
            <a:ext cx="8645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E31E24"/>
                </a:solidFill>
                <a:cs typeface="Times New Roman" panose="02020603050405020304" pitchFamily="18" charset="0"/>
                <a:sym typeface="Arial"/>
              </a:rPr>
              <a:t>Pop Operations</a:t>
            </a:r>
            <a:endParaRPr lang="en-IN" sz="3600"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8821f057f0447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1" name="Rectangle 10"/>
          <p:cNvSpPr/>
          <p:nvPr/>
        </p:nvSpPr>
        <p:spPr>
          <a:xfrm>
            <a:off x="179512" y="1177588"/>
            <a:ext cx="8140824" cy="5250796"/>
          </a:xfrm>
          <a:prstGeom prst="rect">
            <a:avLst/>
          </a:prstGeom>
        </p:spPr>
        <p:txBody>
          <a:bodyPr wrap="square">
            <a:spAutoFit/>
          </a:bodyPr>
          <a:lstStyle/>
          <a:p>
            <a:pPr>
              <a:spcBef>
                <a:spcPts val="600"/>
              </a:spcBef>
            </a:pPr>
            <a:r>
              <a:rPr lang="en-US" sz="2400" b="1" dirty="0">
                <a:latin typeface="Times New Roman" panose="02020603050405020304" pitchFamily="18" charset="0"/>
                <a:cs typeface="Times New Roman" panose="02020603050405020304" pitchFamily="18" charset="0"/>
              </a:rPr>
              <a:t>Algorithm:</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 1: START </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 2: if top==-1 </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then Write “Stack is Underflow” </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 3: otherwise </a:t>
            </a:r>
          </a:p>
          <a:p>
            <a:pPr lvl="1">
              <a:lnSpc>
                <a:spcPct val="150000"/>
              </a:lnSpc>
              <a:spcBef>
                <a:spcPts val="600"/>
              </a:spcBef>
            </a:pPr>
            <a:r>
              <a:rPr lang="en-US" sz="2400" dirty="0">
                <a:latin typeface="Times New Roman" panose="02020603050405020304" pitchFamily="18" charset="0"/>
                <a:cs typeface="Times New Roman" panose="02020603050405020304" pitchFamily="18" charset="0"/>
              </a:rPr>
              <a:t>print “deleted element” </a:t>
            </a:r>
          </a:p>
          <a:p>
            <a:pPr lvl="1">
              <a:lnSpc>
                <a:spcPct val="150000"/>
              </a:lnSpc>
              <a:spcBef>
                <a:spcPts val="600"/>
              </a:spcBef>
            </a:pPr>
            <a:r>
              <a:rPr lang="en-US" sz="2400" dirty="0">
                <a:latin typeface="Times New Roman" panose="02020603050405020304" pitchFamily="18" charset="0"/>
                <a:cs typeface="Times New Roman" panose="02020603050405020304" pitchFamily="18" charset="0"/>
              </a:rPr>
              <a:t> top=top-1; </a:t>
            </a:r>
          </a:p>
          <a:p>
            <a:pPr>
              <a:lnSpc>
                <a:spcPct val="150000"/>
              </a:lnSpc>
              <a:spcBef>
                <a:spcPts val="600"/>
              </a:spcBef>
            </a:pPr>
            <a:r>
              <a:rPr lang="en-US" sz="2400" dirty="0">
                <a:latin typeface="Times New Roman" panose="02020603050405020304" pitchFamily="18" charset="0"/>
                <a:cs typeface="Times New Roman" panose="02020603050405020304" pitchFamily="18" charset="0"/>
              </a:rPr>
              <a:t>Step 4: END </a:t>
            </a:r>
            <a:br>
              <a:rPr lang="en-US" sz="2400" dirty="0"/>
            </a:br>
            <a:endParaRPr lang="en-US" dirty="0"/>
          </a:p>
        </p:txBody>
      </p:sp>
      <p:pic>
        <p:nvPicPr>
          <p:cNvPr id="5122" name="Picture 2"/>
          <p:cNvPicPr>
            <a:picLocks noGrp="1" noChangeAspect="1" noChangeArrowheads="1"/>
          </p:cNvPicPr>
          <p:nvPr>
            <p:ph idx="1"/>
          </p:nvPr>
        </p:nvPicPr>
        <p:blipFill>
          <a:blip r:embed="R8d5fc920d83646d7"/>
          <a:srcRect/>
          <a:stretch>
            <a:fillRect/>
          </a:stretch>
        </p:blipFill>
        <p:spPr bwMode="auto">
          <a:xfrm>
            <a:off x="3769947" y="3949015"/>
            <a:ext cx="5219700" cy="253365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7997032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030E1-57DB-2E76-553C-9E6291397315}"/>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32331289-0F83-C874-8541-EB2D71B86B92}"/>
              </a:ext>
            </a:extLst>
          </p:cNvPr>
          <p:cNvPicPr>
            <a:picLocks noChangeAspect="1" noChangeArrowheads="1"/>
          </p:cNvPicPr>
          <p:nvPr/>
        </p:nvPicPr>
        <p:blipFill>
          <a:blip r:embed="R8335d72d69c847c3">
            <a:extLst>
              <a:ext uri="{28A0092B-C50C-407E-A947-70E740481C1C}">
                <a14:useLocalDpi xmlns:a14="http://schemas.microsoft.com/office/drawing/2010/main" val="0"/>
              </a:ext>
            </a:extLst>
          </a:blip>
          <a:srcRect/>
          <a:stretch>
            <a:fillRect/>
          </a:stretch>
        </p:blipFill>
        <p:spPr bwMode="auto">
          <a:xfrm>
            <a:off x="33908" y="-254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9D11BD78-C914-7560-4345-53A23A775AFE}"/>
              </a:ext>
            </a:extLst>
          </p:cNvPr>
          <p:cNvSpPr>
            <a:spLocks noChangeArrowheads="1"/>
          </p:cNvSpPr>
          <p:nvPr/>
        </p:nvSpPr>
        <p:spPr bwMode="auto">
          <a:xfrm>
            <a:off x="285478" y="268195"/>
            <a:ext cx="84629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E31E24"/>
                </a:solidFill>
                <a:cs typeface="Times New Roman" panose="02020603050405020304" pitchFamily="18" charset="0"/>
                <a:sym typeface="Arial"/>
              </a:rPr>
              <a:t>Top of Peek Operation</a:t>
            </a:r>
            <a:endParaRPr lang="en-IN" sz="3600"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5B2718F-3579-CEEC-BF33-7CE4F595792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CDC220-9BC0-29FA-0653-F4B68BFE9762}"/>
              </a:ext>
            </a:extLst>
          </p:cNvPr>
          <p:cNvPicPr>
            <a:picLocks noChangeAspect="1"/>
          </p:cNvPicPr>
          <p:nvPr/>
        </p:nvPicPr>
        <p:blipFill>
          <a:blip r:embed="R5b7d7c3bf748433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67C9939-6E1F-63A0-131E-3B0C39AD083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E156926-BC69-6085-3024-730243511F3B}"/>
              </a:ext>
            </a:extLst>
          </p:cNvPr>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1" name="Rectangle 10">
            <a:extLst>
              <a:ext uri="{FF2B5EF4-FFF2-40B4-BE49-F238E27FC236}">
                <a16:creationId xmlns:a16="http://schemas.microsoft.com/office/drawing/2014/main" id="{B234DA10-7844-77F7-0647-2E6800EB48C9}"/>
              </a:ext>
            </a:extLst>
          </p:cNvPr>
          <p:cNvSpPr/>
          <p:nvPr/>
        </p:nvSpPr>
        <p:spPr>
          <a:xfrm>
            <a:off x="381000" y="1371600"/>
            <a:ext cx="7924800" cy="3550011"/>
          </a:xfrm>
          <a:prstGeom prst="rect">
            <a:avLst/>
          </a:prstGeom>
        </p:spPr>
        <p:txBody>
          <a:bodyPr wrap="square">
            <a:spAutoFit/>
          </a:bodyPr>
          <a:lstStyle/>
          <a:p>
            <a:pPr>
              <a:spcBef>
                <a:spcPts val="600"/>
              </a:spcBef>
            </a:pPr>
            <a:r>
              <a:rPr lang="en-US" sz="2400" b="1" dirty="0">
                <a:latin typeface="Times New Roman" panose="02020603050405020304" pitchFamily="18" charset="0"/>
                <a:cs typeface="Times New Roman" panose="02020603050405020304" pitchFamily="18" charset="0"/>
              </a:rPr>
              <a:t>Algorithm:</a:t>
            </a:r>
          </a:p>
          <a:p>
            <a:pPr>
              <a:lnSpc>
                <a:spcPct val="150000"/>
              </a:lnSpc>
              <a:spcBef>
                <a:spcPts val="600"/>
              </a:spcBef>
            </a:pPr>
            <a:r>
              <a:rPr lang="en-IN" sz="2400" dirty="0">
                <a:latin typeface="Times New Roman" panose="02020603050405020304" pitchFamily="18" charset="0"/>
                <a:cs typeface="Times New Roman" panose="02020603050405020304" pitchFamily="18" charset="0"/>
              </a:rPr>
              <a:t>Step-1: If TOP = NULL</a:t>
            </a:r>
          </a:p>
          <a:p>
            <a:pPr>
              <a:lnSpc>
                <a:spcPct val="150000"/>
              </a:lnSpc>
              <a:spcBef>
                <a:spcPts val="600"/>
              </a:spcBef>
            </a:pPr>
            <a:r>
              <a:rPr lang="en-IN" sz="2400" dirty="0">
                <a:latin typeface="Times New Roman" panose="02020603050405020304" pitchFamily="18" charset="0"/>
                <a:cs typeface="Times New Roman" panose="02020603050405020304" pitchFamily="18" charset="0"/>
              </a:rPr>
              <a:t>PRINT “Stack is Empty”</a:t>
            </a:r>
          </a:p>
          <a:p>
            <a:pPr>
              <a:lnSpc>
                <a:spcPct val="150000"/>
              </a:lnSpc>
              <a:spcBef>
                <a:spcPts val="600"/>
              </a:spcBef>
            </a:pPr>
            <a:r>
              <a:rPr lang="en-IN" sz="2400" dirty="0">
                <a:latin typeface="Times New Roman" panose="02020603050405020304" pitchFamily="18" charset="0"/>
                <a:cs typeface="Times New Roman" panose="02020603050405020304" pitchFamily="18" charset="0"/>
              </a:rPr>
              <a:t>Goto Step 3</a:t>
            </a:r>
          </a:p>
          <a:p>
            <a:pPr>
              <a:lnSpc>
                <a:spcPct val="150000"/>
              </a:lnSpc>
              <a:spcBef>
                <a:spcPts val="600"/>
              </a:spcBef>
            </a:pPr>
            <a:r>
              <a:rPr lang="en-IN" sz="2400" dirty="0">
                <a:latin typeface="Times New Roman" panose="02020603050405020304" pitchFamily="18" charset="0"/>
                <a:cs typeface="Times New Roman" panose="02020603050405020304" pitchFamily="18" charset="0"/>
              </a:rPr>
              <a:t>Step-2: Return Stack[TOP]</a:t>
            </a:r>
          </a:p>
          <a:p>
            <a:pPr>
              <a:lnSpc>
                <a:spcPct val="150000"/>
              </a:lnSpc>
              <a:spcBef>
                <a:spcPts val="600"/>
              </a:spcBef>
            </a:pPr>
            <a:r>
              <a:rPr lang="en-IN" sz="2400" dirty="0">
                <a:latin typeface="Times New Roman" panose="02020603050405020304" pitchFamily="18" charset="0"/>
                <a:cs typeface="Times New Roman" panose="02020603050405020304" pitchFamily="18" charset="0"/>
              </a:rPr>
              <a:t>Step-3: END</a:t>
            </a:r>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5FB90AB-9C5D-2D11-A876-886E0C337753}"/>
              </a:ext>
            </a:extLst>
          </p:cNvPr>
          <p:cNvSpPr>
            <a:spLocks noGrp="1"/>
          </p:cNvSpPr>
          <p:nvPr>
            <p:ph type="ftr" sz="quarter" idx="11"/>
          </p:nvPr>
        </p:nvSpPr>
        <p:spPr/>
        <p:txBody>
          <a:bodyPr/>
          <a:lstStyle/>
          <a:p>
            <a:r>
              <a:rPr lang="en-IN"/>
              <a:t>Data  Structure         Unit2  </a:t>
            </a:r>
          </a:p>
        </p:txBody>
      </p:sp>
      <p:pic>
        <p:nvPicPr>
          <p:cNvPr id="10" name="Content Placeholder 9">
            <a:extLst>
              <a:ext uri="{FF2B5EF4-FFF2-40B4-BE49-F238E27FC236}">
                <a16:creationId xmlns:a16="http://schemas.microsoft.com/office/drawing/2014/main" id="{83810F3F-D17C-7AA7-29C0-B3202F6E51EE}"/>
              </a:ext>
            </a:extLst>
          </p:cNvPr>
          <p:cNvPicPr>
            <a:picLocks noGrp="1" noChangeAspect="1"/>
          </p:cNvPicPr>
          <p:nvPr>
            <p:ph idx="1"/>
          </p:nvPr>
        </p:nvPicPr>
        <p:blipFill>
          <a:blip r:embed="R95f54f9e73de40e3"/>
          <a:srcRect l="6452" t="11579" r="16129"/>
          <a:stretch>
            <a:fillRect/>
          </a:stretch>
        </p:blipFill>
        <p:spPr>
          <a:xfrm>
            <a:off x="5015287" y="1714955"/>
            <a:ext cx="3542083" cy="2889594"/>
          </a:xfrm>
          <a:prstGeom prst="rect">
            <a:avLst/>
          </a:prstGeom>
        </p:spPr>
      </p:pic>
      <p:sp>
        <p:nvSpPr>
          <p:cNvPr id="13" name="TextBox 12">
            <a:extLst>
              <a:ext uri="{FF2B5EF4-FFF2-40B4-BE49-F238E27FC236}">
                <a16:creationId xmlns:a16="http://schemas.microsoft.com/office/drawing/2014/main" id="{1054E722-2412-6E75-748D-E964D2B609E4}"/>
              </a:ext>
            </a:extLst>
          </p:cNvPr>
          <p:cNvSpPr txBox="1"/>
          <p:nvPr/>
        </p:nvSpPr>
        <p:spPr>
          <a:xfrm>
            <a:off x="1023964" y="5211777"/>
            <a:ext cx="6921500" cy="584775"/>
          </a:xfrm>
          <a:prstGeom prst="rect">
            <a:avLst/>
          </a:prstGeom>
          <a:noFill/>
        </p:spPr>
        <p:txBody>
          <a:bodyPr wrap="square">
            <a:spAutoFit/>
          </a:bodyPr>
          <a:lstStyle/>
          <a:p>
            <a:r>
              <a:rPr lang="en-IN" sz="1600" dirty="0">
                <a:hlinkClick r:id="rcId7a7199589cba4445"/>
              </a:rPr>
              <a:t>https://www.geeksforgeeks.org/dsa/introduction-to-stack-data-structure-and-algorithm-tutorials/</a:t>
            </a:r>
            <a:endParaRPr lang="en-IN" dirty="0"/>
          </a:p>
        </p:txBody>
      </p:sp>
    </p:spTree>
    <p:extLst>
      <p:ext uri="{BB962C8B-B14F-4D97-AF65-F5344CB8AC3E}">
        <p14:creationId xmlns:p14="http://schemas.microsoft.com/office/powerpoint/2010/main" val="271475954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EADA-EB26-850F-CB0D-5A564821A732}"/>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D5543106-543D-7CB0-4D3F-DC9BDDBCADD8}"/>
              </a:ext>
            </a:extLst>
          </p:cNvPr>
          <p:cNvPicPr>
            <a:picLocks noChangeAspect="1" noChangeArrowheads="1"/>
          </p:cNvPicPr>
          <p:nvPr/>
        </p:nvPicPr>
        <p:blipFill>
          <a:blip r:embed="Ra2a0207937c745e6">
            <a:extLst>
              <a:ext uri="{28A0092B-C50C-407E-A947-70E740481C1C}">
                <a14:useLocalDpi xmlns:a14="http://schemas.microsoft.com/office/drawing/2010/main" val="0"/>
              </a:ext>
            </a:extLst>
          </a:blip>
          <a:srcRect/>
          <a:stretch>
            <a:fillRect/>
          </a:stretch>
        </p:blipFill>
        <p:spPr bwMode="auto">
          <a:xfrm>
            <a:off x="33908" y="-254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7CB13598-687B-97E4-D3D8-378EA0E56FA2}"/>
              </a:ext>
            </a:extLst>
          </p:cNvPr>
          <p:cNvSpPr>
            <a:spLocks noChangeArrowheads="1"/>
          </p:cNvSpPr>
          <p:nvPr/>
        </p:nvSpPr>
        <p:spPr bwMode="auto">
          <a:xfrm>
            <a:off x="285478" y="268195"/>
            <a:ext cx="84629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600" dirty="0" err="1">
                <a:solidFill>
                  <a:srgbClr val="E31E24"/>
                </a:solidFill>
                <a:cs typeface="Times New Roman" panose="02020603050405020304" pitchFamily="18" charset="0"/>
                <a:sym typeface="Arial"/>
              </a:rPr>
              <a:t>isEmpty</a:t>
            </a:r>
            <a:r>
              <a:rPr lang="en-IN" sz="3600" dirty="0">
                <a:solidFill>
                  <a:srgbClr val="E31E24"/>
                </a:solidFill>
                <a:cs typeface="Times New Roman" panose="02020603050405020304" pitchFamily="18" charset="0"/>
                <a:sym typeface="Arial"/>
              </a:rPr>
              <a:t> Operation</a:t>
            </a:r>
          </a:p>
        </p:txBody>
      </p:sp>
      <p:cxnSp>
        <p:nvCxnSpPr>
          <p:cNvPr id="7" name="Straight Connector 6">
            <a:extLst>
              <a:ext uri="{FF2B5EF4-FFF2-40B4-BE49-F238E27FC236}">
                <a16:creationId xmlns:a16="http://schemas.microsoft.com/office/drawing/2014/main" id="{8343B68A-3662-4965-A5B1-F0E9A92EADD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23E01E3-254B-0623-6741-FBF1FF6207BF}"/>
              </a:ext>
            </a:extLst>
          </p:cNvPr>
          <p:cNvPicPr>
            <a:picLocks noChangeAspect="1"/>
          </p:cNvPicPr>
          <p:nvPr/>
        </p:nvPicPr>
        <p:blipFill>
          <a:blip r:embed="Rac454eadd18c4b5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DAF15CD-972C-3393-BB4F-F9AD7DE26E5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39CDA53-9704-5D5A-421E-D44D8C64D2C2}"/>
              </a:ext>
            </a:extLst>
          </p:cNvPr>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1" name="Rectangle 10">
            <a:extLst>
              <a:ext uri="{FF2B5EF4-FFF2-40B4-BE49-F238E27FC236}">
                <a16:creationId xmlns:a16="http://schemas.microsoft.com/office/drawing/2014/main" id="{06812C2C-0294-F04B-1AD3-8B0CDC7AC1A8}"/>
              </a:ext>
            </a:extLst>
          </p:cNvPr>
          <p:cNvSpPr/>
          <p:nvPr/>
        </p:nvSpPr>
        <p:spPr>
          <a:xfrm>
            <a:off x="237281" y="1356490"/>
            <a:ext cx="4601722" cy="3950120"/>
          </a:xfrm>
          <a:prstGeom prst="rect">
            <a:avLst/>
          </a:prstGeom>
        </p:spPr>
        <p:txBody>
          <a:bodyPr wrap="square">
            <a:spAutoFit/>
          </a:bodyPr>
          <a:lstStyle/>
          <a:p>
            <a:pPr algn="just">
              <a:spcBef>
                <a:spcPts val="600"/>
              </a:spcBef>
            </a:pPr>
            <a:r>
              <a:rPr lang="en-US" sz="2400" b="1" dirty="0">
                <a:latin typeface="Times New Roman" panose="02020603050405020304" pitchFamily="18" charset="0"/>
                <a:cs typeface="Times New Roman" panose="02020603050405020304" pitchFamily="18" charset="0"/>
              </a:rPr>
              <a:t>Algorithm:</a:t>
            </a:r>
          </a:p>
          <a:p>
            <a:pPr marL="457200" indent="-457200" algn="just" fontAlgn="base">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for the value of </a:t>
            </a:r>
            <a:r>
              <a:rPr lang="en-IN" sz="2400" b="1" dirty="0">
                <a:latin typeface="Times New Roman" panose="02020603050405020304" pitchFamily="18" charset="0"/>
                <a:cs typeface="Times New Roman" panose="02020603050405020304" pitchFamily="18" charset="0"/>
              </a:rPr>
              <a:t>top </a:t>
            </a:r>
            <a:r>
              <a:rPr lang="en-IN" sz="2400" dirty="0">
                <a:latin typeface="Times New Roman" panose="02020603050405020304" pitchFamily="18" charset="0"/>
                <a:cs typeface="Times New Roman" panose="02020603050405020304" pitchFamily="18" charset="0"/>
              </a:rPr>
              <a:t>in stack.</a:t>
            </a:r>
          </a:p>
          <a:p>
            <a:pPr marL="457200" indent="-457200" algn="just" fontAlgn="base">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a:t>
            </a:r>
            <a:r>
              <a:rPr lang="en-IN" sz="2400" b="1" dirty="0">
                <a:latin typeface="Times New Roman" panose="02020603050405020304" pitchFamily="18" charset="0"/>
                <a:cs typeface="Times New Roman" panose="02020603050405020304" pitchFamily="18" charset="0"/>
              </a:rPr>
              <a:t>(top == -1)</a:t>
            </a:r>
            <a:r>
              <a:rPr lang="en-IN" sz="2400" dirty="0">
                <a:latin typeface="Times New Roman" panose="02020603050405020304" pitchFamily="18" charset="0"/>
                <a:cs typeface="Times New Roman" panose="02020603050405020304" pitchFamily="18" charset="0"/>
              </a:rPr>
              <a:t>, then the stack is </a:t>
            </a:r>
            <a:r>
              <a:rPr lang="en-IN" sz="2400" b="1" dirty="0">
                <a:latin typeface="Times New Roman" panose="02020603050405020304" pitchFamily="18" charset="0"/>
                <a:cs typeface="Times New Roman" panose="02020603050405020304" pitchFamily="18" charset="0"/>
              </a:rPr>
              <a:t>empty </a:t>
            </a:r>
            <a:r>
              <a:rPr lang="en-IN" sz="2400" dirty="0">
                <a:latin typeface="Times New Roman" panose="02020603050405020304" pitchFamily="18" charset="0"/>
                <a:cs typeface="Times New Roman" panose="02020603050405020304" pitchFamily="18" charset="0"/>
              </a:rPr>
              <a:t>so return </a:t>
            </a:r>
            <a:r>
              <a:rPr lang="en-IN" sz="2400" b="1" dirty="0">
                <a:latin typeface="Times New Roman" panose="02020603050405020304" pitchFamily="18" charset="0"/>
                <a:cs typeface="Times New Roman" panose="02020603050405020304" pitchFamily="18" charset="0"/>
              </a:rPr>
              <a:t>true </a:t>
            </a:r>
            <a:r>
              <a:rPr lang="en-IN" sz="2400" dirty="0">
                <a:latin typeface="Times New Roman" panose="02020603050405020304" pitchFamily="18" charset="0"/>
                <a:cs typeface="Times New Roman" panose="02020603050405020304" pitchFamily="18" charset="0"/>
              </a:rPr>
              <a:t>.</a:t>
            </a:r>
          </a:p>
          <a:p>
            <a:pPr marL="457200" indent="-457200" algn="just" fontAlgn="base">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Otherwise, the stack is not empty so return </a:t>
            </a:r>
            <a:r>
              <a:rPr lang="en-IN" sz="2400" b="1" dirty="0">
                <a:latin typeface="Times New Roman" panose="02020603050405020304" pitchFamily="18" charset="0"/>
                <a:cs typeface="Times New Roman" panose="02020603050405020304" pitchFamily="18" charset="0"/>
              </a:rPr>
              <a:t>false </a:t>
            </a:r>
            <a:r>
              <a:rPr lang="en-IN" sz="2400" dirty="0">
                <a:latin typeface="Times New Roman" panose="02020603050405020304" pitchFamily="18" charset="0"/>
                <a:cs typeface="Times New Roman" panose="02020603050405020304" pitchFamily="18" charset="0"/>
              </a:rPr>
              <a:t>.</a:t>
            </a:r>
          </a:p>
        </p:txBody>
      </p:sp>
      <p:sp>
        <p:nvSpPr>
          <p:cNvPr id="3" name="Footer Placeholder 2">
            <a:extLst>
              <a:ext uri="{FF2B5EF4-FFF2-40B4-BE49-F238E27FC236}">
                <a16:creationId xmlns:a16="http://schemas.microsoft.com/office/drawing/2014/main" id="{3AD4C485-3D48-148E-6BE8-7B9BCDDE0AB4}"/>
              </a:ext>
            </a:extLst>
          </p:cNvPr>
          <p:cNvSpPr>
            <a:spLocks noGrp="1"/>
          </p:cNvSpPr>
          <p:nvPr>
            <p:ph type="ftr" sz="quarter" idx="11"/>
          </p:nvPr>
        </p:nvSpPr>
        <p:spPr/>
        <p:txBody>
          <a:bodyPr/>
          <a:lstStyle/>
          <a:p>
            <a:r>
              <a:rPr lang="en-IN"/>
              <a:t>Data  Structure         Unit2  </a:t>
            </a:r>
          </a:p>
        </p:txBody>
      </p:sp>
      <p:sp>
        <p:nvSpPr>
          <p:cNvPr id="13" name="TextBox 12">
            <a:extLst>
              <a:ext uri="{FF2B5EF4-FFF2-40B4-BE49-F238E27FC236}">
                <a16:creationId xmlns:a16="http://schemas.microsoft.com/office/drawing/2014/main" id="{B34DF54C-4BD5-2F7F-B3BA-80DA0880CD47}"/>
              </a:ext>
            </a:extLst>
          </p:cNvPr>
          <p:cNvSpPr txBox="1"/>
          <p:nvPr/>
        </p:nvSpPr>
        <p:spPr>
          <a:xfrm>
            <a:off x="1277888" y="5588020"/>
            <a:ext cx="6921500" cy="584775"/>
          </a:xfrm>
          <a:prstGeom prst="rect">
            <a:avLst/>
          </a:prstGeom>
          <a:noFill/>
        </p:spPr>
        <p:txBody>
          <a:bodyPr wrap="square">
            <a:spAutoFit/>
          </a:bodyPr>
          <a:lstStyle/>
          <a:p>
            <a:r>
              <a:rPr lang="en-IN" sz="1600" dirty="0">
                <a:hlinkClick r:id="rcId4493608350ab4744"/>
              </a:rPr>
              <a:t>https://www.geeksforgeeks.org/dsa/introduction-to-stack-data-structure-and-algorithm-tutorials/</a:t>
            </a:r>
            <a:endParaRPr lang="en-IN" dirty="0"/>
          </a:p>
        </p:txBody>
      </p:sp>
      <p:pic>
        <p:nvPicPr>
          <p:cNvPr id="12" name="Picture 11">
            <a:extLst>
              <a:ext uri="{FF2B5EF4-FFF2-40B4-BE49-F238E27FC236}">
                <a16:creationId xmlns:a16="http://schemas.microsoft.com/office/drawing/2014/main" id="{AD4E7F2A-FA92-E0C2-4BED-1647E370CE54}"/>
              </a:ext>
            </a:extLst>
          </p:cNvPr>
          <p:cNvPicPr>
            <a:picLocks noChangeAspect="1"/>
          </p:cNvPicPr>
          <p:nvPr/>
        </p:nvPicPr>
        <p:blipFill>
          <a:blip r:embed="R9f557041c90244df"/>
          <a:srcRect l="11667" t="26607" r="10000" b="9618"/>
          <a:stretch>
            <a:fillRect/>
          </a:stretch>
        </p:blipFill>
        <p:spPr>
          <a:xfrm>
            <a:off x="5054952" y="2458703"/>
            <a:ext cx="3765594" cy="2192792"/>
          </a:xfrm>
          <a:prstGeom prst="rect">
            <a:avLst/>
          </a:prstGeom>
        </p:spPr>
      </p:pic>
    </p:spTree>
    <p:extLst>
      <p:ext uri="{BB962C8B-B14F-4D97-AF65-F5344CB8AC3E}">
        <p14:creationId xmlns:p14="http://schemas.microsoft.com/office/powerpoint/2010/main" val="417031253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0E64-936A-0315-24AB-B5B87EE588CC}"/>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6B750ADD-98CD-2B54-16C2-0DAEA689BC14}"/>
              </a:ext>
            </a:extLst>
          </p:cNvPr>
          <p:cNvPicPr>
            <a:picLocks noChangeAspect="1" noChangeArrowheads="1"/>
          </p:cNvPicPr>
          <p:nvPr/>
        </p:nvPicPr>
        <p:blipFill>
          <a:blip r:embed="Rca35da501af44050">
            <a:extLst>
              <a:ext uri="{28A0092B-C50C-407E-A947-70E740481C1C}">
                <a14:useLocalDpi xmlns:a14="http://schemas.microsoft.com/office/drawing/2010/main" val="0"/>
              </a:ext>
            </a:extLst>
          </a:blip>
          <a:srcRect/>
          <a:stretch>
            <a:fillRect/>
          </a:stretch>
        </p:blipFill>
        <p:spPr bwMode="auto">
          <a:xfrm>
            <a:off x="33908" y="-254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181A122-D6ED-A8B6-30D1-42D0B45E7007}"/>
              </a:ext>
            </a:extLst>
          </p:cNvPr>
          <p:cNvSpPr>
            <a:spLocks noChangeArrowheads="1"/>
          </p:cNvSpPr>
          <p:nvPr/>
        </p:nvSpPr>
        <p:spPr bwMode="auto">
          <a:xfrm>
            <a:off x="103414" y="268195"/>
            <a:ext cx="8645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600" dirty="0" err="1">
                <a:solidFill>
                  <a:srgbClr val="E31E24"/>
                </a:solidFill>
                <a:cs typeface="Times New Roman" panose="02020603050405020304" pitchFamily="18" charset="0"/>
                <a:sym typeface="Arial"/>
              </a:rPr>
              <a:t>isFull</a:t>
            </a:r>
            <a:r>
              <a:rPr lang="en-IN" sz="3600" dirty="0">
                <a:solidFill>
                  <a:srgbClr val="E31E24"/>
                </a:solidFill>
                <a:cs typeface="Times New Roman" panose="02020603050405020304" pitchFamily="18" charset="0"/>
                <a:sym typeface="Arial"/>
              </a:rPr>
              <a:t> Operation</a:t>
            </a:r>
          </a:p>
        </p:txBody>
      </p:sp>
      <p:cxnSp>
        <p:nvCxnSpPr>
          <p:cNvPr id="7" name="Straight Connector 6">
            <a:extLst>
              <a:ext uri="{FF2B5EF4-FFF2-40B4-BE49-F238E27FC236}">
                <a16:creationId xmlns:a16="http://schemas.microsoft.com/office/drawing/2014/main" id="{57A8018F-9C15-C9A5-B9E3-B9E782E04C4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F0EEC00-2B85-40E9-9632-EE9F78472A6D}"/>
              </a:ext>
            </a:extLst>
          </p:cNvPr>
          <p:cNvPicPr>
            <a:picLocks noChangeAspect="1"/>
          </p:cNvPicPr>
          <p:nvPr/>
        </p:nvPicPr>
        <p:blipFill>
          <a:blip r:embed="R730614211f804e7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B4076F-C677-36CC-B995-09714BC1231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24D0749-5CF0-C6AA-391F-91CA7013E9C6}"/>
              </a:ext>
            </a:extLst>
          </p:cNvPr>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1" name="Rectangle 10">
            <a:extLst>
              <a:ext uri="{FF2B5EF4-FFF2-40B4-BE49-F238E27FC236}">
                <a16:creationId xmlns:a16="http://schemas.microsoft.com/office/drawing/2014/main" id="{AC3EA2E2-0031-81B7-1ABB-2FD076A63DE0}"/>
              </a:ext>
            </a:extLst>
          </p:cNvPr>
          <p:cNvSpPr/>
          <p:nvPr/>
        </p:nvSpPr>
        <p:spPr>
          <a:xfrm>
            <a:off x="237281" y="1356490"/>
            <a:ext cx="4601722" cy="3903954"/>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Algorithm:</a:t>
            </a:r>
          </a:p>
          <a:p>
            <a:pPr marL="457200" indent="-457200"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for the value of top in stack.</a:t>
            </a:r>
          </a:p>
          <a:p>
            <a:pPr marL="457200" indent="-457200"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(top == capacity-1), then the stack is full so return true.</a:t>
            </a:r>
          </a:p>
          <a:p>
            <a:pPr marL="457200" indent="-457200"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Otherwise, the stack is not full so return false.</a:t>
            </a:r>
          </a:p>
        </p:txBody>
      </p:sp>
      <p:sp>
        <p:nvSpPr>
          <p:cNvPr id="3" name="Footer Placeholder 2">
            <a:extLst>
              <a:ext uri="{FF2B5EF4-FFF2-40B4-BE49-F238E27FC236}">
                <a16:creationId xmlns:a16="http://schemas.microsoft.com/office/drawing/2014/main" id="{5305CD5D-E86E-856B-8496-CCAF827BE3B9}"/>
              </a:ext>
            </a:extLst>
          </p:cNvPr>
          <p:cNvSpPr>
            <a:spLocks noGrp="1"/>
          </p:cNvSpPr>
          <p:nvPr>
            <p:ph type="ftr" sz="quarter" idx="11"/>
          </p:nvPr>
        </p:nvSpPr>
        <p:spPr/>
        <p:txBody>
          <a:bodyPr/>
          <a:lstStyle/>
          <a:p>
            <a:r>
              <a:rPr lang="en-IN"/>
              <a:t>Data  Structure         Unit2  </a:t>
            </a:r>
          </a:p>
        </p:txBody>
      </p:sp>
      <p:sp>
        <p:nvSpPr>
          <p:cNvPr id="13" name="TextBox 12">
            <a:extLst>
              <a:ext uri="{FF2B5EF4-FFF2-40B4-BE49-F238E27FC236}">
                <a16:creationId xmlns:a16="http://schemas.microsoft.com/office/drawing/2014/main" id="{CB47170B-F685-0986-3947-E2063534339B}"/>
              </a:ext>
            </a:extLst>
          </p:cNvPr>
          <p:cNvSpPr txBox="1"/>
          <p:nvPr/>
        </p:nvSpPr>
        <p:spPr>
          <a:xfrm>
            <a:off x="685800" y="5433020"/>
            <a:ext cx="6921500" cy="923330"/>
          </a:xfrm>
          <a:prstGeom prst="rect">
            <a:avLst/>
          </a:prstGeom>
          <a:noFill/>
        </p:spPr>
        <p:txBody>
          <a:bodyPr wrap="square">
            <a:spAutoFit/>
          </a:bodyPr>
          <a:lstStyle/>
          <a:p>
            <a:r>
              <a:rPr lang="en-IN">
                <a:hlinkClick r:id="rcId06d054f975a14c4b"/>
              </a:rPr>
              <a:t>https://www.geeksforgeeks.org/dsa/introduction-to-stack-data-structure-and-algorithm-tutorials/</a:t>
            </a:r>
            <a:endParaRPr lang="en-IN"/>
          </a:p>
          <a:p>
            <a:endParaRPr lang="en-IN"/>
          </a:p>
        </p:txBody>
      </p:sp>
      <p:pic>
        <p:nvPicPr>
          <p:cNvPr id="8" name="Picture 7">
            <a:extLst>
              <a:ext uri="{FF2B5EF4-FFF2-40B4-BE49-F238E27FC236}">
                <a16:creationId xmlns:a16="http://schemas.microsoft.com/office/drawing/2014/main" id="{CF3994A6-DBDE-BFA8-C9D9-F9BD896E38E9}"/>
              </a:ext>
            </a:extLst>
          </p:cNvPr>
          <p:cNvPicPr>
            <a:picLocks noChangeAspect="1"/>
          </p:cNvPicPr>
          <p:nvPr/>
        </p:nvPicPr>
        <p:blipFill>
          <a:blip r:embed="R0eff74730d9b4a0f"/>
          <a:srcRect l="11667" t="25147" r="14054" b="7327"/>
          <a:stretch>
            <a:fillRect/>
          </a:stretch>
        </p:blipFill>
        <p:spPr>
          <a:xfrm>
            <a:off x="4788024" y="2256697"/>
            <a:ext cx="3900433" cy="2434184"/>
          </a:xfrm>
          <a:prstGeom prst="rect">
            <a:avLst/>
          </a:prstGeom>
        </p:spPr>
      </p:pic>
    </p:spTree>
    <p:extLst>
      <p:ext uri="{BB962C8B-B14F-4D97-AF65-F5344CB8AC3E}">
        <p14:creationId xmlns:p14="http://schemas.microsoft.com/office/powerpoint/2010/main" val="205663212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1827-761D-A53D-E6E4-5681300E0F6A}"/>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EA61EFEA-027D-01ED-B143-25E6315EEF05}"/>
              </a:ext>
            </a:extLst>
          </p:cNvPr>
          <p:cNvPicPr>
            <a:picLocks noChangeAspect="1" noChangeArrowheads="1"/>
          </p:cNvPicPr>
          <p:nvPr/>
        </p:nvPicPr>
        <p:blipFill>
          <a:blip r:embed="Ra355a2b241b142d1">
            <a:extLst>
              <a:ext uri="{28A0092B-C50C-407E-A947-70E740481C1C}">
                <a14:useLocalDpi xmlns:a14="http://schemas.microsoft.com/office/drawing/2010/main" val="0"/>
              </a:ext>
            </a:extLst>
          </a:blip>
          <a:srcRect/>
          <a:stretch>
            <a:fillRect/>
          </a:stretch>
        </p:blipFill>
        <p:spPr bwMode="auto">
          <a:xfrm>
            <a:off x="33908" y="-254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C8A6C59A-BADE-9336-144D-B7429C5D0CDB}"/>
              </a:ext>
            </a:extLst>
          </p:cNvPr>
          <p:cNvSpPr>
            <a:spLocks noChangeArrowheads="1"/>
          </p:cNvSpPr>
          <p:nvPr/>
        </p:nvSpPr>
        <p:spPr bwMode="auto">
          <a:xfrm>
            <a:off x="103414" y="268195"/>
            <a:ext cx="8645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600" dirty="0">
                <a:solidFill>
                  <a:srgbClr val="E31E24"/>
                </a:solidFill>
                <a:cs typeface="Times New Roman" panose="02020603050405020304" pitchFamily="18" charset="0"/>
                <a:sym typeface="Arial"/>
              </a:rPr>
              <a:t>Check for Understanding </a:t>
            </a:r>
          </a:p>
        </p:txBody>
      </p:sp>
      <p:cxnSp>
        <p:nvCxnSpPr>
          <p:cNvPr id="7" name="Straight Connector 6">
            <a:extLst>
              <a:ext uri="{FF2B5EF4-FFF2-40B4-BE49-F238E27FC236}">
                <a16:creationId xmlns:a16="http://schemas.microsoft.com/office/drawing/2014/main" id="{E195928A-05AB-5AD5-4D2B-5EF9D00D4A1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9A101DB-A9B4-E6E5-9950-41BF1A1B57FF}"/>
              </a:ext>
            </a:extLst>
          </p:cNvPr>
          <p:cNvPicPr>
            <a:picLocks noChangeAspect="1"/>
          </p:cNvPicPr>
          <p:nvPr/>
        </p:nvPicPr>
        <p:blipFill>
          <a:blip r:embed="R235f3e37edd04fe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58C0C8A-5921-4249-953E-DF730FD0787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464630A-5CAC-B401-7CB8-2B29188CA0E9}"/>
              </a:ext>
            </a:extLst>
          </p:cNvPr>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1" name="Rectangle 10">
            <a:extLst>
              <a:ext uri="{FF2B5EF4-FFF2-40B4-BE49-F238E27FC236}">
                <a16:creationId xmlns:a16="http://schemas.microsoft.com/office/drawing/2014/main" id="{39C8D42A-22A9-CAA5-891B-84C1812D27F0}"/>
              </a:ext>
            </a:extLst>
          </p:cNvPr>
          <p:cNvSpPr/>
          <p:nvPr/>
        </p:nvSpPr>
        <p:spPr>
          <a:xfrm>
            <a:off x="237280" y="1356490"/>
            <a:ext cx="7575079" cy="1687513"/>
          </a:xfrm>
          <a:prstGeom prst="rect">
            <a:avLst/>
          </a:prstGeom>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 What happens when we push into a full stack?</a:t>
            </a:r>
          </a:p>
          <a:p>
            <a:pPr>
              <a:lnSpc>
                <a:spcPct val="150000"/>
              </a:lnSpc>
            </a:pPr>
            <a:r>
              <a:rPr lang="en-US" sz="2400" dirty="0">
                <a:latin typeface="Times New Roman" panose="02020603050405020304" pitchFamily="18" charset="0"/>
                <a:cs typeface="Times New Roman" panose="02020603050405020304" pitchFamily="18" charset="0"/>
              </a:rPr>
              <a:t>❓ Which end of the stack is used for insertion?</a:t>
            </a:r>
          </a:p>
          <a:p>
            <a:pPr>
              <a:lnSpc>
                <a:spcPct val="150000"/>
              </a:lnSpc>
            </a:pPr>
            <a:r>
              <a:rPr lang="en-US" sz="2400" dirty="0">
                <a:latin typeface="Times New Roman" panose="02020603050405020304" pitchFamily="18" charset="0"/>
                <a:cs typeface="Times New Roman" panose="02020603050405020304" pitchFamily="18" charset="0"/>
              </a:rPr>
              <a:t>❓ What does pop() return?</a:t>
            </a:r>
          </a:p>
        </p:txBody>
      </p:sp>
      <p:sp>
        <p:nvSpPr>
          <p:cNvPr id="3" name="Footer Placeholder 2">
            <a:extLst>
              <a:ext uri="{FF2B5EF4-FFF2-40B4-BE49-F238E27FC236}">
                <a16:creationId xmlns:a16="http://schemas.microsoft.com/office/drawing/2014/main" id="{EDA1F644-8041-5A65-EBD4-27E1131121C0}"/>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89663137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315fe4d3cdb45f7"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467544" y="413266"/>
            <a:ext cx="86764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dirty="0">
                <a:solidFill>
                  <a:srgbClr val="FF0000"/>
                </a:solidFill>
                <a:cs typeface="Times New Roman" pitchFamily="18" charset="0"/>
              </a:rPr>
              <a:t>Code for push &amp; pop operation in Python</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2f28ea69b56b4b3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2" name="Rectangle 11"/>
          <p:cNvSpPr/>
          <p:nvPr/>
        </p:nvSpPr>
        <p:spPr>
          <a:xfrm>
            <a:off x="614772" y="1164437"/>
            <a:ext cx="5018856" cy="4539704"/>
          </a:xfrm>
          <a:prstGeom prst="rect">
            <a:avLst/>
          </a:prstGeom>
        </p:spPr>
        <p:txBody>
          <a:bodyPr wrap="square">
            <a:spAutoFit/>
          </a:bodyPr>
          <a:lstStyle/>
          <a:p>
            <a:pPr>
              <a:spcBef>
                <a:spcPts val="600"/>
              </a:spcBef>
            </a:pPr>
            <a:r>
              <a:rPr lang="en-US" sz="1600" dirty="0">
                <a:latin typeface="Times New Roman" pitchFamily="18" charset="0"/>
                <a:cs typeface="Times New Roman" pitchFamily="18" charset="0"/>
              </a:rPr>
              <a:t>stack = []</a:t>
            </a:r>
          </a:p>
          <a:p>
            <a:pPr>
              <a:spcBef>
                <a:spcPts val="600"/>
              </a:spcBef>
            </a:pPr>
            <a:endParaRPr lang="en-US" sz="1600" dirty="0">
              <a:latin typeface="Times New Roman" pitchFamily="18" charset="0"/>
              <a:cs typeface="Times New Roman" pitchFamily="18" charset="0"/>
            </a:endParaRPr>
          </a:p>
          <a:p>
            <a:pPr>
              <a:spcBef>
                <a:spcPts val="600"/>
              </a:spcBef>
            </a:pPr>
            <a:r>
              <a:rPr lang="en-US" sz="1600" dirty="0">
                <a:latin typeface="Times New Roman" pitchFamily="18" charset="0"/>
                <a:cs typeface="Times New Roman" pitchFamily="18" charset="0"/>
              </a:rPr>
              <a:t># Push operation</a:t>
            </a:r>
          </a:p>
          <a:p>
            <a:pPr>
              <a:spcBef>
                <a:spcPts val="600"/>
              </a:spcBef>
            </a:pPr>
            <a:r>
              <a:rPr lang="en-US" sz="1600" dirty="0">
                <a:latin typeface="Times New Roman" pitchFamily="18" charset="0"/>
                <a:cs typeface="Times New Roman" pitchFamily="18" charset="0"/>
              </a:rPr>
              <a:t>def push(</a:t>
            </a:r>
            <a:r>
              <a:rPr lang="en-US" sz="1600" dirty="0" err="1">
                <a:latin typeface="Times New Roman" pitchFamily="18" charset="0"/>
                <a:cs typeface="Times New Roman" pitchFamily="18" charset="0"/>
              </a:rPr>
              <a:t>val</a:t>
            </a:r>
            <a:r>
              <a:rPr lang="en-US" sz="1600" dirty="0">
                <a:latin typeface="Times New Roman" pitchFamily="18" charset="0"/>
                <a:cs typeface="Times New Roman" pitchFamily="18" charset="0"/>
              </a:rPr>
              <a:t>):</a:t>
            </a:r>
          </a:p>
          <a:p>
            <a:pPr>
              <a:spcBef>
                <a:spcPts val="600"/>
              </a:spcBef>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stack.append</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val</a:t>
            </a:r>
            <a:r>
              <a:rPr lang="en-US" sz="1600" dirty="0">
                <a:latin typeface="Times New Roman" pitchFamily="18" charset="0"/>
                <a:cs typeface="Times New Roman" pitchFamily="18" charset="0"/>
              </a:rPr>
              <a:t>)</a:t>
            </a:r>
          </a:p>
          <a:p>
            <a:pPr>
              <a:spcBef>
                <a:spcPts val="600"/>
              </a:spcBef>
            </a:pPr>
            <a:r>
              <a:rPr lang="en-US" sz="1600" dirty="0">
                <a:latin typeface="Times New Roman" pitchFamily="18" charset="0"/>
                <a:cs typeface="Times New Roman" pitchFamily="18" charset="0"/>
              </a:rPr>
              <a:t>    print(</a:t>
            </a:r>
            <a:r>
              <a:rPr lang="en-US" sz="1600" dirty="0" err="1">
                <a:latin typeface="Times New Roman" pitchFamily="18" charset="0"/>
                <a:cs typeface="Times New Roman" pitchFamily="18" charset="0"/>
              </a:rPr>
              <a:t>val</a:t>
            </a:r>
            <a:r>
              <a:rPr lang="en-US" sz="1600" dirty="0">
                <a:latin typeface="Times New Roman" pitchFamily="18" charset="0"/>
                <a:cs typeface="Times New Roman" pitchFamily="18" charset="0"/>
              </a:rPr>
              <a:t>, "pushed into stack")</a:t>
            </a:r>
          </a:p>
          <a:p>
            <a:pPr>
              <a:spcBef>
                <a:spcPts val="600"/>
              </a:spcBef>
            </a:pPr>
            <a:endParaRPr lang="en-US" sz="1600" dirty="0">
              <a:latin typeface="Times New Roman" pitchFamily="18" charset="0"/>
              <a:cs typeface="Times New Roman" pitchFamily="18" charset="0"/>
            </a:endParaRPr>
          </a:p>
          <a:p>
            <a:pPr>
              <a:spcBef>
                <a:spcPts val="600"/>
              </a:spcBef>
            </a:pPr>
            <a:r>
              <a:rPr lang="en-US" sz="1600" dirty="0">
                <a:latin typeface="Times New Roman" pitchFamily="18" charset="0"/>
                <a:cs typeface="Times New Roman" pitchFamily="18" charset="0"/>
              </a:rPr>
              <a:t># Pop operation</a:t>
            </a:r>
          </a:p>
          <a:p>
            <a:pPr>
              <a:spcBef>
                <a:spcPts val="600"/>
              </a:spcBef>
            </a:pPr>
            <a:r>
              <a:rPr lang="en-US" sz="1600" dirty="0">
                <a:latin typeface="Times New Roman" pitchFamily="18" charset="0"/>
                <a:cs typeface="Times New Roman" pitchFamily="18" charset="0"/>
              </a:rPr>
              <a:t>def pop():</a:t>
            </a:r>
          </a:p>
          <a:p>
            <a:pPr>
              <a:spcBef>
                <a:spcPts val="600"/>
              </a:spcBef>
            </a:pPr>
            <a:r>
              <a:rPr lang="en-US" sz="1600" dirty="0">
                <a:latin typeface="Times New Roman" pitchFamily="18" charset="0"/>
                <a:cs typeface="Times New Roman" pitchFamily="18" charset="0"/>
              </a:rPr>
              <a:t>    if </a:t>
            </a:r>
            <a:r>
              <a:rPr lang="en-US" sz="1600" dirty="0" err="1">
                <a:latin typeface="Times New Roman" pitchFamily="18" charset="0"/>
                <a:cs typeface="Times New Roman" pitchFamily="18" charset="0"/>
              </a:rPr>
              <a:t>len</a:t>
            </a:r>
            <a:r>
              <a:rPr lang="en-US" sz="1600" dirty="0">
                <a:latin typeface="Times New Roman" pitchFamily="18" charset="0"/>
                <a:cs typeface="Times New Roman" pitchFamily="18" charset="0"/>
              </a:rPr>
              <a:t>(stack) == 0:</a:t>
            </a:r>
          </a:p>
          <a:p>
            <a:pPr>
              <a:spcBef>
                <a:spcPts val="600"/>
              </a:spcBef>
            </a:pPr>
            <a:r>
              <a:rPr lang="en-US" sz="1600" dirty="0">
                <a:latin typeface="Times New Roman" pitchFamily="18" charset="0"/>
                <a:cs typeface="Times New Roman" pitchFamily="18" charset="0"/>
              </a:rPr>
              <a:t>        print("Stack Underflow")</a:t>
            </a:r>
          </a:p>
          <a:p>
            <a:pPr>
              <a:spcBef>
                <a:spcPts val="600"/>
              </a:spcBef>
            </a:pPr>
            <a:r>
              <a:rPr lang="en-US" sz="1600" dirty="0">
                <a:latin typeface="Times New Roman" pitchFamily="18" charset="0"/>
                <a:cs typeface="Times New Roman" pitchFamily="18" charset="0"/>
              </a:rPr>
              <a:t>    else:</a:t>
            </a:r>
          </a:p>
          <a:p>
            <a:pPr>
              <a:spcBef>
                <a:spcPts val="600"/>
              </a:spcBef>
            </a:pPr>
            <a:r>
              <a:rPr lang="en-US" sz="1600" dirty="0">
                <a:latin typeface="Times New Roman" pitchFamily="18" charset="0"/>
                <a:cs typeface="Times New Roman" pitchFamily="18" charset="0"/>
              </a:rPr>
              <a:t>        popped = </a:t>
            </a:r>
            <a:r>
              <a:rPr lang="en-US" sz="1600" dirty="0" err="1">
                <a:latin typeface="Times New Roman" pitchFamily="18" charset="0"/>
                <a:cs typeface="Times New Roman" pitchFamily="18" charset="0"/>
              </a:rPr>
              <a:t>stack.pop</a:t>
            </a:r>
            <a:r>
              <a:rPr lang="en-US" sz="1600" dirty="0">
                <a:latin typeface="Times New Roman" pitchFamily="18" charset="0"/>
                <a:cs typeface="Times New Roman" pitchFamily="18" charset="0"/>
              </a:rPr>
              <a:t>()</a:t>
            </a:r>
          </a:p>
          <a:p>
            <a:pPr>
              <a:spcBef>
                <a:spcPts val="600"/>
              </a:spcBef>
            </a:pPr>
            <a:r>
              <a:rPr lang="en-US" sz="1600" dirty="0">
                <a:latin typeface="Times New Roman" pitchFamily="18" charset="0"/>
                <a:cs typeface="Times New Roman" pitchFamily="18" charset="0"/>
              </a:rPr>
              <a:t>        print("Popped element:", popped)</a:t>
            </a: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a:extLst>
              <a:ext uri="{FF2B5EF4-FFF2-40B4-BE49-F238E27FC236}">
                <a16:creationId xmlns:a16="http://schemas.microsoft.com/office/drawing/2014/main" id="{5BF08B49-0251-D3C7-41CC-19B62BD5D775}"/>
              </a:ext>
            </a:extLst>
          </p:cNvPr>
          <p:cNvSpPr txBox="1"/>
          <p:nvPr/>
        </p:nvSpPr>
        <p:spPr>
          <a:xfrm>
            <a:off x="4719468" y="3881792"/>
            <a:ext cx="2721774" cy="2633413"/>
          </a:xfrm>
          <a:prstGeom prst="rect">
            <a:avLst/>
          </a:prstGeom>
          <a:solidFill>
            <a:schemeClr val="accent6">
              <a:lumMod val="60000"/>
              <a:lumOff val="40000"/>
            </a:schemeClr>
          </a:solidFill>
        </p:spPr>
        <p:txBody>
          <a:bodyPr wrap="square">
            <a:spAutoFit/>
          </a:bodyPr>
          <a:lstStyle/>
          <a:p>
            <a:pPr>
              <a:lnSpc>
                <a:spcPct val="150000"/>
              </a:lnSpc>
            </a:pPr>
            <a:r>
              <a:rPr lang="en-IN" sz="1600" b="1" dirty="0">
                <a:latin typeface="Times New Roman" panose="02020603050405020304" pitchFamily="18" charset="0"/>
                <a:cs typeface="Times New Roman" panose="02020603050405020304" pitchFamily="18" charset="0"/>
              </a:rPr>
              <a:t>OUTPUT:</a:t>
            </a:r>
          </a:p>
          <a:p>
            <a:pPr>
              <a:lnSpc>
                <a:spcPct val="150000"/>
              </a:lnSpc>
            </a:pPr>
            <a:r>
              <a:rPr lang="en-IN" sz="1600" dirty="0">
                <a:latin typeface="Times New Roman" panose="02020603050405020304" pitchFamily="18" charset="0"/>
                <a:cs typeface="Times New Roman" panose="02020603050405020304" pitchFamily="18" charset="0"/>
              </a:rPr>
              <a:t>10 pushed into stack</a:t>
            </a:r>
          </a:p>
          <a:p>
            <a:pPr>
              <a:lnSpc>
                <a:spcPct val="150000"/>
              </a:lnSpc>
            </a:pPr>
            <a:r>
              <a:rPr lang="en-IN" sz="1600" dirty="0">
                <a:latin typeface="Times New Roman" panose="02020603050405020304" pitchFamily="18" charset="0"/>
                <a:cs typeface="Times New Roman" panose="02020603050405020304" pitchFamily="18" charset="0"/>
              </a:rPr>
              <a:t>20 pushed into stack</a:t>
            </a:r>
          </a:p>
          <a:p>
            <a:pPr>
              <a:lnSpc>
                <a:spcPct val="150000"/>
              </a:lnSpc>
            </a:pPr>
            <a:r>
              <a:rPr lang="en-IN" sz="1600" dirty="0">
                <a:latin typeface="Times New Roman" panose="02020603050405020304" pitchFamily="18" charset="0"/>
                <a:cs typeface="Times New Roman" panose="02020603050405020304" pitchFamily="18" charset="0"/>
              </a:rPr>
              <a:t>30 pushed into stack</a:t>
            </a:r>
          </a:p>
          <a:p>
            <a:pPr>
              <a:lnSpc>
                <a:spcPct val="150000"/>
              </a:lnSpc>
            </a:pPr>
            <a:r>
              <a:rPr lang="en-IN" sz="1600" dirty="0">
                <a:latin typeface="Times New Roman" panose="02020603050405020304" pitchFamily="18" charset="0"/>
                <a:cs typeface="Times New Roman" panose="02020603050405020304" pitchFamily="18" charset="0"/>
              </a:rPr>
              <a:t>Popped element: 30</a:t>
            </a:r>
          </a:p>
          <a:p>
            <a:pPr>
              <a:lnSpc>
                <a:spcPct val="150000"/>
              </a:lnSpc>
            </a:pPr>
            <a:r>
              <a:rPr lang="en-IN" sz="1600" dirty="0">
                <a:latin typeface="Times New Roman" panose="02020603050405020304" pitchFamily="18" charset="0"/>
                <a:cs typeface="Times New Roman" panose="02020603050405020304" pitchFamily="18" charset="0"/>
              </a:rPr>
              <a:t>Popped element: 20</a:t>
            </a:r>
          </a:p>
          <a:p>
            <a:pPr>
              <a:lnSpc>
                <a:spcPct val="150000"/>
              </a:lnSpc>
            </a:pPr>
            <a:r>
              <a:rPr lang="en-IN" sz="1600" dirty="0">
                <a:latin typeface="Times New Roman" panose="02020603050405020304" pitchFamily="18" charset="0"/>
                <a:cs typeface="Times New Roman" panose="02020603050405020304" pitchFamily="18" charset="0"/>
              </a:rPr>
              <a:t>Final Stack: [10]</a:t>
            </a:r>
          </a:p>
        </p:txBody>
      </p:sp>
      <p:sp>
        <p:nvSpPr>
          <p:cNvPr id="8" name="TextBox 7">
            <a:extLst>
              <a:ext uri="{FF2B5EF4-FFF2-40B4-BE49-F238E27FC236}">
                <a16:creationId xmlns:a16="http://schemas.microsoft.com/office/drawing/2014/main" id="{2DA2D291-37B7-34B8-7323-5CABC6C7D234}"/>
              </a:ext>
            </a:extLst>
          </p:cNvPr>
          <p:cNvSpPr txBox="1"/>
          <p:nvPr/>
        </p:nvSpPr>
        <p:spPr>
          <a:xfrm>
            <a:off x="4685296" y="1144151"/>
            <a:ext cx="2721774" cy="2600712"/>
          </a:xfrm>
          <a:prstGeom prst="rect">
            <a:avLst/>
          </a:prstGeom>
          <a:noFill/>
        </p:spPr>
        <p:txBody>
          <a:bodyPr wrap="square">
            <a:spAutoFit/>
          </a:bodyPr>
          <a:lstStyle/>
          <a:p>
            <a:pPr>
              <a:spcBef>
                <a:spcPts val="600"/>
              </a:spcBef>
            </a:pPr>
            <a:r>
              <a:rPr lang="en-US" sz="1600" dirty="0">
                <a:latin typeface="Times New Roman" pitchFamily="18" charset="0"/>
                <a:cs typeface="Times New Roman" pitchFamily="18" charset="0"/>
              </a:rPr>
              <a:t># Example usage</a:t>
            </a:r>
          </a:p>
          <a:p>
            <a:pPr>
              <a:spcBef>
                <a:spcPts val="600"/>
              </a:spcBef>
            </a:pPr>
            <a:r>
              <a:rPr lang="en-US" sz="1600" dirty="0">
                <a:latin typeface="Times New Roman" pitchFamily="18" charset="0"/>
                <a:cs typeface="Times New Roman" pitchFamily="18" charset="0"/>
              </a:rPr>
              <a:t>push(10)</a:t>
            </a:r>
          </a:p>
          <a:p>
            <a:pPr>
              <a:spcBef>
                <a:spcPts val="600"/>
              </a:spcBef>
            </a:pPr>
            <a:r>
              <a:rPr lang="en-US" sz="1600" dirty="0">
                <a:latin typeface="Times New Roman" pitchFamily="18" charset="0"/>
                <a:cs typeface="Times New Roman" pitchFamily="18" charset="0"/>
              </a:rPr>
              <a:t>push(20)</a:t>
            </a:r>
          </a:p>
          <a:p>
            <a:pPr>
              <a:spcBef>
                <a:spcPts val="600"/>
              </a:spcBef>
            </a:pPr>
            <a:r>
              <a:rPr lang="en-US" sz="1600" dirty="0">
                <a:latin typeface="Times New Roman" pitchFamily="18" charset="0"/>
                <a:cs typeface="Times New Roman" pitchFamily="18" charset="0"/>
              </a:rPr>
              <a:t>push(30)</a:t>
            </a:r>
          </a:p>
          <a:p>
            <a:pPr>
              <a:spcBef>
                <a:spcPts val="600"/>
              </a:spcBef>
            </a:pPr>
            <a:endParaRPr lang="en-US" sz="1600" dirty="0">
              <a:latin typeface="Times New Roman" pitchFamily="18" charset="0"/>
              <a:cs typeface="Times New Roman" pitchFamily="18" charset="0"/>
            </a:endParaRPr>
          </a:p>
          <a:p>
            <a:pPr>
              <a:spcBef>
                <a:spcPts val="600"/>
              </a:spcBef>
            </a:pPr>
            <a:r>
              <a:rPr lang="en-US" sz="1600" dirty="0">
                <a:latin typeface="Times New Roman" pitchFamily="18" charset="0"/>
                <a:cs typeface="Times New Roman" pitchFamily="18" charset="0"/>
              </a:rPr>
              <a:t>pop()</a:t>
            </a:r>
          </a:p>
          <a:p>
            <a:pPr>
              <a:spcBef>
                <a:spcPts val="600"/>
              </a:spcBef>
            </a:pPr>
            <a:r>
              <a:rPr lang="en-US" sz="1600" dirty="0">
                <a:latin typeface="Times New Roman" pitchFamily="18" charset="0"/>
                <a:cs typeface="Times New Roman" pitchFamily="18" charset="0"/>
              </a:rPr>
              <a:t>pop()</a:t>
            </a:r>
          </a:p>
          <a:p>
            <a:pPr>
              <a:spcBef>
                <a:spcPts val="600"/>
              </a:spcBef>
            </a:pPr>
            <a:r>
              <a:rPr lang="en-US" sz="1600" dirty="0">
                <a:latin typeface="Times New Roman" pitchFamily="18" charset="0"/>
                <a:cs typeface="Times New Roman" pitchFamily="18" charset="0"/>
              </a:rPr>
              <a:t>print("Final Stack:", stack)</a:t>
            </a:r>
          </a:p>
        </p:txBody>
      </p:sp>
    </p:spTree>
    <p:extLst>
      <p:ext uri="{BB962C8B-B14F-4D97-AF65-F5344CB8AC3E}">
        <p14:creationId xmlns:p14="http://schemas.microsoft.com/office/powerpoint/2010/main" val="83633088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1782C-20BF-D97A-49C8-D55848BE623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8150BC-0ADD-34D9-685D-0EEE20D1CCBA}"/>
              </a:ext>
            </a:extLst>
          </p:cNvPr>
          <p:cNvPicPr>
            <a:picLocks noGrp="1" noChangeAspect="1"/>
          </p:cNvPicPr>
          <p:nvPr>
            <p:ph idx="1"/>
          </p:nvPr>
        </p:nvPicPr>
        <p:blipFill>
          <a:blip r:embed="R752bbe7c5d764291"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2181E503-4928-4A09-3922-EA3F929FF643}"/>
              </a:ext>
            </a:extLst>
          </p:cNvPr>
          <p:cNvSpPr>
            <a:spLocks noChangeArrowheads="1"/>
          </p:cNvSpPr>
          <p:nvPr/>
        </p:nvSpPr>
        <p:spPr bwMode="auto">
          <a:xfrm>
            <a:off x="467544" y="382488"/>
            <a:ext cx="86764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600" b="1" dirty="0">
                <a:solidFill>
                  <a:srgbClr val="FF0000"/>
                </a:solidFill>
                <a:cs typeface="Times New Roman" pitchFamily="18" charset="0"/>
              </a:rPr>
              <a:t>Practice Question</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E32172B-2A9F-822B-433B-C6647394BF3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B0B3EEA-F3D2-1FBA-8D02-B021A26CD1B7}"/>
              </a:ext>
            </a:extLst>
          </p:cNvPr>
          <p:cNvPicPr>
            <a:picLocks noChangeAspect="1"/>
          </p:cNvPicPr>
          <p:nvPr/>
        </p:nvPicPr>
        <p:blipFill>
          <a:blip r:embed="Rce4b67b88194430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A2CA479-C3E8-26AF-8A5E-66948D86434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ABD1153-9E83-D2C0-FD7A-D5CF2BF8BF26}"/>
              </a:ext>
            </a:extLst>
          </p:cNvPr>
          <p:cNvSpPr txBox="1"/>
          <p:nvPr/>
        </p:nvSpPr>
        <p:spPr>
          <a:xfrm>
            <a:off x="285478" y="787925"/>
            <a:ext cx="8751017" cy="1015663"/>
          </a:xfrm>
          <a:prstGeom prst="rect">
            <a:avLst/>
          </a:prstGeom>
          <a:noFill/>
        </p:spPr>
        <p:txBody>
          <a:bodyPr wrap="square" rtlCol="0">
            <a:spAutoFit/>
          </a:bodyPr>
          <a:lstStyle/>
          <a:p>
            <a:endParaRPr lang="en-US" sz="2400" b="1" u="sng"/>
          </a:p>
          <a:p>
            <a:r>
              <a:rPr lang="en-US"/>
              <a:t> </a:t>
            </a:r>
          </a:p>
          <a:p>
            <a:endParaRPr lang="en-IN"/>
          </a:p>
        </p:txBody>
      </p:sp>
      <p:sp>
        <p:nvSpPr>
          <p:cNvPr id="12" name="Rectangle 11">
            <a:extLst>
              <a:ext uri="{FF2B5EF4-FFF2-40B4-BE49-F238E27FC236}">
                <a16:creationId xmlns:a16="http://schemas.microsoft.com/office/drawing/2014/main" id="{B8BDA230-A251-C376-B656-5605071D9DA9}"/>
              </a:ext>
            </a:extLst>
          </p:cNvPr>
          <p:cNvSpPr/>
          <p:nvPr/>
        </p:nvSpPr>
        <p:spPr>
          <a:xfrm>
            <a:off x="467544" y="1257821"/>
            <a:ext cx="5018856" cy="3349956"/>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Example: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Push 10, 20, 30 into an empty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Pop one element</a:t>
            </a:r>
          </a:p>
          <a:p>
            <a:pPr>
              <a:lnSpc>
                <a:spcPct val="150000"/>
              </a:lnSpc>
            </a:pPr>
            <a:r>
              <a:rPr lang="en-US" sz="2400" b="1" dirty="0">
                <a:latin typeface="Times New Roman" panose="02020603050405020304" pitchFamily="18" charset="0"/>
                <a:cs typeface="Times New Roman" panose="02020603050405020304" pitchFamily="18" charset="0"/>
              </a:rPr>
              <a:t>Show:</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Step-by-step stack content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TOP movement</a:t>
            </a:r>
          </a:p>
        </p:txBody>
      </p:sp>
      <p:sp>
        <p:nvSpPr>
          <p:cNvPr id="3" name="Footer Placeholder 2">
            <a:extLst>
              <a:ext uri="{FF2B5EF4-FFF2-40B4-BE49-F238E27FC236}">
                <a16:creationId xmlns:a16="http://schemas.microsoft.com/office/drawing/2014/main" id="{B984C213-7AD9-F9D8-16B2-6057BD81EE45}"/>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40959571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24BA4-112B-4AC9-B580-08099EEDF394}"/>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2B4938D8-C2CC-C2E0-9E9C-4AEB19663D2D}"/>
              </a:ext>
            </a:extLst>
          </p:cNvPr>
          <p:cNvPicPr>
            <a:picLocks noChangeAspect="1" noChangeArrowheads="1"/>
          </p:cNvPicPr>
          <p:nvPr/>
        </p:nvPicPr>
        <p:blipFill>
          <a:blip r:embed="Rd645131a13324ea8">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1CBF2B21-FAA3-D1C2-075C-987587670B30}"/>
              </a:ext>
            </a:extLst>
          </p:cNvPr>
          <p:cNvPicPr>
            <a:picLocks noGrp="1" noChangeAspect="1"/>
          </p:cNvPicPr>
          <p:nvPr>
            <p:ph idx="1"/>
          </p:nvPr>
        </p:nvPicPr>
        <p:blipFill>
          <a:blip r:embed="R284f50ee81cf4435"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738CDA7-D36D-AA02-E2DF-853D5040351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9C2065D-F0BB-0509-6EA1-EBB8C2B95D7F}"/>
              </a:ext>
            </a:extLst>
          </p:cNvPr>
          <p:cNvPicPr>
            <a:picLocks noChangeAspect="1"/>
          </p:cNvPicPr>
          <p:nvPr/>
        </p:nvPicPr>
        <p:blipFill>
          <a:blip r:embed="Ra9776d31254a4aa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BB85326-7CBE-93DC-9EDF-71EA8C98AF9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E1DF1C4-2773-BFBF-593F-31B7B427126B}"/>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41F90F8F-68AF-7469-ED22-66DC823422B1}"/>
              </a:ext>
            </a:extLst>
          </p:cNvPr>
          <p:cNvSpPr txBox="1"/>
          <p:nvPr/>
        </p:nvSpPr>
        <p:spPr>
          <a:xfrm>
            <a:off x="89946" y="366693"/>
            <a:ext cx="8874542" cy="523220"/>
          </a:xfrm>
          <a:prstGeom prst="rect">
            <a:avLst/>
          </a:prstGeom>
          <a:noFill/>
        </p:spPr>
        <p:txBody>
          <a:bodyPr wrap="square">
            <a:spAutoFit/>
          </a:bodyPr>
          <a:lstStyle/>
          <a:p>
            <a:pPr algn="l" fontAlgn="base">
              <a:buNone/>
            </a:pPr>
            <a:r>
              <a:rPr lang="en-IN" sz="2800" b="1" dirty="0">
                <a:solidFill>
                  <a:srgbClr val="E31E24"/>
                </a:solidFill>
                <a:cs typeface="Times New Roman" panose="02020603050405020304" pitchFamily="18" charset="0"/>
              </a:rPr>
              <a:t>Complexity Analysis of Operations on Stack Data Structure</a:t>
            </a:r>
          </a:p>
        </p:txBody>
      </p:sp>
      <p:pic>
        <p:nvPicPr>
          <p:cNvPr id="11" name="Picture 10">
            <a:extLst>
              <a:ext uri="{FF2B5EF4-FFF2-40B4-BE49-F238E27FC236}">
                <a16:creationId xmlns:a16="http://schemas.microsoft.com/office/drawing/2014/main" id="{43AA9A75-5309-A44F-6E83-77F749A3FB90}"/>
              </a:ext>
            </a:extLst>
          </p:cNvPr>
          <p:cNvPicPr>
            <a:picLocks noChangeAspect="1"/>
          </p:cNvPicPr>
          <p:nvPr/>
        </p:nvPicPr>
        <p:blipFill>
          <a:blip r:embed="R6fa28ecf16574789"/>
          <a:stretch>
            <a:fillRect/>
          </a:stretch>
        </p:blipFill>
        <p:spPr>
          <a:xfrm>
            <a:off x="1870222" y="1569958"/>
            <a:ext cx="5313989" cy="3640519"/>
          </a:xfrm>
          <a:prstGeom prst="rect">
            <a:avLst/>
          </a:prstGeom>
        </p:spPr>
      </p:pic>
    </p:spTree>
    <p:extLst>
      <p:ext uri="{BB962C8B-B14F-4D97-AF65-F5344CB8AC3E}">
        <p14:creationId xmlns:p14="http://schemas.microsoft.com/office/powerpoint/2010/main" val="372896936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76C6F-C170-850A-9BD9-6306D93953C1}"/>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825B9C6-2500-4DDD-4D4C-EEE1798247E0}"/>
              </a:ext>
            </a:extLst>
          </p:cNvPr>
          <p:cNvPicPr>
            <a:picLocks noChangeAspect="1" noChangeArrowheads="1"/>
          </p:cNvPicPr>
          <p:nvPr/>
        </p:nvPicPr>
        <p:blipFill>
          <a:blip r:embed="Rf7c70e7e137544fe">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4988C443-EA69-67DB-3833-66E747DD5C0C}"/>
              </a:ext>
            </a:extLst>
          </p:cNvPr>
          <p:cNvSpPr>
            <a:spLocks noChangeArrowheads="1"/>
          </p:cNvSpPr>
          <p:nvPr/>
        </p:nvSpPr>
        <p:spPr bwMode="auto">
          <a:xfrm>
            <a:off x="72008" y="307790"/>
            <a:ext cx="8367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Stack vs Array</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F8944E18-4377-536D-D4BD-1795756DE9F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F7E17FF-4846-191D-4BE3-553DEE1055A5}"/>
              </a:ext>
            </a:extLst>
          </p:cNvPr>
          <p:cNvPicPr>
            <a:picLocks noChangeAspect="1"/>
          </p:cNvPicPr>
          <p:nvPr/>
        </p:nvPicPr>
        <p:blipFill>
          <a:blip r:embed="R4c83156e6476409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1C4A67F-8B18-ADC8-9E07-EA11CFAB810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90A4A28-461A-4C7C-ABA1-993BBF600EDE}"/>
              </a:ext>
            </a:extLst>
          </p:cNvPr>
          <p:cNvSpPr>
            <a:spLocks noGrp="1"/>
          </p:cNvSpPr>
          <p:nvPr>
            <p:ph type="ftr" sz="quarter" idx="11"/>
          </p:nvPr>
        </p:nvSpPr>
        <p:spPr/>
        <p:txBody>
          <a:bodyPr/>
          <a:lstStyle/>
          <a:p>
            <a:r>
              <a:rPr lang="en-IN"/>
              <a:t>Data  Structure         Unit2  </a:t>
            </a:r>
          </a:p>
        </p:txBody>
      </p:sp>
      <p:graphicFrame>
        <p:nvGraphicFramePr>
          <p:cNvPr id="2" name="Table 1">
            <a:extLst>
              <a:ext uri="{FF2B5EF4-FFF2-40B4-BE49-F238E27FC236}">
                <a16:creationId xmlns:a16="http://schemas.microsoft.com/office/drawing/2014/main" id="{B5AE3C74-75A3-32EF-2909-3A86E7173DF5}"/>
              </a:ext>
            </a:extLst>
          </p:cNvPr>
          <p:cNvGraphicFramePr>
            <a:graphicFrameLocks noGrp="1"/>
          </p:cNvGraphicFramePr>
          <p:nvPr>
            <p:extLst>
              <p:ext uri="{D42A27DB-BD31-4B8C-83A1-F6EECF244321}">
                <p14:modId xmlns:p14="http://schemas.microsoft.com/office/powerpoint/2010/main" val="2132093282"/>
              </p:ext>
            </p:extLst>
          </p:nvPr>
        </p:nvGraphicFramePr>
        <p:xfrm>
          <a:off x="457200" y="1988661"/>
          <a:ext cx="8229600" cy="2926080"/>
        </p:xfrm>
        <a:graphic>
          <a:graphicData uri="http://schemas.openxmlformats.org/drawingml/2006/table">
            <a:tbl>
              <a:tblPr/>
              <a:tblGrid>
                <a:gridCol w="2743200">
                  <a:extLst>
                    <a:ext uri="{9D8B030D-6E8A-4147-A177-3AD203B41FA5}">
                      <a16:colId xmlns:a16="http://schemas.microsoft.com/office/drawing/2014/main" val="989990596"/>
                    </a:ext>
                  </a:extLst>
                </a:gridCol>
                <a:gridCol w="2743200">
                  <a:extLst>
                    <a:ext uri="{9D8B030D-6E8A-4147-A177-3AD203B41FA5}">
                      <a16:colId xmlns:a16="http://schemas.microsoft.com/office/drawing/2014/main" val="1655477964"/>
                    </a:ext>
                  </a:extLst>
                </a:gridCol>
                <a:gridCol w="2743200">
                  <a:extLst>
                    <a:ext uri="{9D8B030D-6E8A-4147-A177-3AD203B41FA5}">
                      <a16:colId xmlns:a16="http://schemas.microsoft.com/office/drawing/2014/main" val="2219553677"/>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71837287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88208426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86987862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7705918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871859829"/>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23918526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6360107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45844621"/>
                  </a:ext>
                </a:extLst>
              </a:tr>
            </a:tbl>
          </a:graphicData>
        </a:graphic>
      </p:graphicFrame>
      <p:graphicFrame>
        <p:nvGraphicFramePr>
          <p:cNvPr id="11" name="Table 10">
            <a:extLst>
              <a:ext uri="{FF2B5EF4-FFF2-40B4-BE49-F238E27FC236}">
                <a16:creationId xmlns:a16="http://schemas.microsoft.com/office/drawing/2014/main" id="{73599401-9AB3-E11E-F193-2E91CEA8167B}"/>
              </a:ext>
            </a:extLst>
          </p:cNvPr>
          <p:cNvGraphicFramePr>
            <a:graphicFrameLocks noGrp="1"/>
          </p:cNvGraphicFramePr>
          <p:nvPr>
            <p:extLst>
              <p:ext uri="{D42A27DB-BD31-4B8C-83A1-F6EECF244321}">
                <p14:modId xmlns:p14="http://schemas.microsoft.com/office/powerpoint/2010/main" val="3317761009"/>
              </p:ext>
            </p:extLst>
          </p:nvPr>
        </p:nvGraphicFramePr>
        <p:xfrm>
          <a:off x="316099" y="1532860"/>
          <a:ext cx="8658708" cy="4133585"/>
        </p:xfrm>
        <a:graphic>
          <a:graphicData uri="http://schemas.openxmlformats.org/drawingml/2006/table">
            <a:tbl>
              <a:tblPr firstRow="1" bandRow="1">
                <a:tableStyleId>{5C22544A-7EE6-4342-B048-85BDC9FD1C3A}</a:tableStyleId>
              </a:tblPr>
              <a:tblGrid>
                <a:gridCol w="2090410">
                  <a:extLst>
                    <a:ext uri="{9D8B030D-6E8A-4147-A177-3AD203B41FA5}">
                      <a16:colId xmlns:a16="http://schemas.microsoft.com/office/drawing/2014/main" val="67989642"/>
                    </a:ext>
                  </a:extLst>
                </a:gridCol>
                <a:gridCol w="3682062">
                  <a:extLst>
                    <a:ext uri="{9D8B030D-6E8A-4147-A177-3AD203B41FA5}">
                      <a16:colId xmlns:a16="http://schemas.microsoft.com/office/drawing/2014/main" val="2561388037"/>
                    </a:ext>
                  </a:extLst>
                </a:gridCol>
                <a:gridCol w="2886236">
                  <a:extLst>
                    <a:ext uri="{9D8B030D-6E8A-4147-A177-3AD203B41FA5}">
                      <a16:colId xmlns:a16="http://schemas.microsoft.com/office/drawing/2014/main" val="582386931"/>
                    </a:ext>
                  </a:extLst>
                </a:gridCol>
              </a:tblGrid>
              <a:tr h="388355">
                <a:tc>
                  <a:txBody>
                    <a:bodyPr/>
                    <a:lstStyle/>
                    <a:p>
                      <a:pPr>
                        <a:spcBef>
                          <a:spcPts val="600"/>
                        </a:spcBef>
                        <a:spcAft>
                          <a:spcPts val="600"/>
                        </a:spcAft>
                        <a:buNone/>
                      </a:pPr>
                      <a:r>
                        <a:rPr lang="en-IN" dirty="0">
                          <a:latin typeface="Times New Roman" panose="02020603050405020304" pitchFamily="18" charset="0"/>
                          <a:cs typeface="Times New Roman" panose="02020603050405020304" pitchFamily="18" charset="0"/>
                        </a:rPr>
                        <a:t>Feature</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Stack</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Array</a:t>
                      </a:r>
                    </a:p>
                  </a:txBody>
                  <a:tcPr anchor="ctr"/>
                </a:tc>
                <a:extLst>
                  <a:ext uri="{0D108BD9-81ED-4DB2-BD59-A6C34878D82A}">
                    <a16:rowId xmlns:a16="http://schemas.microsoft.com/office/drawing/2014/main" val="1038979783"/>
                  </a:ext>
                </a:extLst>
              </a:tr>
              <a:tr h="670311">
                <a:tc>
                  <a:txBody>
                    <a:bodyPr/>
                    <a:lstStyle/>
                    <a:p>
                      <a:pPr>
                        <a:spcBef>
                          <a:spcPts val="600"/>
                        </a:spcBef>
                        <a:spcAft>
                          <a:spcPts val="600"/>
                        </a:spcAft>
                        <a:buNone/>
                      </a:pPr>
                      <a:r>
                        <a:rPr lang="en-IN" dirty="0">
                          <a:latin typeface="Times New Roman" panose="02020603050405020304" pitchFamily="18" charset="0"/>
                          <a:cs typeface="Times New Roman" panose="02020603050405020304" pitchFamily="18" charset="0"/>
                        </a:rPr>
                        <a:t>Nature</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Abstract Data Type (ADT)</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Linear data structure</a:t>
                      </a:r>
                    </a:p>
                  </a:txBody>
                  <a:tcPr anchor="ctr"/>
                </a:tc>
                <a:extLst>
                  <a:ext uri="{0D108BD9-81ED-4DB2-BD59-A6C34878D82A}">
                    <a16:rowId xmlns:a16="http://schemas.microsoft.com/office/drawing/2014/main" val="1202887263"/>
                  </a:ext>
                </a:extLst>
              </a:tr>
              <a:tr h="670311">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Access</a:t>
                      </a:r>
                    </a:p>
                  </a:txBody>
                  <a:tcPr anchor="ctr"/>
                </a:tc>
                <a:tc>
                  <a:txBody>
                    <a:bodyPr/>
                    <a:lstStyle/>
                    <a:p>
                      <a:pPr>
                        <a:spcBef>
                          <a:spcPts val="600"/>
                        </a:spcBef>
                        <a:spcAft>
                          <a:spcPts val="600"/>
                        </a:spcAft>
                        <a:buNone/>
                      </a:pPr>
                      <a:r>
                        <a:rPr lang="en-US">
                          <a:latin typeface="Times New Roman" panose="02020603050405020304" pitchFamily="18" charset="0"/>
                          <a:cs typeface="Times New Roman" panose="02020603050405020304" pitchFamily="18" charset="0"/>
                        </a:rPr>
                        <a:t>Restricted (LIFO – only top element)</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Random access using index</a:t>
                      </a:r>
                    </a:p>
                  </a:txBody>
                  <a:tcPr anchor="ctr"/>
                </a:tc>
                <a:extLst>
                  <a:ext uri="{0D108BD9-81ED-4DB2-BD59-A6C34878D82A}">
                    <a16:rowId xmlns:a16="http://schemas.microsoft.com/office/drawing/2014/main" val="571250078"/>
                  </a:ext>
                </a:extLst>
              </a:tr>
              <a:tr h="388355">
                <a:tc>
                  <a:txBody>
                    <a:bodyPr/>
                    <a:lstStyle/>
                    <a:p>
                      <a:pPr>
                        <a:spcBef>
                          <a:spcPts val="600"/>
                        </a:spcBef>
                        <a:spcAft>
                          <a:spcPts val="600"/>
                        </a:spcAft>
                        <a:buNone/>
                      </a:pPr>
                      <a:r>
                        <a:rPr lang="en-IN" dirty="0">
                          <a:latin typeface="Times New Roman" panose="02020603050405020304" pitchFamily="18" charset="0"/>
                          <a:cs typeface="Times New Roman" panose="02020603050405020304" pitchFamily="18" charset="0"/>
                        </a:rPr>
                        <a:t>Insertion/Deletion</a:t>
                      </a:r>
                    </a:p>
                  </a:txBody>
                  <a:tcPr anchor="ctr"/>
                </a:tc>
                <a:tc>
                  <a:txBody>
                    <a:bodyPr/>
                    <a:lstStyle/>
                    <a:p>
                      <a:pPr>
                        <a:spcBef>
                          <a:spcPts val="600"/>
                        </a:spcBef>
                        <a:spcAft>
                          <a:spcPts val="600"/>
                        </a:spcAft>
                        <a:buNone/>
                      </a:pPr>
                      <a:r>
                        <a:rPr lang="en-US" dirty="0">
                          <a:latin typeface="Times New Roman" panose="02020603050405020304" pitchFamily="18" charset="0"/>
                          <a:cs typeface="Times New Roman" panose="02020603050405020304" pitchFamily="18" charset="0"/>
                        </a:rPr>
                        <a:t>Only at one end (TOP)</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At any position</a:t>
                      </a:r>
                    </a:p>
                  </a:txBody>
                  <a:tcPr anchor="ctr"/>
                </a:tc>
                <a:extLst>
                  <a:ext uri="{0D108BD9-81ED-4DB2-BD59-A6C34878D82A}">
                    <a16:rowId xmlns:a16="http://schemas.microsoft.com/office/drawing/2014/main" val="1420827357"/>
                  </a:ext>
                </a:extLst>
              </a:tr>
              <a:tr h="388355">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Principle</a:t>
                      </a:r>
                    </a:p>
                  </a:txBody>
                  <a:tcPr anchor="ctr"/>
                </a:tc>
                <a:tc>
                  <a:txBody>
                    <a:bodyPr/>
                    <a:lstStyle/>
                    <a:p>
                      <a:pPr>
                        <a:spcBef>
                          <a:spcPts val="600"/>
                        </a:spcBef>
                        <a:spcAft>
                          <a:spcPts val="600"/>
                        </a:spcAft>
                        <a:buNone/>
                      </a:pPr>
                      <a:r>
                        <a:rPr lang="en-US">
                          <a:latin typeface="Times New Roman" panose="02020603050405020304" pitchFamily="18" charset="0"/>
                          <a:cs typeface="Times New Roman" panose="02020603050405020304" pitchFamily="18" charset="0"/>
                        </a:rPr>
                        <a:t>Last In First Out (LIFO)</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No specific order</a:t>
                      </a:r>
                    </a:p>
                  </a:txBody>
                  <a:tcPr anchor="ctr"/>
                </a:tc>
                <a:extLst>
                  <a:ext uri="{0D108BD9-81ED-4DB2-BD59-A6C34878D82A}">
                    <a16:rowId xmlns:a16="http://schemas.microsoft.com/office/drawing/2014/main" val="2966668943"/>
                  </a:ext>
                </a:extLst>
              </a:tr>
              <a:tr h="670311">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Operations</a:t>
                      </a:r>
                    </a:p>
                  </a:txBody>
                  <a:tcPr anchor="ctr"/>
                </a:tc>
                <a:tc>
                  <a:txBody>
                    <a:bodyPr/>
                    <a:lstStyle/>
                    <a:p>
                      <a:pPr>
                        <a:spcBef>
                          <a:spcPts val="600"/>
                        </a:spcBef>
                        <a:spcAft>
                          <a:spcPts val="600"/>
                        </a:spcAft>
                        <a:buNone/>
                      </a:pPr>
                      <a:r>
                        <a:rPr lang="en-IN">
                          <a:latin typeface="Times New Roman" panose="02020603050405020304" pitchFamily="18" charset="0"/>
                          <a:cs typeface="Times New Roman" panose="02020603050405020304" pitchFamily="18" charset="0"/>
                        </a:rPr>
                        <a:t>push, pop, peek</a:t>
                      </a:r>
                    </a:p>
                  </a:txBody>
                  <a:tcPr anchor="ctr"/>
                </a:tc>
                <a:tc>
                  <a:txBody>
                    <a:bodyPr/>
                    <a:lstStyle/>
                    <a:p>
                      <a:pPr>
                        <a:spcBef>
                          <a:spcPts val="600"/>
                        </a:spcBef>
                        <a:spcAft>
                          <a:spcPts val="600"/>
                        </a:spcAft>
                        <a:buNone/>
                      </a:pPr>
                      <a:r>
                        <a:rPr lang="en-IN" dirty="0">
                          <a:latin typeface="Times New Roman" panose="02020603050405020304" pitchFamily="18" charset="0"/>
                          <a:cs typeface="Times New Roman" panose="02020603050405020304" pitchFamily="18" charset="0"/>
                        </a:rPr>
                        <a:t>insert, delete, update, access</a:t>
                      </a:r>
                    </a:p>
                  </a:txBody>
                  <a:tcPr anchor="ctr"/>
                </a:tc>
                <a:extLst>
                  <a:ext uri="{0D108BD9-81ED-4DB2-BD59-A6C34878D82A}">
                    <a16:rowId xmlns:a16="http://schemas.microsoft.com/office/drawing/2014/main" val="1173308863"/>
                  </a:ext>
                </a:extLst>
              </a:tr>
              <a:tr h="957587">
                <a:tc>
                  <a:txBody>
                    <a:bodyPr/>
                    <a:lstStyle/>
                    <a:p>
                      <a:pPr>
                        <a:spcBef>
                          <a:spcPts val="600"/>
                        </a:spcBef>
                        <a:spcAft>
                          <a:spcPts val="600"/>
                        </a:spcAft>
                        <a:buNone/>
                      </a:pPr>
                      <a:r>
                        <a:rPr lang="en-IN" dirty="0">
                          <a:latin typeface="Times New Roman" panose="02020603050405020304" pitchFamily="18" charset="0"/>
                          <a:cs typeface="Times New Roman" panose="02020603050405020304" pitchFamily="18" charset="0"/>
                        </a:rPr>
                        <a:t>Use case</a:t>
                      </a:r>
                    </a:p>
                  </a:txBody>
                  <a:tcPr anchor="ctr"/>
                </a:tc>
                <a:tc>
                  <a:txBody>
                    <a:bodyPr/>
                    <a:lstStyle/>
                    <a:p>
                      <a:pPr>
                        <a:spcBef>
                          <a:spcPts val="600"/>
                        </a:spcBef>
                        <a:spcAft>
                          <a:spcPts val="600"/>
                        </a:spcAft>
                        <a:buNone/>
                      </a:pPr>
                      <a:r>
                        <a:rPr lang="en-US" dirty="0">
                          <a:latin typeface="Times New Roman" panose="02020603050405020304" pitchFamily="18" charset="0"/>
                          <a:cs typeface="Times New Roman" panose="02020603050405020304" pitchFamily="18" charset="0"/>
                        </a:rPr>
                        <a:t>Function calls, undo/redo, expression evaluation</a:t>
                      </a:r>
                    </a:p>
                  </a:txBody>
                  <a:tcPr anchor="ctr"/>
                </a:tc>
                <a:tc>
                  <a:txBody>
                    <a:bodyPr/>
                    <a:lstStyle/>
                    <a:p>
                      <a:pPr>
                        <a:spcBef>
                          <a:spcPts val="600"/>
                        </a:spcBef>
                        <a:spcAft>
                          <a:spcPts val="600"/>
                        </a:spcAft>
                        <a:buNone/>
                      </a:pPr>
                      <a:r>
                        <a:rPr lang="en-US" dirty="0">
                          <a:latin typeface="Times New Roman" panose="02020603050405020304" pitchFamily="18" charset="0"/>
                          <a:cs typeface="Times New Roman" panose="02020603050405020304" pitchFamily="18" charset="0"/>
                        </a:rPr>
                        <a:t>Storing and accessing data by index</a:t>
                      </a:r>
                    </a:p>
                  </a:txBody>
                  <a:tcPr anchor="ctr"/>
                </a:tc>
                <a:extLst>
                  <a:ext uri="{0D108BD9-81ED-4DB2-BD59-A6C34878D82A}">
                    <a16:rowId xmlns:a16="http://schemas.microsoft.com/office/drawing/2014/main" val="1612532528"/>
                  </a:ext>
                </a:extLst>
              </a:tr>
            </a:tbl>
          </a:graphicData>
        </a:graphic>
      </p:graphicFrame>
    </p:spTree>
    <p:extLst>
      <p:ext uri="{BB962C8B-B14F-4D97-AF65-F5344CB8AC3E}">
        <p14:creationId xmlns:p14="http://schemas.microsoft.com/office/powerpoint/2010/main" val="361562303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EFB0-E474-4418-7A28-DFD066D2BF06}"/>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886C6D03-F4FB-7F4D-8631-C63D9307575F}"/>
              </a:ext>
            </a:extLst>
          </p:cNvPr>
          <p:cNvPicPr>
            <a:picLocks noChangeAspect="1" noChangeArrowheads="1"/>
          </p:cNvPicPr>
          <p:nvPr/>
        </p:nvPicPr>
        <p:blipFill>
          <a:blip r:embed="Rd0a7fbac8a844686">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AB855E0C-B698-34A9-D6D2-EADF694EF367}"/>
              </a:ext>
            </a:extLst>
          </p:cNvPr>
          <p:cNvSpPr>
            <a:spLocks noChangeArrowheads="1"/>
          </p:cNvSpPr>
          <p:nvPr/>
        </p:nvSpPr>
        <p:spPr bwMode="auto">
          <a:xfrm>
            <a:off x="72008" y="307790"/>
            <a:ext cx="8367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Stack vs Linked List</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31E0B430-F0B4-E436-C9AE-4804D0BE064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FDF23A8-C5E7-8AB0-0E0A-075CFFFFF9B9}"/>
              </a:ext>
            </a:extLst>
          </p:cNvPr>
          <p:cNvPicPr>
            <a:picLocks noChangeAspect="1"/>
          </p:cNvPicPr>
          <p:nvPr/>
        </p:nvPicPr>
        <p:blipFill>
          <a:blip r:embed="R53e20bc9b8b14b4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C091C4-9B67-7116-199F-36B74ECB0CE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E129500-74D3-0F7D-BC16-DBB48BC2FCB9}"/>
              </a:ext>
            </a:extLst>
          </p:cNvPr>
          <p:cNvSpPr>
            <a:spLocks noGrp="1"/>
          </p:cNvSpPr>
          <p:nvPr>
            <p:ph type="ftr" sz="quarter" idx="11"/>
          </p:nvPr>
        </p:nvSpPr>
        <p:spPr/>
        <p:txBody>
          <a:bodyPr/>
          <a:lstStyle/>
          <a:p>
            <a:r>
              <a:rPr lang="en-IN"/>
              <a:t>Data  Structure         Unit2  </a:t>
            </a:r>
          </a:p>
        </p:txBody>
      </p:sp>
      <p:graphicFrame>
        <p:nvGraphicFramePr>
          <p:cNvPr id="2" name="Table 1">
            <a:extLst>
              <a:ext uri="{FF2B5EF4-FFF2-40B4-BE49-F238E27FC236}">
                <a16:creationId xmlns:a16="http://schemas.microsoft.com/office/drawing/2014/main" id="{B70CE54D-99D1-6CAA-5BC3-35E4B9EBE3C7}"/>
              </a:ext>
            </a:extLst>
          </p:cNvPr>
          <p:cNvGraphicFramePr>
            <a:graphicFrameLocks noGrp="1"/>
          </p:cNvGraphicFramePr>
          <p:nvPr/>
        </p:nvGraphicFramePr>
        <p:xfrm>
          <a:off x="457200" y="1988661"/>
          <a:ext cx="8229600" cy="2926080"/>
        </p:xfrm>
        <a:graphic>
          <a:graphicData uri="http://schemas.openxmlformats.org/drawingml/2006/table">
            <a:tbl>
              <a:tblPr/>
              <a:tblGrid>
                <a:gridCol w="2743200">
                  <a:extLst>
                    <a:ext uri="{9D8B030D-6E8A-4147-A177-3AD203B41FA5}">
                      <a16:colId xmlns:a16="http://schemas.microsoft.com/office/drawing/2014/main" val="989990596"/>
                    </a:ext>
                  </a:extLst>
                </a:gridCol>
                <a:gridCol w="2743200">
                  <a:extLst>
                    <a:ext uri="{9D8B030D-6E8A-4147-A177-3AD203B41FA5}">
                      <a16:colId xmlns:a16="http://schemas.microsoft.com/office/drawing/2014/main" val="1655477964"/>
                    </a:ext>
                  </a:extLst>
                </a:gridCol>
                <a:gridCol w="2743200">
                  <a:extLst>
                    <a:ext uri="{9D8B030D-6E8A-4147-A177-3AD203B41FA5}">
                      <a16:colId xmlns:a16="http://schemas.microsoft.com/office/drawing/2014/main" val="2219553677"/>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71837287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88208426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86987862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7705918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871859829"/>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239185265"/>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6360107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45844621"/>
                  </a:ext>
                </a:extLst>
              </a:tr>
            </a:tbl>
          </a:graphicData>
        </a:graphic>
      </p:graphicFrame>
      <p:graphicFrame>
        <p:nvGraphicFramePr>
          <p:cNvPr id="11" name="Table 10">
            <a:extLst>
              <a:ext uri="{FF2B5EF4-FFF2-40B4-BE49-F238E27FC236}">
                <a16:creationId xmlns:a16="http://schemas.microsoft.com/office/drawing/2014/main" id="{30D96C66-EFFE-619A-61AA-15D5F315E280}"/>
              </a:ext>
            </a:extLst>
          </p:cNvPr>
          <p:cNvGraphicFramePr>
            <a:graphicFrameLocks noGrp="1"/>
          </p:cNvGraphicFramePr>
          <p:nvPr>
            <p:extLst>
              <p:ext uri="{D42A27DB-BD31-4B8C-83A1-F6EECF244321}">
                <p14:modId xmlns:p14="http://schemas.microsoft.com/office/powerpoint/2010/main" val="3107384432"/>
              </p:ext>
            </p:extLst>
          </p:nvPr>
        </p:nvGraphicFramePr>
        <p:xfrm>
          <a:off x="197768" y="1598345"/>
          <a:ext cx="8784975" cy="3998468"/>
        </p:xfrm>
        <a:graphic>
          <a:graphicData uri="http://schemas.openxmlformats.org/drawingml/2006/table">
            <a:tbl>
              <a:tblPr firstRow="1" bandRow="1">
                <a:tableStyleId>{5C22544A-7EE6-4342-B048-85BDC9FD1C3A}</a:tableStyleId>
              </a:tblPr>
              <a:tblGrid>
                <a:gridCol w="1953389">
                  <a:extLst>
                    <a:ext uri="{9D8B030D-6E8A-4147-A177-3AD203B41FA5}">
                      <a16:colId xmlns:a16="http://schemas.microsoft.com/office/drawing/2014/main" val="67989642"/>
                    </a:ext>
                  </a:extLst>
                </a:gridCol>
                <a:gridCol w="3766101">
                  <a:extLst>
                    <a:ext uri="{9D8B030D-6E8A-4147-A177-3AD203B41FA5}">
                      <a16:colId xmlns:a16="http://schemas.microsoft.com/office/drawing/2014/main" val="2561388037"/>
                    </a:ext>
                  </a:extLst>
                </a:gridCol>
                <a:gridCol w="3065485">
                  <a:extLst>
                    <a:ext uri="{9D8B030D-6E8A-4147-A177-3AD203B41FA5}">
                      <a16:colId xmlns:a16="http://schemas.microsoft.com/office/drawing/2014/main" val="582386931"/>
                    </a:ext>
                  </a:extLst>
                </a:gridCol>
              </a:tblGrid>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Feature</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Stack</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Linked List</a:t>
                      </a:r>
                    </a:p>
                  </a:txBody>
                  <a:tcPr anchor="ctr"/>
                </a:tc>
                <a:extLst>
                  <a:ext uri="{0D108BD9-81ED-4DB2-BD59-A6C34878D82A}">
                    <a16:rowId xmlns:a16="http://schemas.microsoft.com/office/drawing/2014/main" val="1038979783"/>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Type</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Abstract Data Type (ADT)</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Linear data structure</a:t>
                      </a:r>
                    </a:p>
                  </a:txBody>
                  <a:tcPr anchor="ctr"/>
                </a:tc>
                <a:extLst>
                  <a:ext uri="{0D108BD9-81ED-4DB2-BD59-A6C34878D82A}">
                    <a16:rowId xmlns:a16="http://schemas.microsoft.com/office/drawing/2014/main" val="1202887263"/>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Access</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Only top element</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Any node (via traversal)</a:t>
                      </a:r>
                    </a:p>
                  </a:txBody>
                  <a:tcPr anchor="ctr"/>
                </a:tc>
                <a:extLst>
                  <a:ext uri="{0D108BD9-81ED-4DB2-BD59-A6C34878D82A}">
                    <a16:rowId xmlns:a16="http://schemas.microsoft.com/office/drawing/2014/main" val="571250078"/>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Insertion/Deletion</a:t>
                      </a:r>
                    </a:p>
                  </a:txBody>
                  <a:tcPr anchor="ctr"/>
                </a:tc>
                <a:tc>
                  <a:txBody>
                    <a:bodyPr/>
                    <a:lstStyle/>
                    <a:p>
                      <a:pPr>
                        <a:lnSpc>
                          <a:spcPct val="150000"/>
                        </a:lnSpc>
                        <a:spcBef>
                          <a:spcPts val="600"/>
                        </a:spcBef>
                        <a:spcAft>
                          <a:spcPts val="600"/>
                        </a:spcAft>
                        <a:buNone/>
                      </a:pPr>
                      <a:r>
                        <a:rPr lang="en-IN" dirty="0">
                          <a:latin typeface="Times New Roman" panose="02020603050405020304" pitchFamily="18" charset="0"/>
                          <a:cs typeface="Times New Roman" panose="02020603050405020304" pitchFamily="18" charset="0"/>
                        </a:rPr>
                        <a:t>Only at top</a:t>
                      </a:r>
                    </a:p>
                  </a:txBody>
                  <a:tcPr anchor="ctr"/>
                </a:tc>
                <a:tc>
                  <a:txBody>
                    <a:bodyPr/>
                    <a:lstStyle/>
                    <a:p>
                      <a:pPr>
                        <a:lnSpc>
                          <a:spcPct val="150000"/>
                        </a:lnSpc>
                        <a:spcBef>
                          <a:spcPts val="600"/>
                        </a:spcBef>
                        <a:spcAft>
                          <a:spcPts val="600"/>
                        </a:spcAft>
                        <a:buNone/>
                      </a:pPr>
                      <a:r>
                        <a:rPr lang="en-US">
                          <a:latin typeface="Times New Roman" panose="02020603050405020304" pitchFamily="18" charset="0"/>
                          <a:cs typeface="Times New Roman" panose="02020603050405020304" pitchFamily="18" charset="0"/>
                        </a:rPr>
                        <a:t>At beginning, end, or any position</a:t>
                      </a:r>
                    </a:p>
                  </a:txBody>
                  <a:tcPr anchor="ctr"/>
                </a:tc>
                <a:extLst>
                  <a:ext uri="{0D108BD9-81ED-4DB2-BD59-A6C34878D82A}">
                    <a16:rowId xmlns:a16="http://schemas.microsoft.com/office/drawing/2014/main" val="1420827357"/>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Memory</a:t>
                      </a:r>
                    </a:p>
                  </a:txBody>
                  <a:tcPr anchor="ctr"/>
                </a:tc>
                <a:tc>
                  <a:txBody>
                    <a:bodyPr/>
                    <a:lstStyle/>
                    <a:p>
                      <a:pPr>
                        <a:lnSpc>
                          <a:spcPct val="150000"/>
                        </a:lnSpc>
                        <a:spcBef>
                          <a:spcPts val="600"/>
                        </a:spcBef>
                        <a:spcAft>
                          <a:spcPts val="600"/>
                        </a:spcAft>
                        <a:buNone/>
                      </a:pPr>
                      <a:r>
                        <a:rPr lang="en-US">
                          <a:latin typeface="Times New Roman" panose="02020603050405020304" pitchFamily="18" charset="0"/>
                          <a:cs typeface="Times New Roman" panose="02020603050405020304" pitchFamily="18" charset="0"/>
                        </a:rPr>
                        <a:t>Can be array-based or linked-list-based</a:t>
                      </a:r>
                    </a:p>
                  </a:txBody>
                  <a:tcPr anchor="ctr"/>
                </a:tc>
                <a:tc>
                  <a:txBody>
                    <a:bodyPr/>
                    <a:lstStyle/>
                    <a:p>
                      <a:pPr>
                        <a:lnSpc>
                          <a:spcPct val="150000"/>
                        </a:lnSpc>
                        <a:spcBef>
                          <a:spcPts val="600"/>
                        </a:spcBef>
                        <a:spcAft>
                          <a:spcPts val="600"/>
                        </a:spcAft>
                        <a:buNone/>
                      </a:pPr>
                      <a:r>
                        <a:rPr lang="en-US">
                          <a:latin typeface="Times New Roman" panose="02020603050405020304" pitchFamily="18" charset="0"/>
                          <a:cs typeface="Times New Roman" panose="02020603050405020304" pitchFamily="18" charset="0"/>
                        </a:rPr>
                        <a:t>Uses dynamic memory (nodes + pointers)</a:t>
                      </a:r>
                    </a:p>
                  </a:txBody>
                  <a:tcPr anchor="ctr"/>
                </a:tc>
                <a:extLst>
                  <a:ext uri="{0D108BD9-81ED-4DB2-BD59-A6C34878D82A}">
                    <a16:rowId xmlns:a16="http://schemas.microsoft.com/office/drawing/2014/main" val="2966668943"/>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Order</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LIFO</a:t>
                      </a:r>
                    </a:p>
                  </a:txBody>
                  <a:tcPr anchor="ctr"/>
                </a:tc>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No fixed order</a:t>
                      </a:r>
                    </a:p>
                  </a:txBody>
                  <a:tcPr anchor="ctr"/>
                </a:tc>
                <a:extLst>
                  <a:ext uri="{0D108BD9-81ED-4DB2-BD59-A6C34878D82A}">
                    <a16:rowId xmlns:a16="http://schemas.microsoft.com/office/drawing/2014/main" val="1173308863"/>
                  </a:ext>
                </a:extLst>
              </a:tr>
              <a:tr h="370840">
                <a:tc>
                  <a:txBody>
                    <a:bodyPr/>
                    <a:lstStyle/>
                    <a:p>
                      <a:pPr>
                        <a:lnSpc>
                          <a:spcPct val="150000"/>
                        </a:lnSpc>
                        <a:spcBef>
                          <a:spcPts val="600"/>
                        </a:spcBef>
                        <a:spcAft>
                          <a:spcPts val="600"/>
                        </a:spcAft>
                        <a:buNone/>
                      </a:pPr>
                      <a:r>
                        <a:rPr lang="en-IN">
                          <a:latin typeface="Times New Roman" panose="02020603050405020304" pitchFamily="18" charset="0"/>
                          <a:cs typeface="Times New Roman" panose="02020603050405020304" pitchFamily="18" charset="0"/>
                        </a:rPr>
                        <a:t>Implementation</a:t>
                      </a:r>
                    </a:p>
                  </a:txBody>
                  <a:tcPr anchor="ctr"/>
                </a:tc>
                <a:tc>
                  <a:txBody>
                    <a:bodyPr/>
                    <a:lstStyle/>
                    <a:p>
                      <a:pPr>
                        <a:lnSpc>
                          <a:spcPct val="150000"/>
                        </a:lnSpc>
                        <a:spcBef>
                          <a:spcPts val="600"/>
                        </a:spcBef>
                        <a:spcAft>
                          <a:spcPts val="600"/>
                        </a:spcAft>
                        <a:buNone/>
                      </a:pPr>
                      <a:r>
                        <a:rPr lang="en-US" dirty="0">
                          <a:latin typeface="Times New Roman" panose="02020603050405020304" pitchFamily="18" charset="0"/>
                          <a:cs typeface="Times New Roman" panose="02020603050405020304" pitchFamily="18" charset="0"/>
                        </a:rPr>
                        <a:t>Can use array or linked list</a:t>
                      </a:r>
                    </a:p>
                  </a:txBody>
                  <a:tcPr anchor="ctr"/>
                </a:tc>
                <a:tc>
                  <a:txBody>
                    <a:bodyPr/>
                    <a:lstStyle/>
                    <a:p>
                      <a:pPr>
                        <a:lnSpc>
                          <a:spcPct val="150000"/>
                        </a:lnSpc>
                        <a:spcBef>
                          <a:spcPts val="600"/>
                        </a:spcBef>
                        <a:spcAft>
                          <a:spcPts val="600"/>
                        </a:spcAft>
                        <a:buNone/>
                      </a:pPr>
                      <a:r>
                        <a:rPr lang="en-IN" dirty="0">
                          <a:latin typeface="Times New Roman" panose="02020603050405020304" pitchFamily="18" charset="0"/>
                          <a:cs typeface="Times New Roman" panose="02020603050405020304" pitchFamily="18" charset="0"/>
                        </a:rPr>
                        <a:t>Uses nodes with pointers</a:t>
                      </a:r>
                    </a:p>
                  </a:txBody>
                  <a:tcPr anchor="ctr"/>
                </a:tc>
                <a:extLst>
                  <a:ext uri="{0D108BD9-81ED-4DB2-BD59-A6C34878D82A}">
                    <a16:rowId xmlns:a16="http://schemas.microsoft.com/office/drawing/2014/main" val="1612532528"/>
                  </a:ext>
                </a:extLst>
              </a:tr>
            </a:tbl>
          </a:graphicData>
        </a:graphic>
      </p:graphicFrame>
    </p:spTree>
    <p:extLst>
      <p:ext uri="{BB962C8B-B14F-4D97-AF65-F5344CB8AC3E}">
        <p14:creationId xmlns:p14="http://schemas.microsoft.com/office/powerpoint/2010/main" val="161763903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1FC7-9005-7F3A-E054-61979E6E0B27}"/>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5B641A6-E431-CCC3-C5B4-71A0046047D5}"/>
              </a:ext>
            </a:extLst>
          </p:cNvPr>
          <p:cNvPicPr>
            <a:picLocks noChangeAspect="1" noChangeArrowheads="1"/>
          </p:cNvPicPr>
          <p:nvPr/>
        </p:nvPicPr>
        <p:blipFill>
          <a:blip r:embed="R276df764f1de49e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160679D1-7A58-50EC-9BE2-AB2F7B48D487}"/>
              </a:ext>
            </a:extLst>
          </p:cNvPr>
          <p:cNvPicPr>
            <a:picLocks noGrp="1" noChangeAspect="1"/>
          </p:cNvPicPr>
          <p:nvPr>
            <p:ph idx="1"/>
          </p:nvPr>
        </p:nvPicPr>
        <p:blipFill>
          <a:blip r:embed="R9dd33b658dce4aa6"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974B9832-46A1-8CAA-BD13-11B348A86356}"/>
              </a:ext>
            </a:extLst>
          </p:cNvPr>
          <p:cNvSpPr>
            <a:spLocks noChangeArrowheads="1"/>
          </p:cNvSpPr>
          <p:nvPr/>
        </p:nvSpPr>
        <p:spPr bwMode="auto">
          <a:xfrm>
            <a:off x="72008" y="307790"/>
            <a:ext cx="8367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Quick Quiz</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82D522B0-C460-5410-AEA9-48F8A08202D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D903215-D923-3AB3-2528-185998E8AC5E}"/>
              </a:ext>
            </a:extLst>
          </p:cNvPr>
          <p:cNvPicPr>
            <a:picLocks noChangeAspect="1"/>
          </p:cNvPicPr>
          <p:nvPr/>
        </p:nvPicPr>
        <p:blipFill>
          <a:blip r:embed="R8992a718411a44f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1E97ABE-1544-1D4E-1E43-435F1D3D654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6DAFDF6-24FF-254A-BFCD-E805D954B509}"/>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9D480130-85F5-F6AD-29BD-A84D1B3578F3}"/>
              </a:ext>
            </a:extLst>
          </p:cNvPr>
          <p:cNvSpPr txBox="1"/>
          <p:nvPr/>
        </p:nvSpPr>
        <p:spPr>
          <a:xfrm>
            <a:off x="158874" y="1362738"/>
            <a:ext cx="8698110" cy="304698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Which principle does Stack follow?</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Which operation removes the top element?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stack underflow?</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stack overflow?</a:t>
            </a:r>
          </a:p>
          <a:p>
            <a:br>
              <a:rPr lang="en-IN" sz="2400" dirty="0"/>
            </a:br>
            <a:endParaRPr lang="en-IN" sz="2400" dirty="0"/>
          </a:p>
        </p:txBody>
      </p:sp>
    </p:spTree>
    <p:extLst>
      <p:ext uri="{BB962C8B-B14F-4D97-AF65-F5344CB8AC3E}">
        <p14:creationId xmlns:p14="http://schemas.microsoft.com/office/powerpoint/2010/main" val="60475450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FAD6-011A-CF68-B686-4553FF4EC9A6}"/>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39A67D9-9E25-CC3E-59DA-0CCE8AD8FECF}"/>
              </a:ext>
            </a:extLst>
          </p:cNvPr>
          <p:cNvPicPr>
            <a:picLocks noChangeAspect="1" noChangeArrowheads="1"/>
          </p:cNvPicPr>
          <p:nvPr/>
        </p:nvPicPr>
        <p:blipFill>
          <a:blip r:embed="R5f9ca85c6f2c42bc">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CA3A1459-C56E-73F0-99CF-8F3F12E12354}"/>
              </a:ext>
            </a:extLst>
          </p:cNvPr>
          <p:cNvPicPr>
            <a:picLocks noGrp="1" noChangeAspect="1"/>
          </p:cNvPicPr>
          <p:nvPr>
            <p:ph idx="1"/>
          </p:nvPr>
        </p:nvPicPr>
        <p:blipFill>
          <a:blip r:embed="R4be3257527f349f7"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1F3721F-5D65-B484-83F5-224FDE5A3E82}"/>
              </a:ext>
            </a:extLst>
          </p:cNvPr>
          <p:cNvSpPr>
            <a:spLocks noChangeArrowheads="1"/>
          </p:cNvSpPr>
          <p:nvPr/>
        </p:nvSpPr>
        <p:spPr bwMode="auto">
          <a:xfrm>
            <a:off x="395536" y="307790"/>
            <a:ext cx="8043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Stack Implementation</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081C7EAA-C068-7C91-F5CD-0F58560651D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2956909-90BE-A426-A2D8-51A9EFC7F1C5}"/>
              </a:ext>
            </a:extLst>
          </p:cNvPr>
          <p:cNvPicPr>
            <a:picLocks noChangeAspect="1"/>
          </p:cNvPicPr>
          <p:nvPr/>
        </p:nvPicPr>
        <p:blipFill>
          <a:blip r:embed="Rde4572813cd5478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F0AA17A-5DD9-4E7F-4672-C12AAA85C2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6DA990F-FB91-B74E-C049-AB6E3FD9C9CE}"/>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F4917824-C787-128A-3124-D5739868555F}"/>
              </a:ext>
            </a:extLst>
          </p:cNvPr>
          <p:cNvSpPr txBox="1"/>
          <p:nvPr/>
        </p:nvSpPr>
        <p:spPr>
          <a:xfrm>
            <a:off x="395536" y="1166842"/>
            <a:ext cx="8461448" cy="1687963"/>
          </a:xfrm>
          <a:prstGeom prst="rect">
            <a:avLst/>
          </a:prstGeom>
          <a:noFill/>
        </p:spPr>
        <p:txBody>
          <a:bodyPr wrap="square" rtlCol="0">
            <a:spAutoFit/>
          </a:bodyPr>
          <a:lstStyle/>
          <a:p>
            <a:pPr algn="just">
              <a:lnSpc>
                <a:spcPct val="150000"/>
              </a:lnSpc>
            </a:pPr>
            <a:r>
              <a:rPr lang="en-IN" sz="2400" dirty="0">
                <a:solidFill>
                  <a:srgbClr val="0D0D0D"/>
                </a:solidFill>
                <a:latin typeface="Times New Roman" panose="02020603050405020304" pitchFamily="18" charset="0"/>
                <a:cs typeface="Times New Roman" panose="02020603050405020304" pitchFamily="18" charset="0"/>
              </a:rPr>
              <a:t>Stack can be implemented using:</a:t>
            </a:r>
          </a:p>
          <a:p>
            <a:pPr marL="342900" indent="-342900" algn="just">
              <a:lnSpc>
                <a:spcPct val="150000"/>
              </a:lnSpc>
              <a:buFont typeface="Arial" panose="020B0604020202020204" pitchFamily="34" charset="0"/>
              <a:buChar char="•"/>
            </a:pPr>
            <a:r>
              <a:rPr lang="en-IN" sz="2400" dirty="0">
                <a:solidFill>
                  <a:srgbClr val="0D0D0D"/>
                </a:solidFill>
                <a:latin typeface="Times New Roman" panose="02020603050405020304" pitchFamily="18" charset="0"/>
                <a:cs typeface="Times New Roman" panose="02020603050405020304" pitchFamily="18" charset="0"/>
              </a:rPr>
              <a:t>Arrays</a:t>
            </a:r>
          </a:p>
          <a:p>
            <a:pPr marL="342900" indent="-342900" algn="just">
              <a:lnSpc>
                <a:spcPct val="150000"/>
              </a:lnSpc>
              <a:buFont typeface="Arial" panose="020B0604020202020204" pitchFamily="34" charset="0"/>
              <a:buChar char="•"/>
            </a:pPr>
            <a:r>
              <a:rPr lang="en-IN" sz="2400" dirty="0">
                <a:solidFill>
                  <a:srgbClr val="0D0D0D"/>
                </a:solidFill>
                <a:latin typeface="Times New Roman" panose="02020603050405020304" pitchFamily="18" charset="0"/>
                <a:cs typeface="Times New Roman" panose="02020603050405020304" pitchFamily="18" charset="0"/>
              </a:rPr>
              <a:t>Linked List</a:t>
            </a:r>
            <a:endParaRPr lang="en-IN" sz="2400" dirty="0">
              <a:latin typeface="Times New Roman" panose="02020603050405020304" pitchFamily="18" charset="0"/>
              <a:cs typeface="Times New Roman" panose="02020603050405020304" pitchFamily="18" charset="0"/>
            </a:endParaRPr>
          </a:p>
        </p:txBody>
      </p:sp>
      <p:pic>
        <p:nvPicPr>
          <p:cNvPr id="6147" name="Picture 3"/>
          <p:cNvPicPr>
            <a:picLocks noChangeAspect="1" noChangeArrowheads="1"/>
          </p:cNvPicPr>
          <p:nvPr/>
        </p:nvPicPr>
        <p:blipFill>
          <a:blip r:embed="Rdbb511e2d0544c17"/>
          <a:srcRect l="2617" t="2941" r="1515" b="2941"/>
          <a:stretch>
            <a:fillRect/>
          </a:stretch>
        </p:blipFill>
        <p:spPr bwMode="auto">
          <a:xfrm>
            <a:off x="2339752" y="2551461"/>
            <a:ext cx="5729242" cy="3125041"/>
          </a:xfrm>
          <a:prstGeom prst="rect">
            <a:avLst/>
          </a:prstGeom>
          <a:noFill/>
          <a:ln w="9525">
            <a:noFill/>
            <a:miter lim="800000"/>
            <a:headEnd/>
            <a:tailEnd/>
          </a:ln>
          <a:effectLst/>
        </p:spPr>
      </p:pic>
      <p:sp>
        <p:nvSpPr>
          <p:cNvPr id="14" name="TextBox 13"/>
          <p:cNvSpPr txBox="1"/>
          <p:nvPr/>
        </p:nvSpPr>
        <p:spPr>
          <a:xfrm>
            <a:off x="2306851" y="5361006"/>
            <a:ext cx="7010400" cy="1200329"/>
          </a:xfrm>
          <a:prstGeom prst="rect">
            <a:avLst/>
          </a:prstGeom>
          <a:noFill/>
        </p:spPr>
        <p:txBody>
          <a:bodyPr wrap="square" rtlCol="0">
            <a:spAutoFit/>
          </a:bodyPr>
          <a:lstStyle/>
          <a:p>
            <a:endParaRPr lang="en-US" dirty="0"/>
          </a:p>
          <a:p>
            <a:r>
              <a:rPr lang="en-US" dirty="0"/>
              <a:t>Fig: Array Representations </a:t>
            </a:r>
          </a:p>
          <a:p>
            <a:r>
              <a:rPr lang="en-US" dirty="0">
                <a:hlinkClick r:id="rcIda136b74a9fef4149"/>
              </a:rPr>
              <a:t>https://prepinsta.com/data-structures/representation-of-a-stack/</a:t>
            </a:r>
            <a:endParaRPr lang="en-US" dirty="0"/>
          </a:p>
          <a:p>
            <a:endParaRPr lang="en-US" dirty="0"/>
          </a:p>
        </p:txBody>
      </p:sp>
    </p:spTree>
    <p:extLst>
      <p:ext uri="{BB962C8B-B14F-4D97-AF65-F5344CB8AC3E}">
        <p14:creationId xmlns:p14="http://schemas.microsoft.com/office/powerpoint/2010/main" val="74195824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86F4-72C0-9990-CB4C-658CD4F7EEA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3847D8A-3245-6091-483F-8036345B9922}"/>
              </a:ext>
            </a:extLst>
          </p:cNvPr>
          <p:cNvPicPr>
            <a:picLocks noGrp="1" noChangeAspect="1"/>
          </p:cNvPicPr>
          <p:nvPr>
            <p:ph idx="1"/>
          </p:nvPr>
        </p:nvPicPr>
        <p:blipFill>
          <a:blip r:embed="Ra678dafdeb1b4452" cstate="print">
            <a:extLst>
              <a:ext uri="{28A0092B-C50C-407E-A947-70E740481C1C}">
                <a14:useLocalDpi xmlns:a14="http://schemas.microsoft.com/office/drawing/2010/main" val="0"/>
              </a:ext>
            </a:extLst>
          </a:blip>
          <a:stretch>
            <a:fillRect/>
          </a:stretch>
        </p:blipFill>
        <p:spPr>
          <a:xfrm>
            <a:off x="1" y="-44444"/>
            <a:ext cx="9180512" cy="6885384"/>
          </a:xfrm>
        </p:spPr>
      </p:pic>
      <p:sp>
        <p:nvSpPr>
          <p:cNvPr id="5" name="Rectangle 1">
            <a:extLst>
              <a:ext uri="{FF2B5EF4-FFF2-40B4-BE49-F238E27FC236}">
                <a16:creationId xmlns:a16="http://schemas.microsoft.com/office/drawing/2014/main" id="{151A745B-B3C0-634B-AE8B-D90AA4C888EF}"/>
              </a:ext>
            </a:extLst>
          </p:cNvPr>
          <p:cNvSpPr>
            <a:spLocks noChangeArrowheads="1"/>
          </p:cNvSpPr>
          <p:nvPr/>
        </p:nvSpPr>
        <p:spPr bwMode="auto">
          <a:xfrm>
            <a:off x="103414" y="298973"/>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Limitations of Stack Implementation Using Array</a:t>
            </a:r>
          </a:p>
        </p:txBody>
      </p:sp>
      <p:cxnSp>
        <p:nvCxnSpPr>
          <p:cNvPr id="7" name="Straight Connector 6">
            <a:extLst>
              <a:ext uri="{FF2B5EF4-FFF2-40B4-BE49-F238E27FC236}">
                <a16:creationId xmlns:a16="http://schemas.microsoft.com/office/drawing/2014/main" id="{1C43CA48-C36F-6335-4636-B830692241E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31CC48-1FB3-C24D-2635-C17B37345E91}"/>
              </a:ext>
            </a:extLst>
          </p:cNvPr>
          <p:cNvPicPr>
            <a:picLocks noChangeAspect="1"/>
          </p:cNvPicPr>
          <p:nvPr/>
        </p:nvPicPr>
        <p:blipFill>
          <a:blip r:embed="R3de5fb6e225e4d1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6968084-3F22-D3E4-C9B5-9D64DE145DB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2579454-9086-DB33-BFD5-9C25018C8E9E}"/>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6E063FC4-812B-382B-2C29-56879ECB10A5}"/>
              </a:ext>
            </a:extLst>
          </p:cNvPr>
          <p:cNvSpPr>
            <a:spLocks noGrp="1"/>
          </p:cNvSpPr>
          <p:nvPr>
            <p:ph type="ftr" sz="quarter" idx="11"/>
          </p:nvPr>
        </p:nvSpPr>
        <p:spPr/>
        <p:txBody>
          <a:bodyPr/>
          <a:lstStyle/>
          <a:p>
            <a:r>
              <a:rPr lang="en-IN"/>
              <a:t>Data  Structure         Unit2  </a:t>
            </a:r>
          </a:p>
        </p:txBody>
      </p:sp>
      <p:sp>
        <p:nvSpPr>
          <p:cNvPr id="12" name="TextBox 11">
            <a:extLst>
              <a:ext uri="{FF2B5EF4-FFF2-40B4-BE49-F238E27FC236}">
                <a16:creationId xmlns:a16="http://schemas.microsoft.com/office/drawing/2014/main" id="{38E37898-0DE9-D1F8-EE78-2007CF545804}"/>
              </a:ext>
            </a:extLst>
          </p:cNvPr>
          <p:cNvSpPr txBox="1"/>
          <p:nvPr/>
        </p:nvSpPr>
        <p:spPr>
          <a:xfrm>
            <a:off x="463043" y="1359338"/>
            <a:ext cx="8395885" cy="2241960"/>
          </a:xfrm>
          <a:prstGeom prst="rect">
            <a:avLst/>
          </a:prstGeom>
          <a:noFill/>
        </p:spPr>
        <p:txBody>
          <a:bodyPr wrap="square">
            <a:spAutoFit/>
          </a:bodyPr>
          <a:lstStyle/>
          <a:p>
            <a:pPr marL="268288" indent="-268288">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Fixed Size</a:t>
            </a:r>
          </a:p>
          <a:p>
            <a:pPr marL="268288" indent="-268288">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Wasted Space</a:t>
            </a:r>
          </a:p>
          <a:p>
            <a:pPr marL="268288" indent="-268288">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Resizing Issues</a:t>
            </a:r>
          </a:p>
          <a:p>
            <a:pPr algn="l" rtl="0">
              <a:lnSpc>
                <a:spcPct val="150000"/>
              </a:lnSpc>
              <a:buNone/>
            </a:pPr>
            <a:endParaRPr lang="en-IN" sz="2400" b="1" i="0" dirty="0">
              <a:solidFill>
                <a:srgbClr val="4B556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218209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E8B1-BF85-06F7-B080-BF42E3E0BFAA}"/>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B5AE25F-E091-F632-D41E-E6C89D31E066}"/>
              </a:ext>
            </a:extLst>
          </p:cNvPr>
          <p:cNvPicPr>
            <a:picLocks noChangeAspect="1" noChangeArrowheads="1"/>
          </p:cNvPicPr>
          <p:nvPr/>
        </p:nvPicPr>
        <p:blipFill>
          <a:blip r:embed="R032ee669bdb44ae5">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9A1FA780-7362-BCAE-17C3-C722C68FA79F}"/>
              </a:ext>
            </a:extLst>
          </p:cNvPr>
          <p:cNvSpPr>
            <a:spLocks noChangeArrowheads="1"/>
          </p:cNvSpPr>
          <p:nvPr/>
        </p:nvSpPr>
        <p:spPr bwMode="auto">
          <a:xfrm>
            <a:off x="103414" y="268195"/>
            <a:ext cx="8645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Stack Implementation using array in Python</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1FC50C8-5ECF-966A-37D9-07262A05C05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D1EAE31-8A4B-567E-FA06-6BB593D32F62}"/>
              </a:ext>
            </a:extLst>
          </p:cNvPr>
          <p:cNvPicPr>
            <a:picLocks noChangeAspect="1"/>
          </p:cNvPicPr>
          <p:nvPr/>
        </p:nvPicPr>
        <p:blipFill>
          <a:blip r:embed="R5fe346e37c38457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1AACEF7-0244-E827-8CAB-84983E6AB00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1C007EB-12CF-2487-53F7-A59752501210}"/>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9EFCABE7-AF79-0607-419C-86DEA3AF3952}"/>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1514488F-224A-EAFE-21C2-1E2BBF83E1E6}"/>
              </a:ext>
            </a:extLst>
          </p:cNvPr>
          <p:cNvSpPr/>
          <p:nvPr/>
        </p:nvSpPr>
        <p:spPr>
          <a:xfrm>
            <a:off x="302886" y="1444275"/>
            <a:ext cx="4374232" cy="3893374"/>
          </a:xfrm>
          <a:prstGeom prst="rect">
            <a:avLst/>
          </a:prstGeom>
        </p:spPr>
        <p:txBody>
          <a:bodyPr wrap="square">
            <a:spAutoFit/>
          </a:bodyPr>
          <a:lstStyle/>
          <a:p>
            <a:r>
              <a:rPr lang="en-US" sz="1900" b="1" dirty="0">
                <a:latin typeface="Times New Roman" panose="02020603050405020304" pitchFamily="18" charset="0"/>
                <a:cs typeface="Times New Roman" panose="02020603050405020304" pitchFamily="18" charset="0"/>
              </a:rPr>
              <a:t># Stack implementation using array</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stack = [0] * 100</a:t>
            </a:r>
          </a:p>
          <a:p>
            <a:r>
              <a:rPr lang="en-US" sz="1900" dirty="0">
                <a:latin typeface="Times New Roman" panose="02020603050405020304" pitchFamily="18" charset="0"/>
                <a:cs typeface="Times New Roman" panose="02020603050405020304" pitchFamily="18" charset="0"/>
              </a:rPr>
              <a:t>n = 100</a:t>
            </a:r>
          </a:p>
          <a:p>
            <a:r>
              <a:rPr lang="en-US" sz="1900" dirty="0">
                <a:latin typeface="Times New Roman" panose="02020603050405020304" pitchFamily="18" charset="0"/>
                <a:cs typeface="Times New Roman" panose="02020603050405020304" pitchFamily="18" charset="0"/>
              </a:rPr>
              <a:t>top = -1</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def push(</a:t>
            </a:r>
            <a:r>
              <a:rPr lang="en-US" sz="1900" dirty="0" err="1">
                <a:latin typeface="Times New Roman" panose="02020603050405020304" pitchFamily="18" charset="0"/>
                <a:cs typeface="Times New Roman" panose="02020603050405020304" pitchFamily="18" charset="0"/>
              </a:rPr>
              <a:t>val</a:t>
            </a:r>
            <a:r>
              <a:rPr lang="en-US" sz="1900" dirty="0">
                <a:latin typeface="Times New Roman" panose="02020603050405020304" pitchFamily="18" charset="0"/>
                <a:cs typeface="Times New Roman" panose="02020603050405020304" pitchFamily="18" charset="0"/>
              </a:rPr>
              <a:t>):</a:t>
            </a:r>
          </a:p>
          <a:p>
            <a:r>
              <a:rPr lang="en-US" sz="1900" dirty="0">
                <a:latin typeface="Times New Roman" panose="02020603050405020304" pitchFamily="18" charset="0"/>
                <a:cs typeface="Times New Roman" panose="02020603050405020304" pitchFamily="18" charset="0"/>
              </a:rPr>
              <a:t>    global top</a:t>
            </a:r>
          </a:p>
          <a:p>
            <a:r>
              <a:rPr lang="en-US" sz="1900" dirty="0">
                <a:latin typeface="Times New Roman" panose="02020603050405020304" pitchFamily="18" charset="0"/>
                <a:cs typeface="Times New Roman" panose="02020603050405020304" pitchFamily="18" charset="0"/>
              </a:rPr>
              <a:t>    if top &gt;= n - 1:</a:t>
            </a:r>
          </a:p>
          <a:p>
            <a:r>
              <a:rPr lang="en-US" sz="1900" dirty="0">
                <a:latin typeface="Times New Roman" panose="02020603050405020304" pitchFamily="18" charset="0"/>
                <a:cs typeface="Times New Roman" panose="02020603050405020304" pitchFamily="18" charset="0"/>
              </a:rPr>
              <a:t>        print("Stack Overflow")</a:t>
            </a:r>
          </a:p>
          <a:p>
            <a:r>
              <a:rPr lang="en-US" sz="1900" dirty="0">
                <a:latin typeface="Times New Roman" panose="02020603050405020304" pitchFamily="18" charset="0"/>
                <a:cs typeface="Times New Roman" panose="02020603050405020304" pitchFamily="18" charset="0"/>
              </a:rPr>
              <a:t>    else:</a:t>
            </a:r>
          </a:p>
          <a:p>
            <a:r>
              <a:rPr lang="en-US" sz="1900" dirty="0">
                <a:latin typeface="Times New Roman" panose="02020603050405020304" pitchFamily="18" charset="0"/>
                <a:cs typeface="Times New Roman" panose="02020603050405020304" pitchFamily="18" charset="0"/>
              </a:rPr>
              <a:t>        top += 1</a:t>
            </a:r>
          </a:p>
          <a:p>
            <a:r>
              <a:rPr lang="en-US" sz="1900" dirty="0">
                <a:latin typeface="Times New Roman" panose="02020603050405020304" pitchFamily="18" charset="0"/>
                <a:cs typeface="Times New Roman" panose="02020603050405020304" pitchFamily="18" charset="0"/>
              </a:rPr>
              <a:t>        stack[top] = </a:t>
            </a:r>
            <a:r>
              <a:rPr lang="en-US" sz="1900" dirty="0" err="1">
                <a:latin typeface="Times New Roman" panose="02020603050405020304" pitchFamily="18" charset="0"/>
                <a:cs typeface="Times New Roman" panose="02020603050405020304" pitchFamily="18" charset="0"/>
              </a:rPr>
              <a:t>val</a:t>
            </a:r>
            <a:endParaRPr lang="en-US" sz="19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972CAC-3CFE-BF20-2876-DC289236B8A2}"/>
              </a:ext>
            </a:extLst>
          </p:cNvPr>
          <p:cNvSpPr txBox="1"/>
          <p:nvPr/>
        </p:nvSpPr>
        <p:spPr>
          <a:xfrm>
            <a:off x="4323216" y="1431390"/>
            <a:ext cx="4641272" cy="5062924"/>
          </a:xfrm>
          <a:prstGeom prst="rect">
            <a:avLst/>
          </a:prstGeom>
          <a:noFill/>
        </p:spPr>
        <p:txBody>
          <a:bodyPr wrap="square">
            <a:spAutoFit/>
          </a:bodyPr>
          <a:lstStyle/>
          <a:p>
            <a:r>
              <a:rPr lang="en-US" sz="1900" dirty="0">
                <a:latin typeface="Times New Roman" panose="02020603050405020304" pitchFamily="18" charset="0"/>
                <a:cs typeface="Times New Roman" panose="02020603050405020304" pitchFamily="18" charset="0"/>
              </a:rPr>
              <a:t>def pop():</a:t>
            </a:r>
          </a:p>
          <a:p>
            <a:r>
              <a:rPr lang="en-US" sz="1900" dirty="0">
                <a:latin typeface="Times New Roman" panose="02020603050405020304" pitchFamily="18" charset="0"/>
                <a:cs typeface="Times New Roman" panose="02020603050405020304" pitchFamily="18" charset="0"/>
              </a:rPr>
              <a:t>    global top</a:t>
            </a:r>
          </a:p>
          <a:p>
            <a:r>
              <a:rPr lang="en-US" sz="1900" dirty="0">
                <a:latin typeface="Times New Roman" panose="02020603050405020304" pitchFamily="18" charset="0"/>
                <a:cs typeface="Times New Roman" panose="02020603050405020304" pitchFamily="18" charset="0"/>
              </a:rPr>
              <a:t>    if top &lt;= -1:</a:t>
            </a:r>
          </a:p>
          <a:p>
            <a:r>
              <a:rPr lang="en-US" sz="1900" dirty="0">
                <a:latin typeface="Times New Roman" panose="02020603050405020304" pitchFamily="18" charset="0"/>
                <a:cs typeface="Times New Roman" panose="02020603050405020304" pitchFamily="18" charset="0"/>
              </a:rPr>
              <a:t>        print("Stack Underflow")</a:t>
            </a:r>
          </a:p>
          <a:p>
            <a:r>
              <a:rPr lang="en-US" sz="1900" dirty="0">
                <a:latin typeface="Times New Roman" panose="02020603050405020304" pitchFamily="18" charset="0"/>
                <a:cs typeface="Times New Roman" panose="02020603050405020304" pitchFamily="18" charset="0"/>
              </a:rPr>
              <a:t>    else:</a:t>
            </a:r>
          </a:p>
          <a:p>
            <a:r>
              <a:rPr lang="en-US" sz="1900" dirty="0">
                <a:latin typeface="Times New Roman" panose="02020603050405020304" pitchFamily="18" charset="0"/>
                <a:cs typeface="Times New Roman" panose="02020603050405020304" pitchFamily="18" charset="0"/>
              </a:rPr>
              <a:t>        print("The popped element is", stack[top])</a:t>
            </a:r>
          </a:p>
          <a:p>
            <a:r>
              <a:rPr lang="en-US" sz="1900" dirty="0">
                <a:latin typeface="Times New Roman" panose="02020603050405020304" pitchFamily="18" charset="0"/>
                <a:cs typeface="Times New Roman" panose="02020603050405020304" pitchFamily="18" charset="0"/>
              </a:rPr>
              <a:t>        top -= 1</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def display():</a:t>
            </a:r>
          </a:p>
          <a:p>
            <a:r>
              <a:rPr lang="en-US" sz="1900" dirty="0">
                <a:latin typeface="Times New Roman" panose="02020603050405020304" pitchFamily="18" charset="0"/>
                <a:cs typeface="Times New Roman" panose="02020603050405020304" pitchFamily="18" charset="0"/>
              </a:rPr>
              <a:t>    if top &gt;= 0:</a:t>
            </a:r>
          </a:p>
          <a:p>
            <a:r>
              <a:rPr lang="en-US" sz="1900" dirty="0">
                <a:latin typeface="Times New Roman" panose="02020603050405020304" pitchFamily="18" charset="0"/>
                <a:cs typeface="Times New Roman" panose="02020603050405020304" pitchFamily="18" charset="0"/>
              </a:rPr>
              <a:t>        print("Stack elements are:")</a:t>
            </a:r>
          </a:p>
          <a:p>
            <a:r>
              <a:rPr lang="en-US" sz="1900" dirty="0">
                <a:latin typeface="Times New Roman" panose="02020603050405020304" pitchFamily="18" charset="0"/>
                <a:cs typeface="Times New Roman" panose="02020603050405020304" pitchFamily="18" charset="0"/>
              </a:rPr>
              <a:t>        for </a:t>
            </a:r>
            <a:r>
              <a:rPr lang="en-US" sz="1900" dirty="0" err="1">
                <a:latin typeface="Times New Roman" panose="02020603050405020304" pitchFamily="18" charset="0"/>
                <a:cs typeface="Times New Roman" panose="02020603050405020304" pitchFamily="18" charset="0"/>
              </a:rPr>
              <a:t>i</a:t>
            </a:r>
            <a:r>
              <a:rPr lang="en-US" sz="1900" dirty="0">
                <a:latin typeface="Times New Roman" panose="02020603050405020304" pitchFamily="18" charset="0"/>
                <a:cs typeface="Times New Roman" panose="02020603050405020304" pitchFamily="18" charset="0"/>
              </a:rPr>
              <a:t> in range(top, -1, -1):</a:t>
            </a:r>
          </a:p>
          <a:p>
            <a:r>
              <a:rPr lang="en-US" sz="1900" dirty="0">
                <a:latin typeface="Times New Roman" panose="02020603050405020304" pitchFamily="18" charset="0"/>
                <a:cs typeface="Times New Roman" panose="02020603050405020304" pitchFamily="18" charset="0"/>
              </a:rPr>
              <a:t>            print(stack[</a:t>
            </a:r>
            <a:r>
              <a:rPr lang="en-US" sz="1900" dirty="0" err="1">
                <a:latin typeface="Times New Roman" panose="02020603050405020304" pitchFamily="18" charset="0"/>
                <a:cs typeface="Times New Roman" panose="02020603050405020304" pitchFamily="18" charset="0"/>
              </a:rPr>
              <a:t>i</a:t>
            </a:r>
            <a:r>
              <a:rPr lang="en-US" sz="1900" dirty="0">
                <a:latin typeface="Times New Roman" panose="02020603050405020304" pitchFamily="18" charset="0"/>
                <a:cs typeface="Times New Roman" panose="02020603050405020304" pitchFamily="18" charset="0"/>
              </a:rPr>
              <a:t>], end=" ")</a:t>
            </a:r>
          </a:p>
          <a:p>
            <a:r>
              <a:rPr lang="en-US" sz="1900" dirty="0">
                <a:latin typeface="Times New Roman" panose="02020603050405020304" pitchFamily="18" charset="0"/>
                <a:cs typeface="Times New Roman" panose="02020603050405020304" pitchFamily="18" charset="0"/>
              </a:rPr>
              <a:t>        print()</a:t>
            </a:r>
          </a:p>
          <a:p>
            <a:r>
              <a:rPr lang="en-US" sz="1900" dirty="0">
                <a:latin typeface="Times New Roman" panose="02020603050405020304" pitchFamily="18" charset="0"/>
                <a:cs typeface="Times New Roman" panose="02020603050405020304" pitchFamily="18" charset="0"/>
              </a:rPr>
              <a:t>    else:</a:t>
            </a:r>
          </a:p>
          <a:p>
            <a:r>
              <a:rPr lang="en-US" sz="1900" dirty="0">
                <a:latin typeface="Times New Roman" panose="02020603050405020304" pitchFamily="18" charset="0"/>
                <a:cs typeface="Times New Roman" panose="02020603050405020304" pitchFamily="18" charset="0"/>
              </a:rPr>
              <a:t>        print("Stack is empty")</a:t>
            </a:r>
          </a:p>
        </p:txBody>
      </p:sp>
    </p:spTree>
    <p:extLst>
      <p:ext uri="{BB962C8B-B14F-4D97-AF65-F5344CB8AC3E}">
        <p14:creationId xmlns:p14="http://schemas.microsoft.com/office/powerpoint/2010/main" val="277522041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15DE-EF9F-4C1F-C658-802DB56ADEA7}"/>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76592801-D4FB-6980-9A09-428EDA934DFF}"/>
              </a:ext>
            </a:extLst>
          </p:cNvPr>
          <p:cNvPicPr>
            <a:picLocks noChangeAspect="1" noChangeArrowheads="1"/>
          </p:cNvPicPr>
          <p:nvPr/>
        </p:nvPicPr>
        <p:blipFill>
          <a:blip r:embed="Rabab213a12ae4ff4">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CE98AA46-E335-C43B-AF6D-5E5189F15A3E}"/>
              </a:ext>
            </a:extLst>
          </p:cNvPr>
          <p:cNvSpPr>
            <a:spLocks noChangeArrowheads="1"/>
          </p:cNvSpPr>
          <p:nvPr/>
        </p:nvSpPr>
        <p:spPr bwMode="auto">
          <a:xfrm>
            <a:off x="103414" y="268195"/>
            <a:ext cx="86450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Contd.</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4DF9A35-0C59-A4A1-0059-742017B6A39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AD0333-D8CB-26DE-F03C-0E106F9BEB33}"/>
              </a:ext>
            </a:extLst>
          </p:cNvPr>
          <p:cNvPicPr>
            <a:picLocks noChangeAspect="1"/>
          </p:cNvPicPr>
          <p:nvPr/>
        </p:nvPicPr>
        <p:blipFill>
          <a:blip r:embed="R79740f10be914e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5C61F79-82FA-289C-1577-99078306411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9C53815-0A39-46B3-DE1A-7AE7BEEEDB90}"/>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FBE4AE73-2F19-3A94-98D8-F0067A0AB682}"/>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08D736E7-D3B0-3920-15EF-40FD1E0517D2}"/>
              </a:ext>
            </a:extLst>
          </p:cNvPr>
          <p:cNvSpPr/>
          <p:nvPr/>
        </p:nvSpPr>
        <p:spPr>
          <a:xfrm>
            <a:off x="297793" y="1287542"/>
            <a:ext cx="4374232" cy="4770537"/>
          </a:xfrm>
          <a:prstGeom prst="rect">
            <a:avLst/>
          </a:prstGeom>
        </p:spPr>
        <p:txBody>
          <a:bodyPr wrap="square">
            <a:spAutoFit/>
          </a:bodyPr>
          <a:lstStyle/>
          <a:p>
            <a:r>
              <a:rPr lang="en-US" sz="1900" dirty="0">
                <a:latin typeface="Times New Roman" panose="02020603050405020304" pitchFamily="18" charset="0"/>
                <a:cs typeface="Times New Roman" panose="02020603050405020304" pitchFamily="18" charset="0"/>
              </a:rPr>
              <a:t>def main():</a:t>
            </a:r>
          </a:p>
          <a:p>
            <a:r>
              <a:rPr lang="en-US" sz="1900" dirty="0">
                <a:latin typeface="Times New Roman" panose="02020603050405020304" pitchFamily="18" charset="0"/>
                <a:cs typeface="Times New Roman" panose="02020603050405020304" pitchFamily="18" charset="0"/>
              </a:rPr>
              <a:t>    while True:</a:t>
            </a:r>
          </a:p>
          <a:p>
            <a:r>
              <a:rPr lang="en-US" sz="1900" dirty="0">
                <a:latin typeface="Times New Roman" panose="02020603050405020304" pitchFamily="18" charset="0"/>
                <a:cs typeface="Times New Roman" panose="02020603050405020304" pitchFamily="18" charset="0"/>
              </a:rPr>
              <a:t>        print("\n1) Push in stack")</a:t>
            </a:r>
          </a:p>
          <a:p>
            <a:r>
              <a:rPr lang="en-US" sz="1900" dirty="0">
                <a:latin typeface="Times New Roman" panose="02020603050405020304" pitchFamily="18" charset="0"/>
                <a:cs typeface="Times New Roman" panose="02020603050405020304" pitchFamily="18" charset="0"/>
              </a:rPr>
              <a:t>        print("2) Pop from stack")</a:t>
            </a:r>
          </a:p>
          <a:p>
            <a:r>
              <a:rPr lang="en-US" sz="1900" dirty="0">
                <a:latin typeface="Times New Roman" panose="02020603050405020304" pitchFamily="18" charset="0"/>
                <a:cs typeface="Times New Roman" panose="02020603050405020304" pitchFamily="18" charset="0"/>
              </a:rPr>
              <a:t>        print("3) Display stack")</a:t>
            </a:r>
          </a:p>
          <a:p>
            <a:r>
              <a:rPr lang="en-US" sz="1900" dirty="0">
                <a:latin typeface="Times New Roman" panose="02020603050405020304" pitchFamily="18" charset="0"/>
                <a:cs typeface="Times New Roman" panose="02020603050405020304" pitchFamily="18" charset="0"/>
              </a:rPr>
              <a:t>        print("4) Exit")</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ch</a:t>
            </a:r>
            <a:r>
              <a:rPr lang="en-US" sz="1900" dirty="0">
                <a:latin typeface="Times New Roman" panose="02020603050405020304" pitchFamily="18" charset="0"/>
                <a:cs typeface="Times New Roman" panose="02020603050405020304" pitchFamily="18" charset="0"/>
              </a:rPr>
              <a:t> = int(input("Enter choice: "))</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if </a:t>
            </a:r>
            <a:r>
              <a:rPr lang="en-US" sz="1900" dirty="0" err="1">
                <a:latin typeface="Times New Roman" panose="02020603050405020304" pitchFamily="18" charset="0"/>
                <a:cs typeface="Times New Roman" panose="02020603050405020304" pitchFamily="18" charset="0"/>
              </a:rPr>
              <a:t>ch</a:t>
            </a:r>
            <a:r>
              <a:rPr lang="en-US" sz="1900" dirty="0">
                <a:latin typeface="Times New Roman" panose="02020603050405020304" pitchFamily="18" charset="0"/>
                <a:cs typeface="Times New Roman" panose="02020603050405020304" pitchFamily="18" charset="0"/>
              </a:rPr>
              <a:t> == 1:</a:t>
            </a:r>
          </a:p>
          <a:p>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val</a:t>
            </a:r>
            <a:r>
              <a:rPr lang="en-US" sz="1900" dirty="0">
                <a:latin typeface="Times New Roman" panose="02020603050405020304" pitchFamily="18" charset="0"/>
                <a:cs typeface="Times New Roman" panose="02020603050405020304" pitchFamily="18" charset="0"/>
              </a:rPr>
              <a:t> = int(input("Enter value to be pushed: "))</a:t>
            </a:r>
          </a:p>
          <a:p>
            <a:r>
              <a:rPr lang="en-US" sz="1900" dirty="0">
                <a:latin typeface="Times New Roman" panose="02020603050405020304" pitchFamily="18" charset="0"/>
                <a:cs typeface="Times New Roman" panose="02020603050405020304" pitchFamily="18" charset="0"/>
              </a:rPr>
              <a:t>            push(</a:t>
            </a:r>
            <a:r>
              <a:rPr lang="en-US" sz="1900" dirty="0" err="1">
                <a:latin typeface="Times New Roman" panose="02020603050405020304" pitchFamily="18" charset="0"/>
                <a:cs typeface="Times New Roman" panose="02020603050405020304" pitchFamily="18" charset="0"/>
              </a:rPr>
              <a:t>val</a:t>
            </a:r>
            <a:r>
              <a:rPr lang="en-US" sz="1900" dirty="0">
                <a:latin typeface="Times New Roman" panose="02020603050405020304" pitchFamily="18" charset="0"/>
                <a:cs typeface="Times New Roman" panose="02020603050405020304" pitchFamily="18" charset="0"/>
              </a:rPr>
              <a:t>)</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elif</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ch</a:t>
            </a:r>
            <a:r>
              <a:rPr lang="en-US" sz="1900" dirty="0">
                <a:latin typeface="Times New Roman" panose="02020603050405020304" pitchFamily="18" charset="0"/>
                <a:cs typeface="Times New Roman" panose="02020603050405020304" pitchFamily="18" charset="0"/>
              </a:rPr>
              <a:t> == 2:</a:t>
            </a:r>
          </a:p>
          <a:p>
            <a:r>
              <a:rPr lang="en-US" sz="1900" dirty="0">
                <a:latin typeface="Times New Roman" panose="02020603050405020304" pitchFamily="18" charset="0"/>
                <a:cs typeface="Times New Roman" panose="02020603050405020304" pitchFamily="18" charset="0"/>
              </a:rPr>
              <a:t>            pop()</a:t>
            </a:r>
          </a:p>
        </p:txBody>
      </p:sp>
      <p:sp>
        <p:nvSpPr>
          <p:cNvPr id="15" name="TextBox 14">
            <a:extLst>
              <a:ext uri="{FF2B5EF4-FFF2-40B4-BE49-F238E27FC236}">
                <a16:creationId xmlns:a16="http://schemas.microsoft.com/office/drawing/2014/main" id="{F685E93F-92DA-078C-CB95-F53607781F2A}"/>
              </a:ext>
            </a:extLst>
          </p:cNvPr>
          <p:cNvSpPr txBox="1"/>
          <p:nvPr/>
        </p:nvSpPr>
        <p:spPr>
          <a:xfrm>
            <a:off x="4763057" y="1377303"/>
            <a:ext cx="3985407" cy="3600986"/>
          </a:xfrm>
          <a:prstGeom prst="rect">
            <a:avLst/>
          </a:prstGeom>
          <a:noFill/>
        </p:spPr>
        <p:txBody>
          <a:bodyPr wrap="square">
            <a:spAutoFit/>
          </a:bodyPr>
          <a:lstStyle/>
          <a:p>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elif</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ch</a:t>
            </a:r>
            <a:r>
              <a:rPr lang="en-US" sz="1900" dirty="0">
                <a:latin typeface="Times New Roman" panose="02020603050405020304" pitchFamily="18" charset="0"/>
                <a:cs typeface="Times New Roman" panose="02020603050405020304" pitchFamily="18" charset="0"/>
              </a:rPr>
              <a:t> == 3:</a:t>
            </a:r>
          </a:p>
          <a:p>
            <a:r>
              <a:rPr lang="en-US" sz="1900" dirty="0">
                <a:latin typeface="Times New Roman" panose="02020603050405020304" pitchFamily="18" charset="0"/>
                <a:cs typeface="Times New Roman" panose="02020603050405020304" pitchFamily="18" charset="0"/>
              </a:rPr>
              <a:t>            display()</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elif</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ch</a:t>
            </a:r>
            <a:r>
              <a:rPr lang="en-US" sz="1900" dirty="0">
                <a:latin typeface="Times New Roman" panose="02020603050405020304" pitchFamily="18" charset="0"/>
                <a:cs typeface="Times New Roman" panose="02020603050405020304" pitchFamily="18" charset="0"/>
              </a:rPr>
              <a:t> == 4:</a:t>
            </a:r>
          </a:p>
          <a:p>
            <a:r>
              <a:rPr lang="en-US" sz="1900" dirty="0">
                <a:latin typeface="Times New Roman" panose="02020603050405020304" pitchFamily="18" charset="0"/>
                <a:cs typeface="Times New Roman" panose="02020603050405020304" pitchFamily="18" charset="0"/>
              </a:rPr>
              <a:t>            print("Exit")</a:t>
            </a:r>
          </a:p>
          <a:p>
            <a:r>
              <a:rPr lang="en-US" sz="1900" dirty="0">
                <a:latin typeface="Times New Roman" panose="02020603050405020304" pitchFamily="18" charset="0"/>
                <a:cs typeface="Times New Roman" panose="02020603050405020304" pitchFamily="18" charset="0"/>
              </a:rPr>
              <a:t>            break</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        else:</a:t>
            </a:r>
          </a:p>
          <a:p>
            <a:r>
              <a:rPr lang="en-US" sz="1900" dirty="0">
                <a:latin typeface="Times New Roman" panose="02020603050405020304" pitchFamily="18" charset="0"/>
                <a:cs typeface="Times New Roman" panose="02020603050405020304" pitchFamily="18" charset="0"/>
              </a:rPr>
              <a:t>            print("Invalid Choice")</a:t>
            </a: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if __name__ == "__main__":</a:t>
            </a:r>
          </a:p>
          <a:p>
            <a:r>
              <a:rPr lang="en-US" sz="1900" dirty="0">
                <a:latin typeface="Times New Roman" panose="02020603050405020304" pitchFamily="18" charset="0"/>
                <a:cs typeface="Times New Roman" panose="02020603050405020304" pitchFamily="18" charset="0"/>
              </a:rPr>
              <a:t>    main()</a:t>
            </a:r>
          </a:p>
        </p:txBody>
      </p:sp>
    </p:spTree>
    <p:extLst>
      <p:ext uri="{BB962C8B-B14F-4D97-AF65-F5344CB8AC3E}">
        <p14:creationId xmlns:p14="http://schemas.microsoft.com/office/powerpoint/2010/main" val="419058018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9218" name="Picture 2"/>
          <p:cNvPicPr>
            <a:picLocks noChangeAspect="1" noChangeArrowheads="1"/>
          </p:cNvPicPr>
          <p:nvPr/>
        </p:nvPicPr>
        <p:blipFill>
          <a:blip r:embed="R41938642003e43d7">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11ede439fdc7406a"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81000" y="268195"/>
            <a:ext cx="8367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 </a:t>
            </a:r>
            <a:endParaRPr lang="en-IN" sz="36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4466607e1dd04e2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381000" y="1480231"/>
            <a:ext cx="8295456" cy="489794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Which of the following permutation can be obtained in the same order using a stack assuming that input is the sequence 5, 6, 7, 8, 9 in that order?</a:t>
            </a:r>
          </a:p>
          <a:p>
            <a:pPr marL="342900" indent="-342900" algn="just">
              <a:lnSpc>
                <a:spcPct val="150000"/>
              </a:lnSpc>
              <a:buFont typeface="+mj-lt"/>
              <a:buAutoNum type="alphaLcParenR"/>
            </a:pPr>
            <a:r>
              <a:rPr lang="en-IN" sz="2400" dirty="0">
                <a:latin typeface="Times New Roman" panose="02020603050405020304" pitchFamily="18" charset="0"/>
                <a:cs typeface="Times New Roman" panose="02020603050405020304" pitchFamily="18" charset="0"/>
              </a:rPr>
              <a:t>7, 8, 9, 5, 6</a:t>
            </a:r>
          </a:p>
          <a:p>
            <a:pPr marL="342900" indent="-342900" algn="just">
              <a:lnSpc>
                <a:spcPct val="150000"/>
              </a:lnSpc>
              <a:buFont typeface="+mj-lt"/>
              <a:buAutoNum type="alphaLcParenR"/>
            </a:pPr>
            <a:r>
              <a:rPr lang="en-IN" sz="2400" dirty="0">
                <a:latin typeface="Times New Roman" panose="02020603050405020304" pitchFamily="18" charset="0"/>
                <a:cs typeface="Times New Roman" panose="02020603050405020304" pitchFamily="18" charset="0"/>
              </a:rPr>
              <a:t>5, 9, 6, 7, 8</a:t>
            </a:r>
          </a:p>
          <a:p>
            <a:pPr marL="342900" indent="-342900" algn="just">
              <a:lnSpc>
                <a:spcPct val="150000"/>
              </a:lnSpc>
              <a:buFont typeface="+mj-lt"/>
              <a:buAutoNum type="alphaLcParenR"/>
            </a:pPr>
            <a:r>
              <a:rPr lang="en-IN" sz="2400" dirty="0">
                <a:latin typeface="Times New Roman" panose="02020603050405020304" pitchFamily="18" charset="0"/>
                <a:cs typeface="Times New Roman" panose="02020603050405020304" pitchFamily="18" charset="0"/>
              </a:rPr>
              <a:t>7, 8, 9, 6, 5</a:t>
            </a:r>
          </a:p>
          <a:p>
            <a:pPr marL="342900" indent="-342900" algn="just">
              <a:lnSpc>
                <a:spcPct val="150000"/>
              </a:lnSpc>
              <a:buFont typeface="+mj-lt"/>
              <a:buAutoNum type="alphaLcParenR"/>
            </a:pPr>
            <a:r>
              <a:rPr lang="en-IN" sz="2400" dirty="0">
                <a:latin typeface="Times New Roman" panose="02020603050405020304" pitchFamily="18" charset="0"/>
                <a:cs typeface="Times New Roman" panose="02020603050405020304" pitchFamily="18" charset="0"/>
              </a:rPr>
              <a:t>9, 8, 7, 5, 6</a:t>
            </a:r>
          </a:p>
          <a:p>
            <a:endParaRPr lang="en-US" sz="2800" dirty="0"/>
          </a:p>
          <a:p>
            <a:pPr>
              <a:lnSpc>
                <a:spcPct val="150000"/>
              </a:lnSpc>
            </a:pPr>
            <a:endParaRPr lang="en-IN" sz="2400" b="1" dirty="0"/>
          </a:p>
        </p:txBody>
      </p:sp>
      <p:sp>
        <p:nvSpPr>
          <p:cNvPr id="10" name="Rectangle 1">
            <a:extLst>
              <a:ext uri="{FF2B5EF4-FFF2-40B4-BE49-F238E27FC236}">
                <a16:creationId xmlns:a16="http://schemas.microsoft.com/office/drawing/2014/main" id="{344D6F43-2966-92EB-CB16-0EFAA284DE5B}"/>
              </a:ext>
            </a:extLst>
          </p:cNvPr>
          <p:cNvSpPr>
            <a:spLocks noChangeArrowheads="1"/>
          </p:cNvSpPr>
          <p:nvPr/>
        </p:nvSpPr>
        <p:spPr bwMode="auto">
          <a:xfrm>
            <a:off x="341788" y="319309"/>
            <a:ext cx="83674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dirty="0">
                <a:solidFill>
                  <a:srgbClr val="E31E24"/>
                </a:solidFill>
                <a:cs typeface="Times New Roman" panose="02020603050405020304" pitchFamily="18" charset="0"/>
                <a:sym typeface="Arial"/>
              </a:rPr>
              <a:t>Test Your self </a:t>
            </a:r>
            <a:endParaRPr lang="en-IN" sz="36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400893817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70FD-9205-79B0-E7EE-341FD0A29152}"/>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28DC916-E267-29B0-BE2C-738662E05EA9}"/>
              </a:ext>
            </a:extLst>
          </p:cNvPr>
          <p:cNvPicPr>
            <a:picLocks noChangeAspect="1" noChangeArrowheads="1"/>
          </p:cNvPicPr>
          <p:nvPr/>
        </p:nvPicPr>
        <p:blipFill>
          <a:blip r:embed="R9991942fcbf440d9">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FF637989-B55D-DA30-981C-9319924CE5D8}"/>
              </a:ext>
            </a:extLst>
          </p:cNvPr>
          <p:cNvPicPr>
            <a:picLocks noGrp="1" noChangeAspect="1"/>
          </p:cNvPicPr>
          <p:nvPr>
            <p:ph idx="1"/>
          </p:nvPr>
        </p:nvPicPr>
        <p:blipFill>
          <a:blip r:embed="R1ed4c04349a34ef4"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58C507D-37FF-93CC-180F-59105D7A8D2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8FB3972-5DF1-B6D9-4F9F-871E8FA0727B}"/>
              </a:ext>
            </a:extLst>
          </p:cNvPr>
          <p:cNvPicPr>
            <a:picLocks noChangeAspect="1"/>
          </p:cNvPicPr>
          <p:nvPr/>
        </p:nvPicPr>
        <p:blipFill>
          <a:blip r:embed="Rf64bc60088ab481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7DED834-C7B7-1C5C-3094-6F14492F250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2CEEA12-3037-C9BC-BB38-DD9B3DA2E5A1}"/>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D7765096-C3CB-0988-9DC5-9422B2AB1FCA}"/>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0149B13F-6E9B-7A76-B780-D4CBA3CC06F3}"/>
              </a:ext>
            </a:extLst>
          </p:cNvPr>
          <p:cNvSpPr txBox="1"/>
          <p:nvPr/>
        </p:nvSpPr>
        <p:spPr>
          <a:xfrm>
            <a:off x="117728" y="1105327"/>
            <a:ext cx="8892480" cy="3913059"/>
          </a:xfrm>
          <a:prstGeom prst="rect">
            <a:avLst/>
          </a:prstGeom>
          <a:noFill/>
        </p:spPr>
        <p:txBody>
          <a:bodyPr wrap="square" lIns="91440" tIns="45720" rIns="91440" bIns="45720" rtlCol="0" anchor="t">
            <a:spAutoFit/>
          </a:bodyPr>
          <a:lstStyle/>
          <a:p>
            <a:pPr marL="285750" indent="-285750" algn="just">
              <a:lnSpc>
                <a:spcPct val="150000"/>
              </a:lnSpc>
              <a:buFont typeface="Arial"/>
              <a:buChar char="•"/>
            </a:pPr>
            <a:r>
              <a:rPr lang="en-IN" sz="2400" dirty="0">
                <a:solidFill>
                  <a:srgbClr val="333333"/>
                </a:solidFill>
                <a:latin typeface="Times New Roman" panose="02020603050405020304" pitchFamily="18" charset="0"/>
                <a:ea typeface="+mn-lt"/>
                <a:cs typeface="Times New Roman" panose="02020603050405020304" pitchFamily="18" charset="0"/>
              </a:rPr>
              <a:t>In the Linked List implementation of a stack, the nodes are maintained non-contiguously in memory. </a:t>
            </a:r>
            <a:endParaRPr lang="en-US" sz="2400" dirty="0">
              <a:solidFill>
                <a:srgbClr val="000000"/>
              </a:solidFill>
              <a:latin typeface="Times New Roman" panose="02020603050405020304" pitchFamily="18" charset="0"/>
              <a:ea typeface="+mn-lt"/>
              <a:cs typeface="Times New Roman" panose="02020603050405020304" pitchFamily="18" charset="0"/>
            </a:endParaRPr>
          </a:p>
          <a:p>
            <a:pPr marL="285750" indent="-285750" algn="just">
              <a:lnSpc>
                <a:spcPct val="150000"/>
              </a:lnSpc>
              <a:buFont typeface="Arial"/>
              <a:buChar char="•"/>
            </a:pPr>
            <a:r>
              <a:rPr lang="en-IN" sz="2400" dirty="0">
                <a:solidFill>
                  <a:srgbClr val="333333"/>
                </a:solidFill>
                <a:latin typeface="Times New Roman" panose="02020603050405020304" pitchFamily="18" charset="0"/>
                <a:ea typeface="+mn-lt"/>
                <a:cs typeface="Times New Roman" panose="02020603050405020304" pitchFamily="18" charset="0"/>
              </a:rPr>
              <a:t>Each node contains a pointer to its immediate successor node in the stack. </a:t>
            </a:r>
            <a:endParaRPr lang="en-US" sz="2400" dirty="0">
              <a:solidFill>
                <a:srgbClr val="000000"/>
              </a:solidFill>
              <a:latin typeface="Times New Roman" panose="02020603050405020304" pitchFamily="18" charset="0"/>
              <a:ea typeface="+mn-lt"/>
              <a:cs typeface="Times New Roman" panose="02020603050405020304" pitchFamily="18" charset="0"/>
            </a:endParaRPr>
          </a:p>
          <a:p>
            <a:pPr marL="285750" indent="-285750" algn="just">
              <a:lnSpc>
                <a:spcPct val="150000"/>
              </a:lnSpc>
              <a:buFont typeface="Arial"/>
              <a:buChar char="•"/>
            </a:pPr>
            <a:r>
              <a:rPr lang="en-IN" sz="2400" dirty="0">
                <a:solidFill>
                  <a:srgbClr val="333333"/>
                </a:solidFill>
                <a:latin typeface="Times New Roman" panose="02020603050405020304" pitchFamily="18" charset="0"/>
                <a:ea typeface="+mn-lt"/>
                <a:cs typeface="Times New Roman" panose="02020603050405020304" pitchFamily="18" charset="0"/>
              </a:rPr>
              <a:t>Stack is said to be overflown if the space left in the memory heap is not enough to create a node.</a:t>
            </a:r>
            <a:endParaRPr lang="en-US" sz="2400" dirty="0">
              <a:latin typeface="Times New Roman" panose="02020603050405020304" pitchFamily="18" charset="0"/>
              <a:ea typeface="Calibri"/>
              <a:cs typeface="Times New Roman" panose="02020603050405020304" pitchFamily="18" charset="0"/>
            </a:endParaRPr>
          </a:p>
          <a:p>
            <a:pPr>
              <a:lnSpc>
                <a:spcPct val="150000"/>
              </a:lnSpc>
            </a:pPr>
            <a:endParaRPr lang="en-IN" sz="2400" b="1" dirty="0"/>
          </a:p>
        </p:txBody>
      </p:sp>
      <p:sp>
        <p:nvSpPr>
          <p:cNvPr id="10" name="Rectangle 1">
            <a:extLst>
              <a:ext uri="{FF2B5EF4-FFF2-40B4-BE49-F238E27FC236}">
                <a16:creationId xmlns:a16="http://schemas.microsoft.com/office/drawing/2014/main" id="{4CDC5A2A-0210-F8AA-1540-0C7F5B8E4E27}"/>
              </a:ext>
            </a:extLst>
          </p:cNvPr>
          <p:cNvSpPr>
            <a:spLocks noChangeArrowheads="1"/>
          </p:cNvSpPr>
          <p:nvPr/>
        </p:nvSpPr>
        <p:spPr bwMode="auto">
          <a:xfrm>
            <a:off x="381000" y="152778"/>
            <a:ext cx="836746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solidFill>
                  <a:srgbClr val="E31E24"/>
                </a:solidFill>
                <a:latin typeface="Calibri"/>
                <a:ea typeface="Calibri"/>
                <a:cs typeface="Calibri"/>
                <a:sym typeface="Arial"/>
              </a:rPr>
              <a:t>Implementation of Stack using Linked List</a:t>
            </a:r>
            <a:endParaRPr lang="en-US" dirty="0">
              <a:sym typeface="Arial"/>
            </a:endParaRPr>
          </a:p>
          <a:p>
            <a:endParaRPr lang="en-US" sz="3600" b="1" dirty="0">
              <a:solidFill>
                <a:srgbClr val="E31E24"/>
              </a:solidFill>
              <a:ea typeface="Calibri"/>
              <a:cs typeface="Times New Roman" panose="02020603050405020304" pitchFamily="18" charset="0"/>
            </a:endParaRPr>
          </a:p>
        </p:txBody>
      </p:sp>
      <p:pic>
        <p:nvPicPr>
          <p:cNvPr id="11" name="Picture 10" descr="DS Linked list implementation stack">
            <a:extLst>
              <a:ext uri="{FF2B5EF4-FFF2-40B4-BE49-F238E27FC236}">
                <a16:creationId xmlns:a16="http://schemas.microsoft.com/office/drawing/2014/main" id="{DD8D633E-DB3C-8DC4-662E-61CAEE9A3A03}"/>
              </a:ext>
            </a:extLst>
          </p:cNvPr>
          <p:cNvPicPr>
            <a:picLocks noChangeAspect="1"/>
          </p:cNvPicPr>
          <p:nvPr/>
        </p:nvPicPr>
        <p:blipFill>
          <a:blip r:embed="Racb366387f874e69"/>
          <a:stretch>
            <a:fillRect/>
          </a:stretch>
        </p:blipFill>
        <p:spPr>
          <a:xfrm>
            <a:off x="6297808" y="4070008"/>
            <a:ext cx="2121522" cy="2556303"/>
          </a:xfrm>
          <a:prstGeom prst="rect">
            <a:avLst/>
          </a:prstGeom>
        </p:spPr>
      </p:pic>
    </p:spTree>
    <p:extLst>
      <p:ext uri="{BB962C8B-B14F-4D97-AF65-F5344CB8AC3E}">
        <p14:creationId xmlns:p14="http://schemas.microsoft.com/office/powerpoint/2010/main" val="396382681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D436-98A3-8D3B-459D-C67C24260CD5}"/>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EBA8FC1D-7511-735E-C663-A3463A2E222A}"/>
              </a:ext>
            </a:extLst>
          </p:cNvPr>
          <p:cNvPicPr>
            <a:picLocks noChangeAspect="1" noChangeArrowheads="1"/>
          </p:cNvPicPr>
          <p:nvPr/>
        </p:nvPicPr>
        <p:blipFill>
          <a:blip r:embed="Rf247e6c4eebd473a">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a:extLst>
              <a:ext uri="{FF2B5EF4-FFF2-40B4-BE49-F238E27FC236}">
                <a16:creationId xmlns:a16="http://schemas.microsoft.com/office/drawing/2014/main" id="{E1FB8A4D-6D14-6237-4DE4-01301925E6B6}"/>
              </a:ext>
            </a:extLst>
          </p:cNvPr>
          <p:cNvPicPr>
            <a:picLocks noGrp="1" noChangeAspect="1"/>
          </p:cNvPicPr>
          <p:nvPr>
            <p:ph idx="1"/>
          </p:nvPr>
        </p:nvPicPr>
        <p:blipFill>
          <a:blip r:embed="R2673ea1753c343c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079A73B-2112-3977-4D1C-B1CE9BE577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1ABD366-1948-AF5B-DE24-B1BD4808593E}"/>
              </a:ext>
            </a:extLst>
          </p:cNvPr>
          <p:cNvPicPr>
            <a:picLocks noChangeAspect="1"/>
          </p:cNvPicPr>
          <p:nvPr/>
        </p:nvPicPr>
        <p:blipFill>
          <a:blip r:embed="R6ca0b0831c0b413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EE5672E-1F4D-1A61-4A1E-01C86550061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3368089-77A4-CBD6-76F2-D27A349F44D4}"/>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2237D0E1-4DC3-00F7-0C7C-DBB840B8B9DF}"/>
              </a:ext>
            </a:extLst>
          </p:cNvPr>
          <p:cNvSpPr>
            <a:spLocks noGrp="1"/>
          </p:cNvSpPr>
          <p:nvPr>
            <p:ph type="ftr" sz="quarter" idx="11"/>
          </p:nvPr>
        </p:nvSpPr>
        <p:spPr/>
        <p:txBody>
          <a:bodyPr/>
          <a:lstStyle/>
          <a:p>
            <a:r>
              <a:rPr lang="en-IN" dirty="0"/>
              <a:t>Data  Structure         Unit2  </a:t>
            </a:r>
          </a:p>
        </p:txBody>
      </p:sp>
      <p:sp>
        <p:nvSpPr>
          <p:cNvPr id="10" name="Rectangle 1">
            <a:extLst>
              <a:ext uri="{FF2B5EF4-FFF2-40B4-BE49-F238E27FC236}">
                <a16:creationId xmlns:a16="http://schemas.microsoft.com/office/drawing/2014/main" id="{7A6913F3-3676-2DCD-938C-FAEF69DBA6D7}"/>
              </a:ext>
            </a:extLst>
          </p:cNvPr>
          <p:cNvSpPr>
            <a:spLocks noChangeArrowheads="1"/>
          </p:cNvSpPr>
          <p:nvPr/>
        </p:nvSpPr>
        <p:spPr bwMode="auto">
          <a:xfrm>
            <a:off x="115824" y="361196"/>
            <a:ext cx="996766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solidFill>
                  <a:srgbClr val="E31E24"/>
                </a:solidFill>
                <a:latin typeface="Calibri"/>
                <a:ea typeface="Calibri"/>
                <a:cs typeface="Calibri"/>
                <a:sym typeface="Arial"/>
              </a:rPr>
              <a:t>Adding a node to the stack (Push operation)</a:t>
            </a:r>
            <a:endParaRPr lang="en-US" dirty="0">
              <a:solidFill>
                <a:srgbClr val="000000"/>
              </a:solidFill>
              <a:latin typeface="Calibri"/>
              <a:ea typeface="Calibri"/>
              <a:cs typeface="Calibri"/>
              <a:sym typeface="Arial"/>
            </a:endParaRPr>
          </a:p>
          <a:p>
            <a:endParaRPr lang="en-US" sz="3600" b="1" dirty="0">
              <a:solidFill>
                <a:srgbClr val="E31E24"/>
              </a:solidFill>
              <a:ea typeface="Calibri"/>
              <a:cs typeface="Times New Roman" panose="02020603050405020304" pitchFamily="18" charset="0"/>
            </a:endParaRPr>
          </a:p>
        </p:txBody>
      </p:sp>
      <p:sp>
        <p:nvSpPr>
          <p:cNvPr id="11" name="TextBox 10">
            <a:extLst>
              <a:ext uri="{FF2B5EF4-FFF2-40B4-BE49-F238E27FC236}">
                <a16:creationId xmlns:a16="http://schemas.microsoft.com/office/drawing/2014/main" id="{5DC5B0A4-DAEE-562B-B631-A1DFF5773201}"/>
              </a:ext>
            </a:extLst>
          </p:cNvPr>
          <p:cNvSpPr txBox="1"/>
          <p:nvPr/>
        </p:nvSpPr>
        <p:spPr>
          <a:xfrm>
            <a:off x="98929" y="1303757"/>
            <a:ext cx="9096186" cy="4247317"/>
          </a:xfrm>
          <a:prstGeom prst="rect">
            <a:avLst/>
          </a:prstGeom>
          <a:noFill/>
        </p:spPr>
        <p:txBody>
          <a:bodyPr wrap="square">
            <a:spAutoFit/>
          </a:bodyPr>
          <a:lstStyle/>
          <a:p>
            <a:pPr>
              <a:spcBef>
                <a:spcPts val="600"/>
              </a:spcBef>
              <a:spcAft>
                <a:spcPts val="600"/>
              </a:spcAft>
            </a:pPr>
            <a:r>
              <a:rPr lang="en-IN" dirty="0">
                <a:latin typeface="Times New Roman" panose="02020603050405020304" pitchFamily="18" charset="0"/>
                <a:cs typeface="Times New Roman" panose="02020603050405020304" pitchFamily="18" charset="0"/>
              </a:rPr>
              <a:t>Step 1: Allocate memory for the new node and name it as NEW_NODE</a:t>
            </a:r>
          </a:p>
          <a:p>
            <a:pPr>
              <a:spcBef>
                <a:spcPts val="600"/>
              </a:spcBef>
              <a:spcAft>
                <a:spcPts val="600"/>
              </a:spcAft>
            </a:pPr>
            <a:r>
              <a:rPr lang="en-IN" dirty="0">
                <a:latin typeface="Times New Roman" panose="02020603050405020304" pitchFamily="18" charset="0"/>
                <a:cs typeface="Times New Roman" panose="02020603050405020304" pitchFamily="18" charset="0"/>
              </a:rPr>
              <a:t>Step 2: SET NEW_NODE-&gt; DATA=VAL</a:t>
            </a:r>
          </a:p>
          <a:p>
            <a:pPr>
              <a:spcBef>
                <a:spcPts val="600"/>
              </a:spcBef>
              <a:spcAft>
                <a:spcPts val="600"/>
              </a:spcAft>
            </a:pPr>
            <a:r>
              <a:rPr lang="en-IN" dirty="0">
                <a:latin typeface="Times New Roman" panose="02020603050405020304" pitchFamily="18" charset="0"/>
                <a:cs typeface="Times New Roman" panose="02020603050405020304" pitchFamily="18" charset="0"/>
              </a:rPr>
              <a:t>Step 3: IF TOP=NULL</a:t>
            </a:r>
          </a:p>
          <a:p>
            <a:pPr>
              <a:spcBef>
                <a:spcPts val="600"/>
              </a:spcBef>
              <a:spcAft>
                <a:spcPts val="600"/>
              </a:spcAft>
            </a:pPr>
            <a:r>
              <a:rPr lang="en-IN" dirty="0">
                <a:latin typeface="Times New Roman" panose="02020603050405020304" pitchFamily="18" charset="0"/>
                <a:cs typeface="Times New Roman" panose="02020603050405020304" pitchFamily="18" charset="0"/>
              </a:rPr>
              <a:t>           SET NEW_NODE-&gt;NEXT=NULL</a:t>
            </a:r>
          </a:p>
          <a:p>
            <a:pPr>
              <a:spcBef>
                <a:spcPts val="600"/>
              </a:spcBef>
              <a:spcAft>
                <a:spcPts val="600"/>
              </a:spcAft>
            </a:pPr>
            <a:r>
              <a:rPr lang="en-IN" dirty="0">
                <a:latin typeface="Times New Roman" panose="02020603050405020304" pitchFamily="18" charset="0"/>
                <a:cs typeface="Times New Roman" panose="02020603050405020304" pitchFamily="18" charset="0"/>
              </a:rPr>
              <a:t>           SET TOP=NEW_NODE</a:t>
            </a:r>
          </a:p>
          <a:p>
            <a:pPr>
              <a:spcBef>
                <a:spcPts val="600"/>
              </a:spcBef>
              <a:spcAft>
                <a:spcPts val="600"/>
              </a:spcAft>
            </a:pPr>
            <a:r>
              <a:rPr lang="en-IN" dirty="0">
                <a:latin typeface="Times New Roman" panose="02020603050405020304" pitchFamily="18" charset="0"/>
                <a:cs typeface="Times New Roman" panose="02020603050405020304" pitchFamily="18" charset="0"/>
              </a:rPr>
              <a:t>         ELSE</a:t>
            </a:r>
          </a:p>
          <a:p>
            <a:pPr>
              <a:spcBef>
                <a:spcPts val="600"/>
              </a:spcBef>
              <a:spcAft>
                <a:spcPts val="600"/>
              </a:spcAft>
            </a:pPr>
            <a:r>
              <a:rPr lang="en-IN" dirty="0">
                <a:latin typeface="Times New Roman" panose="02020603050405020304" pitchFamily="18" charset="0"/>
                <a:cs typeface="Times New Roman" panose="02020603050405020304" pitchFamily="18" charset="0"/>
              </a:rPr>
              <a:t>           SET NEW_NODE-&gt;NEXT=TOP</a:t>
            </a:r>
          </a:p>
          <a:p>
            <a:pPr>
              <a:spcBef>
                <a:spcPts val="600"/>
              </a:spcBef>
              <a:spcAft>
                <a:spcPts val="600"/>
              </a:spcAft>
            </a:pPr>
            <a:r>
              <a:rPr lang="en-IN" dirty="0">
                <a:latin typeface="Times New Roman" panose="02020603050405020304" pitchFamily="18" charset="0"/>
                <a:cs typeface="Times New Roman" panose="02020603050405020304" pitchFamily="18" charset="0"/>
              </a:rPr>
              <a:t>           SET TOP=NEW_NODE</a:t>
            </a:r>
          </a:p>
          <a:p>
            <a:pPr>
              <a:spcBef>
                <a:spcPts val="600"/>
              </a:spcBef>
              <a:spcAft>
                <a:spcPts val="600"/>
              </a:spcAft>
            </a:pPr>
            <a:r>
              <a:rPr lang="en-IN" dirty="0">
                <a:latin typeface="Times New Roman" panose="02020603050405020304" pitchFamily="18" charset="0"/>
                <a:cs typeface="Times New Roman" panose="02020603050405020304" pitchFamily="18" charset="0"/>
              </a:rPr>
              <a:t>           [END OF IF]</a:t>
            </a:r>
          </a:p>
          <a:p>
            <a:pPr>
              <a:spcBef>
                <a:spcPts val="600"/>
              </a:spcBef>
              <a:spcAft>
                <a:spcPts val="600"/>
              </a:spcAft>
            </a:pPr>
            <a:r>
              <a:rPr lang="en-IN" dirty="0">
                <a:latin typeface="Times New Roman" panose="02020603050405020304" pitchFamily="18" charset="0"/>
                <a:cs typeface="Times New Roman" panose="02020603050405020304" pitchFamily="18" charset="0"/>
              </a:rPr>
              <a:t>Step 4: END</a:t>
            </a:r>
          </a:p>
        </p:txBody>
      </p:sp>
      <p:pic>
        <p:nvPicPr>
          <p:cNvPr id="5" name="Picture 4" descr="A diagram of a stack&#10;&#10;AI-generated content may be incorrect.">
            <a:extLst>
              <a:ext uri="{FF2B5EF4-FFF2-40B4-BE49-F238E27FC236}">
                <a16:creationId xmlns:a16="http://schemas.microsoft.com/office/drawing/2014/main" id="{F1DFF49B-1311-3A9E-2425-78552A91ED09}"/>
              </a:ext>
            </a:extLst>
          </p:cNvPr>
          <p:cNvPicPr>
            <a:picLocks noChangeAspect="1"/>
          </p:cNvPicPr>
          <p:nvPr/>
        </p:nvPicPr>
        <p:blipFill>
          <a:blip r:embed="R0ca5e806d2e14eb4"/>
          <a:srcRect r="1914" b="24925"/>
          <a:stretch>
            <a:fillRect/>
          </a:stretch>
        </p:blipFill>
        <p:spPr>
          <a:xfrm>
            <a:off x="3219473" y="4547305"/>
            <a:ext cx="5935389" cy="2156763"/>
          </a:xfrm>
          <a:prstGeom prst="rect">
            <a:avLst/>
          </a:prstGeom>
        </p:spPr>
      </p:pic>
    </p:spTree>
    <p:extLst>
      <p:ext uri="{BB962C8B-B14F-4D97-AF65-F5344CB8AC3E}">
        <p14:creationId xmlns:p14="http://schemas.microsoft.com/office/powerpoint/2010/main" val="3017994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E4515-13B8-EEC7-5C3F-5A88C7A36F74}"/>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B9EDBB2C-EF14-FC2F-12B5-EB69CE6AC8C0}"/>
              </a:ext>
            </a:extLst>
          </p:cNvPr>
          <p:cNvPicPr>
            <a:picLocks noChangeAspect="1" noChangeArrowheads="1"/>
          </p:cNvPicPr>
          <p:nvPr/>
        </p:nvPicPr>
        <p:blipFill>
          <a:blip r:embed="R4ff2199ab8d640d1">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a:extLst>
              <a:ext uri="{FF2B5EF4-FFF2-40B4-BE49-F238E27FC236}">
                <a16:creationId xmlns:a16="http://schemas.microsoft.com/office/drawing/2014/main" id="{D0D63D8A-0EC1-4735-AF7A-D0616B84356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BB59829-833B-EDFB-6EED-ADABA88CDF8E}"/>
              </a:ext>
            </a:extLst>
          </p:cNvPr>
          <p:cNvPicPr>
            <a:picLocks noChangeAspect="1"/>
          </p:cNvPicPr>
          <p:nvPr/>
        </p:nvPicPr>
        <p:blipFill>
          <a:blip r:embed="Rd445608eb8ef4fc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388606B-4B7D-F481-1A08-BE0B27F8CCE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856EB4A0-1B0E-D97F-FCE5-17743A204836}"/>
              </a:ext>
            </a:extLst>
          </p:cNvPr>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a:extLst>
              <a:ext uri="{FF2B5EF4-FFF2-40B4-BE49-F238E27FC236}">
                <a16:creationId xmlns:a16="http://schemas.microsoft.com/office/drawing/2014/main" id="{00683407-6141-DDBA-316D-F0376783B977}"/>
              </a:ext>
            </a:extLst>
          </p:cNvPr>
          <p:cNvSpPr>
            <a:spLocks noGrp="1"/>
          </p:cNvSpPr>
          <p:nvPr>
            <p:ph type="ftr" sz="quarter" idx="11"/>
          </p:nvPr>
        </p:nvSpPr>
        <p:spPr/>
        <p:txBody>
          <a:bodyPr/>
          <a:lstStyle/>
          <a:p>
            <a:r>
              <a:rPr lang="en-IN"/>
              <a:t>Data  Structure         Unit2  </a:t>
            </a:r>
          </a:p>
        </p:txBody>
      </p:sp>
      <p:sp>
        <p:nvSpPr>
          <p:cNvPr id="10" name="Rectangle 1">
            <a:extLst>
              <a:ext uri="{FF2B5EF4-FFF2-40B4-BE49-F238E27FC236}">
                <a16:creationId xmlns:a16="http://schemas.microsoft.com/office/drawing/2014/main" id="{27E3BFC5-9C2E-2C32-40DE-5E77FED6E408}"/>
              </a:ext>
            </a:extLst>
          </p:cNvPr>
          <p:cNvSpPr>
            <a:spLocks noChangeArrowheads="1"/>
          </p:cNvSpPr>
          <p:nvPr/>
        </p:nvSpPr>
        <p:spPr bwMode="auto">
          <a:xfrm>
            <a:off x="115824" y="215003"/>
            <a:ext cx="99676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solidFill>
                  <a:srgbClr val="E31E24"/>
                </a:solidFill>
                <a:latin typeface="Calibri"/>
                <a:ea typeface="Calibri"/>
                <a:cs typeface="Calibri"/>
                <a:sym typeface="Arial"/>
              </a:rPr>
              <a:t>Deleting a node from the stack (POP operation)</a:t>
            </a:r>
            <a:endParaRPr lang="en-US" dirty="0"/>
          </a:p>
          <a:p>
            <a:endParaRPr lang="en-US" sz="3600" b="1" dirty="0">
              <a:solidFill>
                <a:srgbClr val="E31E24"/>
              </a:solidFill>
              <a:latin typeface="Calibri"/>
              <a:ea typeface="Calibri"/>
              <a:cs typeface="Calibri"/>
            </a:endParaRPr>
          </a:p>
          <a:p>
            <a:endParaRPr lang="en-US" sz="3600" b="1" dirty="0">
              <a:solidFill>
                <a:srgbClr val="E31E24"/>
              </a:solidFill>
              <a:ea typeface="Calibri"/>
              <a:cs typeface="Times New Roman" panose="02020603050405020304" pitchFamily="18" charset="0"/>
            </a:endParaRPr>
          </a:p>
        </p:txBody>
      </p:sp>
      <p:sp>
        <p:nvSpPr>
          <p:cNvPr id="11" name="TextBox 10">
            <a:extLst>
              <a:ext uri="{FF2B5EF4-FFF2-40B4-BE49-F238E27FC236}">
                <a16:creationId xmlns:a16="http://schemas.microsoft.com/office/drawing/2014/main" id="{61FD852F-17FA-8C8C-618B-7118C66C4486}"/>
              </a:ext>
            </a:extLst>
          </p:cNvPr>
          <p:cNvSpPr txBox="1"/>
          <p:nvPr/>
        </p:nvSpPr>
        <p:spPr>
          <a:xfrm>
            <a:off x="264840" y="1287264"/>
            <a:ext cx="5399360" cy="4094198"/>
          </a:xfrm>
          <a:prstGeom prst="rect">
            <a:avLst/>
          </a:prstGeom>
          <a:noFill/>
        </p:spPr>
        <p:txBody>
          <a:bodyPr wrap="square">
            <a:spAutoFit/>
          </a:bodyPr>
          <a:lstStyle/>
          <a:p>
            <a:pPr>
              <a:lnSpc>
                <a:spcPct val="150000"/>
              </a:lnSpc>
            </a:pPr>
            <a:r>
              <a:rPr lang="en-IN" sz="2200" dirty="0">
                <a:latin typeface="Times New Roman" panose="02020603050405020304" pitchFamily="18" charset="0"/>
                <a:cs typeface="Times New Roman" panose="02020603050405020304" pitchFamily="18" charset="0"/>
              </a:rPr>
              <a:t>Step 1: IF TOP=NULL</a:t>
            </a:r>
          </a:p>
          <a:p>
            <a:pPr>
              <a:lnSpc>
                <a:spcPct val="150000"/>
              </a:lnSpc>
            </a:pPr>
            <a:r>
              <a:rPr lang="en-IN" sz="2200" dirty="0">
                <a:latin typeface="Times New Roman" panose="02020603050405020304" pitchFamily="18" charset="0"/>
                <a:cs typeface="Times New Roman" panose="02020603050405020304" pitchFamily="18" charset="0"/>
              </a:rPr>
              <a:t>           PRINT "UNDERFLOW"</a:t>
            </a:r>
          </a:p>
          <a:p>
            <a:pPr>
              <a:lnSpc>
                <a:spcPct val="150000"/>
              </a:lnSpc>
            </a:pPr>
            <a:r>
              <a:rPr lang="en-IN" sz="2200" dirty="0">
                <a:latin typeface="Times New Roman" panose="02020603050405020304" pitchFamily="18" charset="0"/>
                <a:cs typeface="Times New Roman" panose="02020603050405020304" pitchFamily="18" charset="0"/>
              </a:rPr>
              <a:t>           Goto Step 5</a:t>
            </a:r>
          </a:p>
          <a:p>
            <a:pPr>
              <a:lnSpc>
                <a:spcPct val="150000"/>
              </a:lnSpc>
            </a:pPr>
            <a:r>
              <a:rPr lang="en-IN" sz="2200" dirty="0">
                <a:latin typeface="Times New Roman" panose="02020603050405020304" pitchFamily="18" charset="0"/>
                <a:cs typeface="Times New Roman" panose="02020603050405020304" pitchFamily="18" charset="0"/>
              </a:rPr>
              <a:t>           [END OF IF]</a:t>
            </a:r>
          </a:p>
          <a:p>
            <a:pPr>
              <a:lnSpc>
                <a:spcPct val="150000"/>
              </a:lnSpc>
            </a:pPr>
            <a:r>
              <a:rPr lang="en-IN" sz="2200" dirty="0">
                <a:latin typeface="Times New Roman" panose="02020603050405020304" pitchFamily="18" charset="0"/>
                <a:cs typeface="Times New Roman" panose="02020603050405020304" pitchFamily="18" charset="0"/>
              </a:rPr>
              <a:t>Step 2: SET PTR=TOP</a:t>
            </a:r>
          </a:p>
          <a:p>
            <a:pPr>
              <a:lnSpc>
                <a:spcPct val="150000"/>
              </a:lnSpc>
            </a:pPr>
            <a:r>
              <a:rPr lang="en-IN" sz="2200" dirty="0">
                <a:latin typeface="Times New Roman" panose="02020603050405020304" pitchFamily="18" charset="0"/>
                <a:cs typeface="Times New Roman" panose="02020603050405020304" pitchFamily="18" charset="0"/>
              </a:rPr>
              <a:t>Step 3: SET TOP=TOP-&gt;NEXT</a:t>
            </a:r>
          </a:p>
          <a:p>
            <a:pPr>
              <a:lnSpc>
                <a:spcPct val="150000"/>
              </a:lnSpc>
            </a:pPr>
            <a:r>
              <a:rPr lang="en-IN" sz="2200" dirty="0">
                <a:latin typeface="Times New Roman" panose="02020603050405020304" pitchFamily="18" charset="0"/>
                <a:cs typeface="Times New Roman" panose="02020603050405020304" pitchFamily="18" charset="0"/>
              </a:rPr>
              <a:t>Step 4: FREE PTR</a:t>
            </a:r>
          </a:p>
          <a:p>
            <a:pPr>
              <a:lnSpc>
                <a:spcPct val="150000"/>
              </a:lnSpc>
            </a:pPr>
            <a:r>
              <a:rPr lang="en-IN" sz="2200" dirty="0">
                <a:latin typeface="Times New Roman" panose="02020603050405020304" pitchFamily="18" charset="0"/>
                <a:cs typeface="Times New Roman" panose="02020603050405020304" pitchFamily="18" charset="0"/>
              </a:rPr>
              <a:t>Step 5: END</a:t>
            </a:r>
          </a:p>
        </p:txBody>
      </p:sp>
      <p:pic>
        <p:nvPicPr>
          <p:cNvPr id="8" name="Picture 7" descr="A diagram of a stack&#10;&#10;AI-generated content may be incorrect.">
            <a:extLst>
              <a:ext uri="{FF2B5EF4-FFF2-40B4-BE49-F238E27FC236}">
                <a16:creationId xmlns:a16="http://schemas.microsoft.com/office/drawing/2014/main" id="{E66F9B28-64DA-5887-8039-BC287C072D6C}"/>
              </a:ext>
            </a:extLst>
          </p:cNvPr>
          <p:cNvPicPr>
            <a:picLocks noChangeAspect="1"/>
          </p:cNvPicPr>
          <p:nvPr/>
        </p:nvPicPr>
        <p:blipFill>
          <a:blip r:embed="R9105f20a0b0e417d"/>
          <a:srcRect r="3076"/>
          <a:stretch>
            <a:fillRect/>
          </a:stretch>
        </p:blipFill>
        <p:spPr>
          <a:xfrm>
            <a:off x="4527173" y="2877736"/>
            <a:ext cx="4351987" cy="2046607"/>
          </a:xfrm>
          <a:prstGeom prst="rect">
            <a:avLst/>
          </a:prstGeom>
        </p:spPr>
      </p:pic>
    </p:spTree>
    <p:extLst>
      <p:ext uri="{BB962C8B-B14F-4D97-AF65-F5344CB8AC3E}">
        <p14:creationId xmlns:p14="http://schemas.microsoft.com/office/powerpoint/2010/main" val="256314651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4A5F-18D4-4D6E-64F4-9174126A757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BDDB06-4B6E-4707-1E17-AAE8BFCF4083}"/>
              </a:ext>
            </a:extLst>
          </p:cNvPr>
          <p:cNvPicPr>
            <a:picLocks noGrp="1" noChangeAspect="1"/>
          </p:cNvPicPr>
          <p:nvPr>
            <p:ph idx="1"/>
          </p:nvPr>
        </p:nvPicPr>
        <p:blipFill>
          <a:blip r:embed="R4ac1d39784994f47"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EF6197-3238-08C9-B26C-DB30D7D65F43}"/>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344C319-238E-5A65-3F7E-593393C1974A}"/>
              </a:ext>
            </a:extLst>
          </p:cNvPr>
          <p:cNvPicPr>
            <a:picLocks noChangeAspect="1"/>
          </p:cNvPicPr>
          <p:nvPr/>
        </p:nvPicPr>
        <p:blipFill>
          <a:blip r:embed="R2c5c760b1ecc488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C6FAB2C-6B04-D9C7-C35F-2BCAD3D9C65A}"/>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24D8156-DA4B-BB1C-9496-FC99853F1DEF}"/>
              </a:ext>
            </a:extLst>
          </p:cNvPr>
          <p:cNvSpPr>
            <a:spLocks noChangeArrowheads="1"/>
          </p:cNvSpPr>
          <p:nvPr/>
        </p:nvSpPr>
        <p:spPr bwMode="auto">
          <a:xfrm>
            <a:off x="250356" y="346497"/>
            <a:ext cx="88398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a:t>
            </a:r>
          </a:p>
        </p:txBody>
      </p:sp>
      <p:sp>
        <p:nvSpPr>
          <p:cNvPr id="3" name="TextBox 2">
            <a:extLst>
              <a:ext uri="{FF2B5EF4-FFF2-40B4-BE49-F238E27FC236}">
                <a16:creationId xmlns:a16="http://schemas.microsoft.com/office/drawing/2014/main" id="{3DCC61E0-6318-2865-A850-DCAA5ACF48FE}"/>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3A715DB1-87CD-88B2-807A-5931C67A56F4}"/>
              </a:ext>
            </a:extLst>
          </p:cNvPr>
          <p:cNvPicPr>
            <a:picLocks noChangeAspect="1" noChangeArrowheads="1"/>
          </p:cNvPicPr>
          <p:nvPr/>
        </p:nvPicPr>
        <p:blipFill>
          <a:blip r:embed="Rb1acdb95b8d84396">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1A858CE0-C15F-AB9B-F784-3C1227766E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38FCCBC8-63DE-671F-2BE9-9F6EDF20EAEA}"/>
              </a:ext>
            </a:extLst>
          </p:cNvPr>
          <p:cNvSpPr txBox="1"/>
          <p:nvPr/>
        </p:nvSpPr>
        <p:spPr>
          <a:xfrm>
            <a:off x="187091" y="1320309"/>
            <a:ext cx="8567339" cy="3657733"/>
          </a:xfrm>
          <a:prstGeom prst="rect">
            <a:avLst/>
          </a:prstGeom>
          <a:noFill/>
        </p:spPr>
        <p:txBody>
          <a:bodyPr wrap="square">
            <a:spAutoFit/>
          </a:bodyPr>
          <a:lstStyle/>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Stack is a </a:t>
            </a:r>
            <a:r>
              <a:rPr lang="en-US" sz="2400" b="1" dirty="0">
                <a:latin typeface="Times New Roman" panose="02020603050405020304" pitchFamily="18" charset="0"/>
                <a:cs typeface="Times New Roman" panose="02020603050405020304" pitchFamily="18" charset="0"/>
              </a:rPr>
              <a:t>linear data structure</a:t>
            </a:r>
            <a:r>
              <a:rPr lang="en-US" sz="2400" dirty="0">
                <a:latin typeface="Times New Roman" panose="02020603050405020304" pitchFamily="18" charset="0"/>
                <a:cs typeface="Times New Roman" panose="02020603050405020304" pitchFamily="18" charset="0"/>
              </a:rPr>
              <a:t> based on the </a:t>
            </a:r>
            <a:r>
              <a:rPr lang="en-US" sz="2400" b="1" dirty="0">
                <a:latin typeface="Times New Roman" panose="02020603050405020304" pitchFamily="18" charset="0"/>
                <a:cs typeface="Times New Roman" panose="02020603050405020304" pitchFamily="18" charset="0"/>
              </a:rPr>
              <a:t>LIFO principle</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insertions and deletions happen only at the </a:t>
            </a:r>
            <a:r>
              <a:rPr lang="en-US" sz="2400" b="1" dirty="0">
                <a:latin typeface="Times New Roman" panose="02020603050405020304" pitchFamily="18" charset="0"/>
                <a:cs typeface="Times New Roman" panose="02020603050405020304" pitchFamily="18" charset="0"/>
              </a:rPr>
              <a:t>TOP</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 operations are </a:t>
            </a:r>
            <a:r>
              <a:rPr lang="en-US" sz="2400" b="1" dirty="0">
                <a:latin typeface="Times New Roman" panose="02020603050405020304" pitchFamily="18" charset="0"/>
                <a:cs typeface="Times New Roman" panose="02020603050405020304" pitchFamily="18" charset="0"/>
              </a:rPr>
              <a:t>push, pop, peek, </a:t>
            </a:r>
            <a:r>
              <a:rPr lang="en-US" sz="2400" b="1" dirty="0" err="1">
                <a:latin typeface="Times New Roman" panose="02020603050405020304" pitchFamily="18" charset="0"/>
                <a:cs typeface="Times New Roman" panose="02020603050405020304" pitchFamily="18" charset="0"/>
              </a:rPr>
              <a:t>isEmpty</a:t>
            </a:r>
            <a:r>
              <a:rPr lang="en-US" sz="2400" b="1"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isFull</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Stack can be implemented using </a:t>
            </a:r>
            <a:r>
              <a:rPr lang="en-US" sz="2400" b="1" dirty="0">
                <a:latin typeface="Times New Roman" panose="02020603050405020304" pitchFamily="18" charset="0"/>
                <a:cs typeface="Times New Roman" panose="02020603050405020304" pitchFamily="18" charset="0"/>
              </a:rPr>
              <a:t>arrays</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linked lists</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Linked list implementation allows dynamic size but uses extra memory for pointers.</a:t>
            </a:r>
          </a:p>
        </p:txBody>
      </p:sp>
    </p:spTree>
    <p:extLst>
      <p:ext uri="{BB962C8B-B14F-4D97-AF65-F5344CB8AC3E}">
        <p14:creationId xmlns:p14="http://schemas.microsoft.com/office/powerpoint/2010/main" val="34286771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f45118edfa274284"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ac28f414e93d499e"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r>
              <a:rPr lang="en-US" sz="1600" dirty="0" err="1">
                <a:latin typeface="Times New Roman" panose="02020603050405020304" pitchFamily="18" charset="0"/>
                <a:cs typeface="Times New Roman" panose="02020603050405020304" pitchFamily="18" charset="0"/>
              </a:rPr>
              <a:t>GeeksforGeeks</a:t>
            </a:r>
            <a:r>
              <a:rPr lang="en-US" sz="1600" dirty="0">
                <a:latin typeface="Times New Roman" panose="02020603050405020304" pitchFamily="18" charset="0"/>
                <a:cs typeface="Times New Roman" panose="02020603050405020304" pitchFamily="18" charset="0"/>
              </a:rPr>
              <a:t> – Stack Introduction</a:t>
            </a:r>
            <a:br>
              <a:rPr lang="en-US" sz="1600" dirty="0"/>
            </a:br>
            <a:r>
              <a:rPr lang="en-US" sz="1600" dirty="0">
                <a:latin typeface="Times New Roman" panose="02020603050405020304" pitchFamily="18" charset="0"/>
                <a:cs typeface="Times New Roman" panose="02020603050405020304" pitchFamily="18" charset="0"/>
                <a:hlinkClick r:id="rcIdc758de24ef92471d"/>
              </a:rPr>
              <a:t>https://www.geeksforgeeks.org/stack-data-structure/</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PrepInsta</a:t>
            </a:r>
            <a:r>
              <a:rPr lang="en-US" sz="1600" dirty="0">
                <a:latin typeface="Times New Roman" panose="02020603050405020304" pitchFamily="18" charset="0"/>
                <a:cs typeface="Times New Roman" panose="02020603050405020304" pitchFamily="18" charset="0"/>
              </a:rPr>
              <a:t> – Stack Operations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97554613e59945c4"/>
              </a:rPr>
              <a:t>https://prepinsta.com/data-structures/introduction-to-stacks-in-data-structures/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Scaler – Stack Operations Algorithms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7aa5f8024b2e474d"/>
              </a:rPr>
              <a:t>https://www.scaler.com/topics/stack-operations-in-data-structures/</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JavaTpoint</a:t>
            </a:r>
            <a:r>
              <a:rPr lang="en-US" sz="1600" dirty="0">
                <a:latin typeface="Times New Roman" panose="02020603050405020304" pitchFamily="18" charset="0"/>
                <a:cs typeface="Times New Roman" panose="02020603050405020304" pitchFamily="18" charset="0"/>
              </a:rPr>
              <a:t> – Applications of Stack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5bca49dc5465427c"/>
              </a:rPr>
              <a:t>https://www.javatpoint.com/applications-of-stack-in-data-structure</a:t>
            </a:r>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Programiz</a:t>
            </a:r>
            <a:r>
              <a:rPr lang="en-US" sz="1600" dirty="0">
                <a:latin typeface="Times New Roman" panose="02020603050405020304" pitchFamily="18" charset="0"/>
                <a:cs typeface="Times New Roman" panose="02020603050405020304" pitchFamily="18" charset="0"/>
              </a:rPr>
              <a:t> – Stack in Python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6e836eeaa1514e49"/>
              </a:rPr>
              <a:t>https://www.programiz.com/dsa/stack</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36</a:t>
            </a:fld>
            <a:endParaRPr lang="en-IN"/>
          </a:p>
        </p:txBody>
      </p:sp>
    </p:spTree>
    <p:extLst>
      <p:ext uri="{BB962C8B-B14F-4D97-AF65-F5344CB8AC3E}">
        <p14:creationId xmlns:p14="http://schemas.microsoft.com/office/powerpoint/2010/main" val="261233383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096be659902c49e4"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35907a8ccffe463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37</a:t>
            </a:fld>
            <a:endParaRPr lang="en-IN"/>
          </a:p>
        </p:txBody>
      </p:sp>
    </p:spTree>
    <p:extLst>
      <p:ext uri="{BB962C8B-B14F-4D97-AF65-F5344CB8AC3E}">
        <p14:creationId xmlns:p14="http://schemas.microsoft.com/office/powerpoint/2010/main" val="413527005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6fdfb672ecc04f0a"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7e440fc4c18e40dc"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a703c1f0ca0b446b"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cc3c62dc456459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7fd042042f454ffe"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e5b4f5126fcd4e36"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imes New Roman" panose="02020603050405020304" pitchFamily="18" charset="0"/>
                <a:cs typeface="Times New Roman" panose="02020603050405020304" pitchFamily="18" charset="0"/>
              </a:rPr>
              <a:t>Session 14</a:t>
            </a:r>
            <a:endParaRPr lang="en-US" sz="2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916568" y="1616452"/>
            <a:ext cx="5861364" cy="4401205"/>
          </a:xfrm>
          <a:prstGeom prst="rect">
            <a:avLst/>
          </a:prstGeom>
          <a:noFill/>
        </p:spPr>
        <p:txBody>
          <a:bodyPr wrap="square" rtlCol="0">
            <a:spAutoFit/>
          </a:bodyPr>
          <a:lstStyle/>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Introduction to Linked List Operations</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Singly Linked List Representation</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Traversal Operation</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Insertion Operations</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Deletion Operations</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Search Operation</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Advantages and Disadvantages</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ts val="600"/>
              </a:spcBef>
              <a:spcAft>
                <a:spcPts val="6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Linked List Operations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a9696bbed0e425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f6bfa78447b54fb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00601a22722f4d0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68295" y="1318926"/>
            <a:ext cx="8496942" cy="3903954"/>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60363" lvl="0" indent="-360363"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Explain basic operations performed on a linked list</a:t>
            </a:r>
          </a:p>
          <a:p>
            <a:pPr marL="360363" lvl="0" indent="-360363"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Perform traversal, insertion, deletion, and search operations</a:t>
            </a:r>
          </a:p>
          <a:p>
            <a:pPr marL="360363" lvl="0" indent="-360363"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and understand algorithms and code for linked list operations</a:t>
            </a:r>
          </a:p>
          <a:p>
            <a:pPr marL="360363" lvl="0" indent="-360363"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Analyze time complexity of different linked list operations</a:t>
            </a:r>
          </a:p>
          <a:p>
            <a:pPr marL="360363" lvl="0" indent="-360363"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Identify common errors while performing pointer manipulations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07485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d74436fa4bd7453d"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cce0500c9354249"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dirty="0">
                <a:solidFill>
                  <a:srgbClr val="E31E24"/>
                </a:solidFill>
                <a:cs typeface="Times New Roman" panose="02020603050405020304" pitchFamily="18" charset="0"/>
                <a:sym typeface="Arial"/>
              </a:rPr>
              <a:t>Recapitulation (</a:t>
            </a:r>
            <a:r>
              <a:rPr lang="en-IN" sz="2800" dirty="0">
                <a:solidFill>
                  <a:srgbClr val="E31E24"/>
                </a:solidFill>
                <a:cs typeface="Times New Roman" panose="02020603050405020304" pitchFamily="18" charset="0"/>
                <a:sym typeface="Arial"/>
              </a:rPr>
              <a:t>Linked List Types</a:t>
            </a:r>
            <a:r>
              <a:rPr lang="en-US" sz="2800" dirty="0">
                <a:solidFill>
                  <a:srgbClr val="E31E24"/>
                </a:solidFill>
                <a:cs typeface="Times New Roman" panose="02020603050405020304" pitchFamily="18" charset="0"/>
                <a:sym typeface="Arial"/>
              </a:rPr>
              <a:t>)</a:t>
            </a:r>
            <a:endParaRPr lang="en-IN" sz="2800" dirty="0">
              <a:solidFill>
                <a:srgbClr val="E31E24"/>
              </a:solidFill>
              <a:cs typeface="Times New Roman" panose="02020603050405020304" pitchFamily="18" charset="0"/>
              <a:sym typeface="Arial"/>
            </a:endParaRPr>
          </a:p>
        </p:txBody>
      </p:sp>
      <p:sp>
        <p:nvSpPr>
          <p:cNvPr id="3" name="TextBox 2"/>
          <p:cNvSpPr txBox="1"/>
          <p:nvPr/>
        </p:nvSpPr>
        <p:spPr>
          <a:xfrm>
            <a:off x="281515" y="1413758"/>
            <a:ext cx="8580969" cy="4570482"/>
          </a:xfrm>
          <a:prstGeom prst="rect">
            <a:avLst/>
          </a:prstGeom>
          <a:noFill/>
        </p:spPr>
        <p:txBody>
          <a:bodyPr wrap="square" rtlCol="0">
            <a:spAutoFit/>
          </a:bodyPr>
          <a:lstStyle/>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 linked list is a linear data structure made up of nodes, where each node contains data and pointer(s).</a:t>
            </a:r>
          </a:p>
          <a:p>
            <a:pPr marL="176213" lvl="0" indent="-176213" algn="just" eaLnBrk="0" fontAlgn="base" hangingPunct="0">
              <a:spcBef>
                <a:spcPts val="1200"/>
              </a:spcBef>
              <a:spcAft>
                <a:spcPts val="600"/>
              </a:spcAft>
              <a:buFontTx/>
              <a:buChar char="•"/>
            </a:pPr>
            <a:r>
              <a:rPr lang="en-US" altLang="en-US" sz="2400" dirty="0">
                <a:latin typeface="Times New Roman" panose="02020603050405020304" pitchFamily="18" charset="0"/>
                <a:cs typeface="Times New Roman" panose="02020603050405020304" pitchFamily="18" charset="0"/>
              </a:rPr>
              <a:t>The head points to the first node, and the last node points to NULL (except in circular lists).</a:t>
            </a:r>
          </a:p>
          <a:p>
            <a:pPr marL="176213" lvl="0" indent="-176213"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Singly linked list: </a:t>
            </a:r>
            <a:r>
              <a:rPr lang="en-US" altLang="en-US" sz="2400" dirty="0">
                <a:latin typeface="Times New Roman" panose="02020603050405020304" pitchFamily="18" charset="0"/>
                <a:cs typeface="Times New Roman" panose="02020603050405020304" pitchFamily="18" charset="0"/>
              </a:rPr>
              <a:t>One pointer; forward traversal only.</a:t>
            </a:r>
          </a:p>
          <a:p>
            <a:pPr marL="176213" lvl="0" indent="-176213"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Doubly linked list: </a:t>
            </a:r>
            <a:r>
              <a:rPr lang="en-US" altLang="en-US" sz="2400" dirty="0">
                <a:latin typeface="Times New Roman" panose="02020603050405020304" pitchFamily="18" charset="0"/>
                <a:cs typeface="Times New Roman" panose="02020603050405020304" pitchFamily="18" charset="0"/>
              </a:rPr>
              <a:t>Two pointers; forward and backward traversal.</a:t>
            </a:r>
          </a:p>
          <a:p>
            <a:pPr marL="176213" lvl="0" indent="-176213"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Circular linked list: </a:t>
            </a:r>
            <a:r>
              <a:rPr lang="en-US" altLang="en-US" sz="2400" dirty="0">
                <a:latin typeface="Times New Roman" panose="02020603050405020304" pitchFamily="18" charset="0"/>
                <a:cs typeface="Times New Roman" panose="02020603050405020304" pitchFamily="18" charset="0"/>
              </a:rPr>
              <a:t>No NULL pointer; last node points to head.</a:t>
            </a:r>
          </a:p>
          <a:p>
            <a:pPr marL="176213" lvl="0" indent="-176213" algn="just" eaLnBrk="0" fontAlgn="base" hangingPunct="0">
              <a:spcBef>
                <a:spcPts val="1200"/>
              </a:spcBef>
              <a:spcAft>
                <a:spcPts val="600"/>
              </a:spcAft>
              <a:buFontTx/>
              <a:buChar char="•"/>
            </a:pPr>
            <a:r>
              <a:rPr lang="en-US" altLang="en-US" sz="2400" b="1" dirty="0">
                <a:latin typeface="Times New Roman" panose="02020603050405020304" pitchFamily="18" charset="0"/>
                <a:cs typeface="Times New Roman" panose="02020603050405020304" pitchFamily="18" charset="0"/>
              </a:rPr>
              <a:t>Linked lists: </a:t>
            </a:r>
            <a:r>
              <a:rPr lang="en-US" altLang="en-US" sz="2400" dirty="0">
                <a:latin typeface="Times New Roman" panose="02020603050405020304" pitchFamily="18" charset="0"/>
                <a:cs typeface="Times New Roman" panose="02020603050405020304" pitchFamily="18" charset="0"/>
              </a:rPr>
              <a:t>Dynamic memory with efficient insertion and deletion.</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456f5d79631f431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66171dc83557475a"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f99cf2ed0c50415d"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304786" y="1580530"/>
            <a:ext cx="8580969" cy="4288675"/>
          </a:xfrm>
          <a:prstGeom prst="rect">
            <a:avLst/>
          </a:prstGeom>
          <a:noFill/>
        </p:spPr>
        <p:txBody>
          <a:bodyPr wrap="square" rtlCol="0">
            <a:spAutoFit/>
          </a:bodyPr>
          <a:lstStyle/>
          <a:p>
            <a:pPr marL="457200" indent="-457200" algn="just">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 linked list is composed of a series of connected __________.</a:t>
            </a:r>
          </a:p>
          <a:p>
            <a:pPr marL="457200" indent="-457200" algn="just">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Each node of a singly linked list contains __________ pointer(s).</a:t>
            </a:r>
          </a:p>
          <a:p>
            <a:pPr marL="457200" indent="-457200" algn="just">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In a circular linked list, the last node points to the __________.</a:t>
            </a:r>
          </a:p>
          <a:p>
            <a:pPr marL="457200" indent="-457200" algn="just">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 doubly linked list supports __________ traversal.</a:t>
            </a:r>
          </a:p>
          <a:p>
            <a:pPr marL="457200" indent="-457200" algn="just">
              <a:lnSpc>
                <a:spcPct val="150000"/>
              </a:lnSpc>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Linked lists store elements in __________ memory locations.</a:t>
            </a:r>
          </a:p>
          <a:p>
            <a:pPr marL="457200" indent="-457200">
              <a:lnSpc>
                <a:spcPct val="150000"/>
              </a:lnSpc>
              <a:spcBef>
                <a:spcPts val="600"/>
              </a:spcBef>
              <a:buFont typeface="+mj-lt"/>
              <a:buAutoNum type="arabicPeriod" startAt="6"/>
            </a:pPr>
            <a:r>
              <a:rPr lang="en-US" sz="2400" dirty="0">
                <a:latin typeface="Times New Roman" panose="02020603050405020304" pitchFamily="18" charset="0"/>
                <a:cs typeface="Times New Roman" panose="02020603050405020304" pitchFamily="18" charset="0"/>
              </a:rPr>
              <a:t>Pointer to the first node of a linked list</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9953c9afb2b34b7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26180930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6bd5546bc854e4c"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6a39a981108484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dirty="0">
                <a:solidFill>
                  <a:srgbClr val="FF0000"/>
                </a:solidFill>
              </a:rPr>
              <a:t>Linked List </a:t>
            </a:r>
            <a:r>
              <a:rPr lang="en-US" sz="3200" dirty="0">
                <a:solidFill>
                  <a:srgbClr val="FF0000"/>
                </a:solidFill>
              </a:rPr>
              <a:t>Operations</a:t>
            </a:r>
            <a:endParaRPr lang="en-US" sz="32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id="{8202D975-8EBA-F76D-6F55-20D94EF5C38B}"/>
              </a:ext>
            </a:extLst>
          </p:cNvPr>
          <p:cNvSpPr txBox="1"/>
          <p:nvPr/>
        </p:nvSpPr>
        <p:spPr>
          <a:xfrm>
            <a:off x="307975" y="1392420"/>
            <a:ext cx="8144073" cy="4211730"/>
          </a:xfrm>
          <a:prstGeom prst="rect">
            <a:avLst/>
          </a:prstGeom>
          <a:noFill/>
        </p:spPr>
        <p:txBody>
          <a:bodyPr wrap="square">
            <a:spAutoFit/>
          </a:bodyPr>
          <a:lstStyle/>
          <a:p>
            <a:pPr algn="just">
              <a:lnSpc>
                <a:spcPct val="150000"/>
              </a:lnSpc>
              <a:buNone/>
            </a:pPr>
            <a:r>
              <a:rPr lang="en-US" sz="2400" dirty="0">
                <a:latin typeface="Times New Roman" panose="02020603050405020304" pitchFamily="18" charset="0"/>
                <a:cs typeface="Times New Roman" panose="02020603050405020304" pitchFamily="18" charset="0"/>
              </a:rPr>
              <a:t>The basic operations on a linked list are:</a:t>
            </a:r>
          </a:p>
          <a:p>
            <a:pPr marL="360363" indent="-360363" algn="just">
              <a:lnSpc>
                <a:spcPct val="150000"/>
              </a:lnSpc>
              <a:spcBef>
                <a:spcPts val="600"/>
              </a:spcBef>
              <a:buFont typeface="+mj-lt"/>
              <a:buAutoNum type="arabicPeriod"/>
            </a:pPr>
            <a:r>
              <a:rPr lang="en-US" sz="2400" b="1" dirty="0">
                <a:latin typeface="Times New Roman" panose="02020603050405020304" pitchFamily="18" charset="0"/>
                <a:cs typeface="Times New Roman" panose="02020603050405020304" pitchFamily="18" charset="0"/>
              </a:rPr>
              <a:t>Traversal:</a:t>
            </a:r>
            <a:r>
              <a:rPr lang="en-US" sz="2400" dirty="0">
                <a:latin typeface="Times New Roman" panose="02020603050405020304" pitchFamily="18" charset="0"/>
                <a:cs typeface="Times New Roman" panose="02020603050405020304" pitchFamily="18" charset="0"/>
              </a:rPr>
              <a:t> Visiting every element and displaying it</a:t>
            </a:r>
          </a:p>
          <a:p>
            <a:pPr marL="360363" indent="-360363" algn="just">
              <a:lnSpc>
                <a:spcPct val="150000"/>
              </a:lnSpc>
              <a:spcBef>
                <a:spcPts val="600"/>
              </a:spcBef>
              <a:buFont typeface="+mj-lt"/>
              <a:buAutoNum type="arabicPeriod"/>
            </a:pPr>
            <a:r>
              <a:rPr lang="en-US" sz="2400" b="1" dirty="0">
                <a:latin typeface="Times New Roman" panose="02020603050405020304" pitchFamily="18" charset="0"/>
                <a:cs typeface="Times New Roman" panose="02020603050405020304" pitchFamily="18" charset="0"/>
              </a:rPr>
              <a:t>Insertion:</a:t>
            </a:r>
            <a:r>
              <a:rPr lang="en-US" sz="2400" dirty="0">
                <a:latin typeface="Times New Roman" panose="02020603050405020304" pitchFamily="18" charset="0"/>
                <a:cs typeface="Times New Roman" panose="02020603050405020304" pitchFamily="18" charset="0"/>
              </a:rPr>
              <a:t> Add a new element to the list- beginning, end, after another node</a:t>
            </a:r>
          </a:p>
          <a:p>
            <a:pPr marL="360363" indent="-360363" algn="just">
              <a:lnSpc>
                <a:spcPct val="150000"/>
              </a:lnSpc>
              <a:spcBef>
                <a:spcPts val="600"/>
              </a:spcBef>
              <a:buFont typeface="+mj-lt"/>
              <a:buAutoNum type="arabicPeriod"/>
            </a:pPr>
            <a:r>
              <a:rPr lang="en-US" sz="2400" b="1" dirty="0">
                <a:latin typeface="Times New Roman" panose="02020603050405020304" pitchFamily="18" charset="0"/>
                <a:cs typeface="Times New Roman" panose="02020603050405020304" pitchFamily="18" charset="0"/>
              </a:rPr>
              <a:t>Deletion:</a:t>
            </a:r>
            <a:r>
              <a:rPr lang="en-US" sz="2400" dirty="0">
                <a:latin typeface="Times New Roman" panose="02020603050405020304" pitchFamily="18" charset="0"/>
                <a:cs typeface="Times New Roman" panose="02020603050405020304" pitchFamily="18" charset="0"/>
              </a:rPr>
              <a:t> Removing an item from a list- beginning, end, after a given node</a:t>
            </a:r>
          </a:p>
          <a:p>
            <a:pPr marL="360363" indent="-360363" algn="just">
              <a:lnSpc>
                <a:spcPct val="150000"/>
              </a:lnSpc>
              <a:spcBef>
                <a:spcPts val="600"/>
              </a:spcBef>
              <a:buFont typeface="+mj-lt"/>
              <a:buAutoNum type="arabicPeriod"/>
            </a:pPr>
            <a:r>
              <a:rPr lang="en-US" sz="2400" b="1" dirty="0">
                <a:latin typeface="Times New Roman" panose="02020603050405020304" pitchFamily="18" charset="0"/>
                <a:cs typeface="Times New Roman" panose="02020603050405020304" pitchFamily="18" charset="0"/>
              </a:rPr>
              <a:t>Search: </a:t>
            </a:r>
            <a:r>
              <a:rPr lang="en-US" sz="2400" dirty="0">
                <a:latin typeface="Times New Roman" panose="02020603050405020304" pitchFamily="18" charset="0"/>
                <a:cs typeface="Times New Roman" panose="02020603050405020304" pitchFamily="18" charset="0"/>
              </a:rPr>
              <a:t>The supplied key is used to search element</a:t>
            </a:r>
          </a:p>
        </p:txBody>
      </p:sp>
    </p:spTree>
    <p:extLst>
      <p:ext uri="{BB962C8B-B14F-4D97-AF65-F5344CB8AC3E}">
        <p14:creationId xmlns:p14="http://schemas.microsoft.com/office/powerpoint/2010/main" val="76091567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584c75096e594cb5"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0eaaaf4fd1d2402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6200" y="1348046"/>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Singly linked list </a:t>
            </a:r>
            <a:r>
              <a:rPr lang="en-IN" sz="3600" dirty="0">
                <a:solidFill>
                  <a:srgbClr val="FF0000"/>
                </a:solidFill>
              </a:rPr>
              <a:t>Representation</a:t>
            </a: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228600" y="1346589"/>
            <a:ext cx="8594425" cy="224196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Nodes are sequentially linked using pointers. </a:t>
            </a:r>
          </a:p>
          <a:p>
            <a:pPr marL="342900" indent="-342900"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Dynamic memory allocation allows flexible node creation and deletion. </a:t>
            </a:r>
          </a:p>
          <a:p>
            <a:pPr marL="342900" indent="-342900"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Elements are accessed by traversing the list from the head.</a:t>
            </a:r>
          </a:p>
        </p:txBody>
      </p:sp>
      <p:pic>
        <p:nvPicPr>
          <p:cNvPr id="26626" name="Picture 2"/>
          <p:cNvPicPr>
            <a:picLocks noChangeAspect="1" noChangeArrowheads="1"/>
          </p:cNvPicPr>
          <p:nvPr/>
        </p:nvPicPr>
        <p:blipFill rotWithShape="1">
          <a:blip r:embed="R55aeb83f67af4658">
            <a:extLst>
              <a:ext uri="{28A0092B-C50C-407E-A947-70E740481C1C}">
                <a14:useLocalDpi xmlns:a14="http://schemas.microsoft.com/office/drawing/2010/main" val="0"/>
              </a:ext>
            </a:extLst>
          </a:blip>
          <a:srcRect t="13729" r="12512" b="16751"/>
          <a:stretch>
            <a:fillRect/>
          </a:stretch>
        </p:blipFill>
        <p:spPr bwMode="auto">
          <a:xfrm>
            <a:off x="2195736" y="4038219"/>
            <a:ext cx="4112096" cy="122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250933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c41a2bca4ec24773" cstate="print">
            <a:extLst>
              <a:ext uri="{28A0092B-C50C-407E-A947-70E740481C1C}">
                <a14:useLocalDpi xmlns:a14="http://schemas.microsoft.com/office/drawing/2010/main" val="0"/>
              </a:ext>
            </a:extLst>
          </a:blip>
          <a:stretch>
            <a:fillRect/>
          </a:stretch>
        </p:blipFill>
        <p:spPr>
          <a:xfrm>
            <a:off x="34120"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fc3c2ced8bd48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6200" y="1348046"/>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IN" sz="3600" dirty="0">
                <a:solidFill>
                  <a:srgbClr val="FF0000"/>
                </a:solidFill>
              </a:rPr>
              <a:t>Implementation of Single Linked List</a:t>
            </a:r>
          </a:p>
        </p:txBody>
      </p:sp>
      <p:sp>
        <p:nvSpPr>
          <p:cNvPr id="3" name="Footer Placeholder 2"/>
          <p:cNvSpPr>
            <a:spLocks noGrp="1"/>
          </p:cNvSpPr>
          <p:nvPr>
            <p:ph type="ftr" sz="quarter" idx="11"/>
          </p:nvPr>
        </p:nvSpPr>
        <p:spPr/>
        <p:txBody>
          <a:bodyPr/>
          <a:lstStyle/>
          <a:p>
            <a:r>
              <a:rPr lang="en-IN"/>
              <a:t>Data  Structure         Unit2  </a:t>
            </a:r>
          </a:p>
        </p:txBody>
      </p:sp>
      <p:sp>
        <p:nvSpPr>
          <p:cNvPr id="5" name="Rectangle 4"/>
          <p:cNvSpPr/>
          <p:nvPr/>
        </p:nvSpPr>
        <p:spPr>
          <a:xfrm>
            <a:off x="370816" y="1380125"/>
            <a:ext cx="8153400" cy="168796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a start node to access the linked list.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Define a self-referential structure with data and a next pointer.</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Initialize the start pointer to NULL.</a:t>
            </a:r>
          </a:p>
        </p:txBody>
      </p:sp>
      <p:pic>
        <p:nvPicPr>
          <p:cNvPr id="19458" name="Picture 2"/>
          <p:cNvPicPr>
            <a:picLocks noChangeAspect="1" noChangeArrowheads="1"/>
          </p:cNvPicPr>
          <p:nvPr/>
        </p:nvPicPr>
        <p:blipFill>
          <a:blip r:embed="R2860c77342c64ef3">
            <a:extLst>
              <a:ext uri="{28A0092B-C50C-407E-A947-70E740481C1C}">
                <a14:useLocalDpi xmlns:a14="http://schemas.microsoft.com/office/drawing/2010/main" val="0"/>
              </a:ext>
            </a:extLst>
          </a:blip>
          <a:srcRect/>
          <a:stretch>
            <a:fillRect/>
          </a:stretch>
        </p:blipFill>
        <p:spPr bwMode="auto">
          <a:xfrm>
            <a:off x="859463" y="3390274"/>
            <a:ext cx="7425073" cy="229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710447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C3EF4-5E2E-F788-9DCB-36AE68267C1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77218D7-4D90-40E4-141B-DF5D2853267C}"/>
              </a:ext>
            </a:extLst>
          </p:cNvPr>
          <p:cNvPicPr>
            <a:picLocks noGrp="1" noChangeAspect="1"/>
          </p:cNvPicPr>
          <p:nvPr>
            <p:ph idx="1"/>
          </p:nvPr>
        </p:nvPicPr>
        <p:blipFill>
          <a:blip r:embed="Rba7b9020ffd74faa"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582A1DB-9BFE-C17C-D6C4-DF88D1F26C9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1263EC0-B1D2-3679-4AE5-AF956A363887}"/>
              </a:ext>
            </a:extLst>
          </p:cNvPr>
          <p:cNvPicPr>
            <a:picLocks noChangeAspect="1"/>
          </p:cNvPicPr>
          <p:nvPr/>
        </p:nvPicPr>
        <p:blipFill>
          <a:blip r:embed="R9ae88ec11706448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1A8BE41-E398-FC4B-562F-9E1B32D495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9A160D1-7CC2-FA38-3200-7EA974145E68}"/>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Traversal operation</a:t>
            </a:r>
          </a:p>
        </p:txBody>
      </p:sp>
      <p:sp>
        <p:nvSpPr>
          <p:cNvPr id="3" name="Footer Placeholder 2">
            <a:extLst>
              <a:ext uri="{FF2B5EF4-FFF2-40B4-BE49-F238E27FC236}">
                <a16:creationId xmlns:a16="http://schemas.microsoft.com/office/drawing/2014/main" id="{08F664CF-EDF8-5344-904C-EC82D373068E}"/>
              </a:ext>
            </a:extLst>
          </p:cNvPr>
          <p:cNvSpPr>
            <a:spLocks noGrp="1"/>
          </p:cNvSpPr>
          <p:nvPr>
            <p:ph type="ftr" sz="quarter" idx="11"/>
          </p:nvPr>
        </p:nvSpPr>
        <p:spPr/>
        <p:txBody>
          <a:bodyPr/>
          <a:lstStyle/>
          <a:p>
            <a:r>
              <a:rPr lang="en-IN"/>
              <a:t>Data  Structure         Unit2  </a:t>
            </a:r>
          </a:p>
        </p:txBody>
      </p:sp>
      <p:sp>
        <p:nvSpPr>
          <p:cNvPr id="11" name="TextBox 10">
            <a:extLst>
              <a:ext uri="{FF2B5EF4-FFF2-40B4-BE49-F238E27FC236}">
                <a16:creationId xmlns:a16="http://schemas.microsoft.com/office/drawing/2014/main" id="{74CEC112-88E3-C9C4-19F1-D1D610ACAA04}"/>
              </a:ext>
            </a:extLst>
          </p:cNvPr>
          <p:cNvSpPr txBox="1"/>
          <p:nvPr/>
        </p:nvSpPr>
        <p:spPr>
          <a:xfrm>
            <a:off x="184347" y="1217077"/>
            <a:ext cx="8571505" cy="4862870"/>
          </a:xfrm>
          <a:prstGeom prst="rect">
            <a:avLst/>
          </a:prstGeom>
          <a:noFill/>
        </p:spPr>
        <p:txBody>
          <a:bodyPr wrap="square">
            <a:spAutoFit/>
          </a:bodyPr>
          <a:lstStyle/>
          <a:p>
            <a:pPr marL="285750" indent="-285750">
              <a:lnSpc>
                <a:spcPct val="150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Traversal is the process of </a:t>
            </a:r>
            <a:r>
              <a:rPr lang="en-US" sz="2400" b="1" dirty="0">
                <a:latin typeface="Times New Roman" panose="02020603050405020304" pitchFamily="18" charset="0"/>
                <a:cs typeface="Times New Roman" panose="02020603050405020304" pitchFamily="18" charset="0"/>
              </a:rPr>
              <a:t>visiting each node of the linked list exactly once</a:t>
            </a:r>
            <a:r>
              <a:rPr lang="en-US" sz="2400" dirty="0">
                <a:latin typeface="Times New Roman" panose="02020603050405020304" pitchFamily="18" charset="0"/>
                <a:cs typeface="Times New Roman" panose="02020603050405020304" pitchFamily="18" charset="0"/>
              </a:rPr>
              <a:t> to access or display data.</a:t>
            </a:r>
          </a:p>
          <a:p>
            <a:pPr marL="285750"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Traversal starts from </a:t>
            </a:r>
            <a:r>
              <a:rPr lang="en-US" sz="2400" dirty="0">
                <a:latin typeface="Courier New" panose="02070309020205020404" pitchFamily="49" charset="0"/>
              </a:rPr>
              <a:t>head</a:t>
            </a:r>
            <a:r>
              <a:rPr lang="en-US" sz="2400" dirty="0"/>
              <a:t> </a:t>
            </a:r>
            <a:r>
              <a:rPr lang="en-US" sz="2400" dirty="0">
                <a:latin typeface="Times New Roman" panose="02020603050405020304" pitchFamily="18" charset="0"/>
                <a:cs typeface="Times New Roman" panose="02020603050405020304" pitchFamily="18" charset="0"/>
              </a:rPr>
              <a:t>and continues until </a:t>
            </a:r>
            <a:r>
              <a:rPr lang="en-US" sz="2400" dirty="0">
                <a:latin typeface="Courier New" panose="02070309020205020404" pitchFamily="49" charset="0"/>
              </a:rPr>
              <a:t>NULL</a:t>
            </a:r>
            <a:r>
              <a:rPr lang="en-US" sz="2400" dirty="0"/>
              <a:t>.</a:t>
            </a:r>
          </a:p>
          <a:p>
            <a:pPr marL="285750" indent="-28575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Algorithm: Traverse Linked List</a:t>
            </a:r>
            <a:endParaRPr lang="en-US" sz="2400" dirty="0">
              <a:latin typeface="Times New Roman" panose="02020603050405020304" pitchFamily="18" charset="0"/>
              <a:cs typeface="Times New Roman" panose="02020603050405020304" pitchFamily="18" charset="0"/>
            </a:endParaRPr>
          </a:p>
          <a:p>
            <a:pPr marL="628650"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Start from </a:t>
            </a:r>
            <a:r>
              <a:rPr lang="en-US" sz="2400" dirty="0">
                <a:latin typeface="Courier New" panose="02070309020205020404" pitchFamily="49" charset="0"/>
              </a:rPr>
              <a:t>head</a:t>
            </a:r>
            <a:endParaRPr lang="en-US" sz="2400" dirty="0"/>
          </a:p>
          <a:p>
            <a:pPr marL="628650"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If</a:t>
            </a:r>
            <a:r>
              <a:rPr lang="en-US" sz="2400" dirty="0"/>
              <a:t> </a:t>
            </a:r>
            <a:r>
              <a:rPr lang="en-US" sz="2400" dirty="0">
                <a:latin typeface="Courier New" panose="02070309020205020404" pitchFamily="49" charset="0"/>
              </a:rPr>
              <a:t>head</a:t>
            </a:r>
            <a:r>
              <a:rPr lang="en-US" sz="2400" dirty="0"/>
              <a:t> </a:t>
            </a:r>
            <a:r>
              <a:rPr lang="en-US" sz="2400" dirty="0">
                <a:latin typeface="Times New Roman" panose="02020603050405020304" pitchFamily="18" charset="0"/>
                <a:cs typeface="Times New Roman" panose="02020603050405020304" pitchFamily="18" charset="0"/>
              </a:rPr>
              <a:t>is NULL, stop</a:t>
            </a:r>
          </a:p>
          <a:p>
            <a:pPr marL="628650"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Print the data of current node</a:t>
            </a:r>
          </a:p>
          <a:p>
            <a:pPr marL="628650"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Move to the next node</a:t>
            </a:r>
          </a:p>
          <a:p>
            <a:pPr marL="628650"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Repeat until current node becomes NULL</a:t>
            </a:r>
          </a:p>
        </p:txBody>
      </p:sp>
    </p:spTree>
    <p:extLst>
      <p:ext uri="{BB962C8B-B14F-4D97-AF65-F5344CB8AC3E}">
        <p14:creationId xmlns:p14="http://schemas.microsoft.com/office/powerpoint/2010/main" val="57863168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0bd79576a1c04709" cstate="print">
            <a:extLst>
              <a:ext uri="{28A0092B-C50C-407E-A947-70E740481C1C}">
                <a14:useLocalDpi xmlns:a14="http://schemas.microsoft.com/office/drawing/2010/main" val="0"/>
              </a:ext>
            </a:extLst>
          </a:blip>
          <a:stretch>
            <a:fillRect/>
          </a:stretch>
        </p:blipFill>
        <p:spPr>
          <a:xfrm>
            <a:off x="-65820" y="7937"/>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a7bdff44f0c4f0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206210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Algorithm</a:t>
            </a:r>
            <a:endParaRPr lang="en-US" sz="3200" b="1" dirty="0">
              <a:solidFill>
                <a:srgbClr val="FF0000"/>
              </a:solidFill>
            </a:endParaRPr>
          </a:p>
          <a:p>
            <a:endParaRPr lang="en-IN" sz="3200" dirty="0"/>
          </a:p>
          <a:p>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197768" y="1133356"/>
            <a:ext cx="4572000" cy="5470728"/>
          </a:xfrm>
          <a:prstGeom prst="rect">
            <a:avLst/>
          </a:prstGeom>
        </p:spPr>
        <p:txBody>
          <a:bodyPr>
            <a:spAutoFit/>
          </a:bodyPr>
          <a:lstStyle/>
          <a:p>
            <a:pPr>
              <a:lnSpc>
                <a:spcPct val="150000"/>
              </a:lnSpc>
            </a:pPr>
            <a:r>
              <a:rPr lang="en-IN" sz="1900" b="1" dirty="0">
                <a:latin typeface="Times New Roman" panose="02020603050405020304" pitchFamily="18" charset="0"/>
                <a:cs typeface="Times New Roman" panose="02020603050405020304" pitchFamily="18" charset="0"/>
              </a:rPr>
              <a:t>STEP 1:</a:t>
            </a:r>
            <a:r>
              <a:rPr lang="en-IN" sz="1900" dirty="0">
                <a:latin typeface="Times New Roman" panose="02020603050405020304" pitchFamily="18" charset="0"/>
                <a:cs typeface="Times New Roman" panose="02020603050405020304" pitchFamily="18" charset="0"/>
              </a:rPr>
              <a:t> SET PTR = HEAD</a:t>
            </a:r>
          </a:p>
          <a:p>
            <a:pPr>
              <a:lnSpc>
                <a:spcPct val="150000"/>
              </a:lnSpc>
            </a:pPr>
            <a:r>
              <a:rPr lang="en-IN" sz="1900" b="1" dirty="0">
                <a:latin typeface="Times New Roman" panose="02020603050405020304" pitchFamily="18" charset="0"/>
                <a:cs typeface="Times New Roman" panose="02020603050405020304" pitchFamily="18" charset="0"/>
              </a:rPr>
              <a:t>STEP 2:</a:t>
            </a:r>
            <a:r>
              <a:rPr lang="en-IN" sz="1900" dirty="0">
                <a:latin typeface="Times New Roman" panose="02020603050405020304" pitchFamily="18" charset="0"/>
                <a:cs typeface="Times New Roman" panose="02020603050405020304" pitchFamily="18" charset="0"/>
              </a:rPr>
              <a:t> IF PTR = NULL</a:t>
            </a:r>
          </a:p>
          <a:p>
            <a:pPr>
              <a:lnSpc>
                <a:spcPct val="150000"/>
              </a:lnSpc>
            </a:pPr>
            <a:r>
              <a:rPr lang="en-IN" sz="1900" dirty="0">
                <a:latin typeface="Times New Roman" panose="02020603050405020304" pitchFamily="18" charset="0"/>
                <a:cs typeface="Times New Roman" panose="02020603050405020304" pitchFamily="18" charset="0"/>
              </a:rPr>
              <a:t>   WRITE "EMPTY LIST"</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GOTO STEP 7</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END OF IF</a:t>
            </a:r>
          </a:p>
          <a:p>
            <a:pPr>
              <a:lnSpc>
                <a:spcPct val="150000"/>
              </a:lnSpc>
            </a:pPr>
            <a:r>
              <a:rPr lang="en-IN" sz="1900" b="1" dirty="0">
                <a:latin typeface="Times New Roman" panose="02020603050405020304" pitchFamily="18" charset="0"/>
                <a:cs typeface="Times New Roman" panose="02020603050405020304" pitchFamily="18" charset="0"/>
              </a:rPr>
              <a:t>STEP 4:</a:t>
            </a:r>
            <a:r>
              <a:rPr lang="en-IN" sz="1900" dirty="0">
                <a:latin typeface="Times New Roman" panose="02020603050405020304" pitchFamily="18" charset="0"/>
                <a:cs typeface="Times New Roman" panose="02020603050405020304" pitchFamily="18" charset="0"/>
              </a:rPr>
              <a:t> REPEAT STEP 5 AND 6 UNTIL PTR != NULL</a:t>
            </a:r>
          </a:p>
          <a:p>
            <a:pPr>
              <a:lnSpc>
                <a:spcPct val="150000"/>
              </a:lnSpc>
            </a:pPr>
            <a:r>
              <a:rPr lang="en-IN" sz="1900" b="1" dirty="0">
                <a:latin typeface="Times New Roman" panose="02020603050405020304" pitchFamily="18" charset="0"/>
                <a:cs typeface="Times New Roman" panose="02020603050405020304" pitchFamily="18" charset="0"/>
              </a:rPr>
              <a:t>STEP 5:</a:t>
            </a:r>
            <a:r>
              <a:rPr lang="en-IN" sz="1900" dirty="0">
                <a:latin typeface="Times New Roman" panose="02020603050405020304" pitchFamily="18" charset="0"/>
                <a:cs typeface="Times New Roman" panose="02020603050405020304" pitchFamily="18" charset="0"/>
              </a:rPr>
              <a:t> PRINT PTR→ DATA</a:t>
            </a:r>
          </a:p>
          <a:p>
            <a:pPr>
              <a:lnSpc>
                <a:spcPct val="150000"/>
              </a:lnSpc>
            </a:pPr>
            <a:r>
              <a:rPr lang="en-IN" sz="1900" b="1" dirty="0">
                <a:latin typeface="Times New Roman" panose="02020603050405020304" pitchFamily="18" charset="0"/>
                <a:cs typeface="Times New Roman" panose="02020603050405020304" pitchFamily="18" charset="0"/>
              </a:rPr>
              <a:t>STEP 6:</a:t>
            </a:r>
            <a:r>
              <a:rPr lang="en-IN" sz="1900" dirty="0">
                <a:latin typeface="Times New Roman" panose="02020603050405020304" pitchFamily="18" charset="0"/>
                <a:cs typeface="Times New Roman" panose="02020603050405020304" pitchFamily="18" charset="0"/>
              </a:rPr>
              <a:t> PTR = PTR → NEXT</a:t>
            </a:r>
          </a:p>
          <a:p>
            <a:pPr>
              <a:lnSpc>
                <a:spcPct val="150000"/>
              </a:lnSpc>
            </a:pPr>
            <a:r>
              <a:rPr lang="en-IN" sz="1900" dirty="0">
                <a:latin typeface="Times New Roman" panose="02020603050405020304" pitchFamily="18" charset="0"/>
                <a:cs typeface="Times New Roman" panose="02020603050405020304" pitchFamily="18" charset="0"/>
              </a:rPr>
              <a:t>[END OF LOOP]</a:t>
            </a:r>
          </a:p>
          <a:p>
            <a:pPr>
              <a:lnSpc>
                <a:spcPct val="150000"/>
              </a:lnSpc>
            </a:pPr>
            <a:r>
              <a:rPr lang="en-IN" sz="1900" b="1" dirty="0">
                <a:latin typeface="Times New Roman" panose="02020603050405020304" pitchFamily="18" charset="0"/>
                <a:cs typeface="Times New Roman" panose="02020603050405020304" pitchFamily="18" charset="0"/>
              </a:rPr>
              <a:t>STEP 7:</a:t>
            </a:r>
            <a:r>
              <a:rPr lang="en-IN" sz="1900" dirty="0">
                <a:latin typeface="Times New Roman" panose="02020603050405020304" pitchFamily="18" charset="0"/>
                <a:cs typeface="Times New Roman" panose="02020603050405020304" pitchFamily="18" charset="0"/>
              </a:rPr>
              <a:t> EXIT</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769768" y="5692883"/>
            <a:ext cx="4053257" cy="381000"/>
          </a:xfrm>
          <a:prstGeom prst="rect">
            <a:avLst/>
          </a:prstGeom>
          <a:noFill/>
        </p:spPr>
        <p:txBody>
          <a:bodyPr wrap="square" rtlCol="0">
            <a:spAutoFit/>
          </a:bodyPr>
          <a:lstStyle/>
          <a:p>
            <a:r>
              <a:rPr lang="en-US" dirty="0">
                <a:hlinkClick r:id="rcIdf38c44a170204f96"/>
              </a:rPr>
              <a:t>Complete code here.</a:t>
            </a:r>
            <a:endParaRPr lang="en-US" dirty="0"/>
          </a:p>
        </p:txBody>
      </p:sp>
      <p:pic>
        <p:nvPicPr>
          <p:cNvPr id="2050" name="Picture 2"/>
          <p:cNvPicPr>
            <a:picLocks noChangeAspect="1" noChangeArrowheads="1"/>
          </p:cNvPicPr>
          <p:nvPr/>
        </p:nvPicPr>
        <p:blipFill>
          <a:blip r:embed="R9a5f88d86768422d">
            <a:extLst>
              <a:ext uri="{28A0092B-C50C-407E-A947-70E740481C1C}">
                <a14:useLocalDpi xmlns:a14="http://schemas.microsoft.com/office/drawing/2010/main" val="0"/>
              </a:ext>
            </a:extLst>
          </a:blip>
          <a:srcRect/>
          <a:stretch>
            <a:fillRect/>
          </a:stretch>
        </p:blipFill>
        <p:spPr bwMode="auto">
          <a:xfrm>
            <a:off x="3652310" y="1883697"/>
            <a:ext cx="5176242" cy="1331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6ad19cb761a649cf">
            <a:extLst>
              <a:ext uri="{28A0092B-C50C-407E-A947-70E740481C1C}">
                <a14:useLocalDpi xmlns:a14="http://schemas.microsoft.com/office/drawing/2010/main" val="0"/>
              </a:ext>
            </a:extLst>
          </a:blip>
          <a:srcRect/>
          <a:stretch>
            <a:fillRect/>
          </a:stretch>
        </p:blipFill>
        <p:spPr bwMode="auto">
          <a:xfrm>
            <a:off x="3670566" y="3938152"/>
            <a:ext cx="5176242" cy="1626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422998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4578-344A-45C1-E8A1-144ACD5C541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E98F6BF-FDB7-DFDF-6309-C577F15947CC}"/>
              </a:ext>
            </a:extLst>
          </p:cNvPr>
          <p:cNvPicPr>
            <a:picLocks noGrp="1" noChangeAspect="1"/>
          </p:cNvPicPr>
          <p:nvPr>
            <p:ph idx="1"/>
          </p:nvPr>
        </p:nvPicPr>
        <p:blipFill>
          <a:blip r:embed="Rbcc90f3de17b4bbc"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6DF785C-E404-ADD2-063F-3F09E4A5D52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CF20692-924B-8E38-7FD8-4688BC0C7233}"/>
              </a:ext>
            </a:extLst>
          </p:cNvPr>
          <p:cNvPicPr>
            <a:picLocks noChangeAspect="1"/>
          </p:cNvPicPr>
          <p:nvPr/>
        </p:nvPicPr>
        <p:blipFill>
          <a:blip r:embed="R4163ccc1b4cb49c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EDFFAB3-FCFB-7B3F-9F04-799C1CBFA68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E525903-FD19-FF11-4FB2-2186BFB2152F}"/>
              </a:ext>
            </a:extLst>
          </p:cNvPr>
          <p:cNvSpPr txBox="1"/>
          <p:nvPr/>
        </p:nvSpPr>
        <p:spPr>
          <a:xfrm>
            <a:off x="72008" y="53136"/>
            <a:ext cx="8751017" cy="954107"/>
          </a:xfrm>
          <a:prstGeom prst="rect">
            <a:avLst/>
          </a:prstGeom>
          <a:noFill/>
        </p:spPr>
        <p:txBody>
          <a:bodyPr wrap="square" rtlCol="0">
            <a:spAutoFit/>
          </a:bodyPr>
          <a:lstStyle/>
          <a:p>
            <a:endParaRPr lang="en-US" sz="2400" b="1" u="sng" dirty="0"/>
          </a:p>
          <a:p>
            <a:r>
              <a:rPr lang="en-US" sz="3200" dirty="0">
                <a:solidFill>
                  <a:srgbClr val="FF0000"/>
                </a:solidFill>
              </a:rPr>
              <a:t>Traversal Code</a:t>
            </a:r>
          </a:p>
        </p:txBody>
      </p:sp>
      <p:sp>
        <p:nvSpPr>
          <p:cNvPr id="3" name="Footer Placeholder 2">
            <a:extLst>
              <a:ext uri="{FF2B5EF4-FFF2-40B4-BE49-F238E27FC236}">
                <a16:creationId xmlns:a16="http://schemas.microsoft.com/office/drawing/2014/main" id="{1F820AAB-F10A-604B-C57A-5B5D84C338AD}"/>
              </a:ext>
            </a:extLst>
          </p:cNvPr>
          <p:cNvSpPr>
            <a:spLocks noGrp="1"/>
          </p:cNvSpPr>
          <p:nvPr>
            <p:ph type="ftr" sz="quarter" idx="11"/>
          </p:nvPr>
        </p:nvSpPr>
        <p:spPr/>
        <p:txBody>
          <a:bodyPr/>
          <a:lstStyle/>
          <a:p>
            <a:r>
              <a:rPr lang="en-IN"/>
              <a:t>Data  Structure         Unit2  </a:t>
            </a:r>
          </a:p>
        </p:txBody>
      </p:sp>
      <p:sp>
        <p:nvSpPr>
          <p:cNvPr id="8" name="Rectangle 7"/>
          <p:cNvSpPr/>
          <p:nvPr/>
        </p:nvSpPr>
        <p:spPr>
          <a:xfrm>
            <a:off x="231038" y="1340062"/>
            <a:ext cx="4505460" cy="2570704"/>
          </a:xfrm>
          <a:prstGeom prst="rect">
            <a:avLst/>
          </a:prstGeom>
        </p:spPr>
        <p:txBody>
          <a:bodyPr wrap="square">
            <a:spAutoFit/>
          </a:bodyPr>
          <a:lstStyle/>
          <a:p>
            <a:pPr>
              <a:lnSpc>
                <a:spcPct val="150000"/>
              </a:lnSpc>
            </a:pPr>
            <a:r>
              <a:rPr lang="en-IN" sz="2200" dirty="0">
                <a:latin typeface="Times New Roman" panose="02020603050405020304" pitchFamily="18" charset="0"/>
                <a:cs typeface="Times New Roman" panose="02020603050405020304" pitchFamily="18" charset="0"/>
              </a:rPr>
              <a:t>struct node *temp = head;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("\n\</a:t>
            </a:r>
            <a:r>
              <a:rPr lang="en-IN" sz="2200" dirty="0" err="1">
                <a:latin typeface="Times New Roman" panose="02020603050405020304" pitchFamily="18" charset="0"/>
                <a:cs typeface="Times New Roman" panose="02020603050405020304" pitchFamily="18" charset="0"/>
              </a:rPr>
              <a:t>nList</a:t>
            </a:r>
            <a:r>
              <a:rPr lang="en-IN" sz="2200" dirty="0">
                <a:latin typeface="Times New Roman" panose="02020603050405020304" pitchFamily="18" charset="0"/>
                <a:cs typeface="Times New Roman" panose="02020603050405020304" pitchFamily="18" charset="0"/>
              </a:rPr>
              <a:t> elements are - \n"); </a:t>
            </a:r>
          </a:p>
          <a:p>
            <a:pPr>
              <a:lnSpc>
                <a:spcPct val="150000"/>
              </a:lnSpc>
            </a:pPr>
            <a:r>
              <a:rPr lang="en-IN" sz="2200" dirty="0">
                <a:latin typeface="Times New Roman" panose="02020603050405020304" pitchFamily="18" charset="0"/>
                <a:cs typeface="Times New Roman" panose="02020603050405020304" pitchFamily="18" charset="0"/>
              </a:rPr>
              <a:t>while(temp != NULL) { </a:t>
            </a:r>
          </a:p>
          <a:p>
            <a:pPr>
              <a:lnSpc>
                <a:spcPct val="150000"/>
              </a:lnSpc>
            </a:pP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("%d ---&gt;",temp-&gt;data); </a:t>
            </a:r>
          </a:p>
          <a:p>
            <a:pPr>
              <a:lnSpc>
                <a:spcPct val="150000"/>
              </a:lnSpc>
            </a:pPr>
            <a:r>
              <a:rPr lang="en-IN" sz="2200" dirty="0">
                <a:latin typeface="Times New Roman" panose="02020603050405020304" pitchFamily="18" charset="0"/>
                <a:cs typeface="Times New Roman" panose="02020603050405020304" pitchFamily="18" charset="0"/>
              </a:rPr>
              <a:t>temp = temp-&gt;next; }</a:t>
            </a:r>
          </a:p>
        </p:txBody>
      </p:sp>
    </p:spTree>
    <p:extLst>
      <p:ext uri="{BB962C8B-B14F-4D97-AF65-F5344CB8AC3E}">
        <p14:creationId xmlns:p14="http://schemas.microsoft.com/office/powerpoint/2010/main" val="2788074249"/>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DBB3B-202D-E21D-8E47-D9FCF044994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4E001F6-E035-EC82-1B4E-1ADB0955A69D}"/>
              </a:ext>
            </a:extLst>
          </p:cNvPr>
          <p:cNvPicPr>
            <a:picLocks noGrp="1" noChangeAspect="1"/>
          </p:cNvPicPr>
          <p:nvPr>
            <p:ph idx="1"/>
          </p:nvPr>
        </p:nvPicPr>
        <p:blipFill>
          <a:blip r:embed="Rc59766c67d4343e4"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5D87CED2-6DF8-113C-04D2-E5BA01AA756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5DEC344-A15C-0DBB-C171-9805A0F22185}"/>
              </a:ext>
            </a:extLst>
          </p:cNvPr>
          <p:cNvPicPr>
            <a:picLocks noChangeAspect="1"/>
          </p:cNvPicPr>
          <p:nvPr/>
        </p:nvPicPr>
        <p:blipFill>
          <a:blip r:embed="Rf0113b10fc06447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EE5448D3-1FDE-4869-1A77-495BB4B6A53C}"/>
              </a:ext>
            </a:extLst>
          </p:cNvPr>
          <p:cNvSpPr txBox="1"/>
          <p:nvPr/>
        </p:nvSpPr>
        <p:spPr>
          <a:xfrm>
            <a:off x="72008" y="285169"/>
            <a:ext cx="8751017" cy="646331"/>
          </a:xfrm>
          <a:prstGeom prst="rect">
            <a:avLst/>
          </a:prstGeom>
          <a:noFill/>
        </p:spPr>
        <p:txBody>
          <a:bodyPr wrap="square" rtlCol="0">
            <a:spAutoFit/>
          </a:bodyPr>
          <a:lstStyle/>
          <a:p>
            <a:r>
              <a:rPr lang="en-US" sz="3600" dirty="0">
                <a:solidFill>
                  <a:srgbClr val="FF0000"/>
                </a:solidFill>
              </a:rPr>
              <a:t>Insertion Operations </a:t>
            </a:r>
            <a:r>
              <a:rPr lang="en-IN" sz="3600" dirty="0">
                <a:solidFill>
                  <a:srgbClr val="FF0000"/>
                </a:solidFill>
              </a:rPr>
              <a:t>at the beginning</a:t>
            </a:r>
            <a:endParaRPr lang="en-US" sz="3600" b="1" dirty="0"/>
          </a:p>
        </p:txBody>
      </p:sp>
      <p:sp>
        <p:nvSpPr>
          <p:cNvPr id="3" name="Footer Placeholder 2">
            <a:extLst>
              <a:ext uri="{FF2B5EF4-FFF2-40B4-BE49-F238E27FC236}">
                <a16:creationId xmlns:a16="http://schemas.microsoft.com/office/drawing/2014/main" id="{C7A12E7A-4D52-753F-B7D7-D5BDD9FE12B5}"/>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6D5AC7F8-4A32-F49C-BED7-13F96B24113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DA2A9161-151F-478E-AB32-49D1DF35CDC0}"/>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a:extLst>
              <a:ext uri="{FF2B5EF4-FFF2-40B4-BE49-F238E27FC236}">
                <a16:creationId xmlns:a16="http://schemas.microsoft.com/office/drawing/2014/main" id="{5971EC1F-2D5A-6DE1-7CB4-BA0BEAEB08ED}"/>
              </a:ext>
            </a:extLst>
          </p:cNvPr>
          <p:cNvSpPr/>
          <p:nvPr/>
        </p:nvSpPr>
        <p:spPr>
          <a:xfrm>
            <a:off x="83804" y="1145741"/>
            <a:ext cx="8664660" cy="168796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Insertion at beginning means adding a new node </a:t>
            </a:r>
            <a:r>
              <a:rPr lang="en-US" sz="2400" b="1" dirty="0">
                <a:latin typeface="Times New Roman" panose="02020603050405020304" pitchFamily="18" charset="0"/>
                <a:cs typeface="Times New Roman" panose="02020603050405020304" pitchFamily="18" charset="0"/>
              </a:rPr>
              <a:t>before the current head</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Fastest insertion operation.</a:t>
            </a:r>
          </a:p>
        </p:txBody>
      </p:sp>
      <p:sp>
        <p:nvSpPr>
          <p:cNvPr id="6" name="AutoShape 4" descr="Insertion in Singly Linked List at Beginning - javatpoint">
            <a:extLst>
              <a:ext uri="{FF2B5EF4-FFF2-40B4-BE49-F238E27FC236}">
                <a16:creationId xmlns:a16="http://schemas.microsoft.com/office/drawing/2014/main" id="{ACC3749D-1C57-56F5-D131-E2CAEB0B0E54}"/>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6">
            <a:extLst>
              <a:ext uri="{FF2B5EF4-FFF2-40B4-BE49-F238E27FC236}">
                <a16:creationId xmlns:a16="http://schemas.microsoft.com/office/drawing/2014/main" id="{833237B8-48CD-4F98-DD20-C0C0349E1A46}"/>
              </a:ext>
            </a:extLst>
          </p:cNvPr>
          <p:cNvPicPr>
            <a:picLocks noChangeAspect="1" noChangeArrowheads="1"/>
          </p:cNvPicPr>
          <p:nvPr/>
        </p:nvPicPr>
        <p:blipFill>
          <a:blip r:embed="Rfdca19aa359f41e9">
            <a:extLst>
              <a:ext uri="{28A0092B-C50C-407E-A947-70E740481C1C}">
                <a14:useLocalDpi xmlns:a14="http://schemas.microsoft.com/office/drawing/2010/main" val="0"/>
              </a:ext>
            </a:extLst>
          </a:blip>
          <a:srcRect/>
          <a:stretch>
            <a:fillRect/>
          </a:stretch>
        </p:blipFill>
        <p:spPr bwMode="auto">
          <a:xfrm>
            <a:off x="645973" y="2833704"/>
            <a:ext cx="7815542" cy="334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80109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9b8d5e17b074493"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08a1cebf0be446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85008" y="274519"/>
            <a:ext cx="8751017" cy="646331"/>
          </a:xfrm>
          <a:prstGeom prst="rect">
            <a:avLst/>
          </a:prstGeom>
          <a:noFill/>
        </p:spPr>
        <p:txBody>
          <a:bodyPr wrap="square" rtlCol="0">
            <a:spAutoFit/>
          </a:bodyPr>
          <a:lstStyle/>
          <a:p>
            <a:r>
              <a:rPr lang="en-US" sz="3600" dirty="0">
                <a:solidFill>
                  <a:srgbClr val="FF0000"/>
                </a:solidFill>
              </a:rPr>
              <a:t>Algorithm: Insert At Beginning</a:t>
            </a:r>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Rectangle 10"/>
          <p:cNvSpPr/>
          <p:nvPr/>
        </p:nvSpPr>
        <p:spPr>
          <a:xfrm>
            <a:off x="307974" y="1231007"/>
            <a:ext cx="5864225" cy="5217582"/>
          </a:xfrm>
          <a:prstGeom prst="rect">
            <a:avLst/>
          </a:prstGeom>
        </p:spPr>
        <p:txBody>
          <a:bodyPr wrap="square">
            <a:spAutoFit/>
          </a:bodyPr>
          <a:lstStyle/>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1: </a:t>
            </a:r>
            <a:r>
              <a:rPr lang="en-IN" sz="2200" dirty="0">
                <a:latin typeface="Times New Roman" panose="02020603050405020304" pitchFamily="18" charset="0"/>
                <a:cs typeface="Times New Roman" panose="02020603050405020304" pitchFamily="18" charset="0"/>
              </a:rPr>
              <a:t>IF AVAIL = NULL </a:t>
            </a:r>
          </a:p>
          <a:p>
            <a:pPr algn="just">
              <a:lnSpc>
                <a:spcPct val="150000"/>
              </a:lnSpc>
              <a:spcBef>
                <a:spcPts val="600"/>
              </a:spcBef>
            </a:pPr>
            <a:r>
              <a:rPr lang="en-IN" sz="2200" dirty="0">
                <a:latin typeface="Times New Roman" panose="02020603050405020304" pitchFamily="18" charset="0"/>
                <a:cs typeface="Times New Roman" panose="02020603050405020304" pitchFamily="18" charset="0"/>
              </a:rPr>
              <a:t>Write OVERFLOW</a:t>
            </a:r>
          </a:p>
          <a:p>
            <a:pPr algn="just">
              <a:lnSpc>
                <a:spcPct val="150000"/>
              </a:lnSpc>
              <a:spcBef>
                <a:spcPts val="600"/>
              </a:spcBef>
            </a:pPr>
            <a:r>
              <a:rPr lang="en-IN" sz="2200" dirty="0">
                <a:latin typeface="Times New Roman" panose="02020603050405020304" pitchFamily="18" charset="0"/>
                <a:cs typeface="Times New Roman" panose="02020603050405020304" pitchFamily="18" charset="0"/>
              </a:rPr>
              <a:t> Go to Step 7 [END OF IF] </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2: </a:t>
            </a:r>
            <a:r>
              <a:rPr lang="en-IN" sz="2200" dirty="0">
                <a:latin typeface="Times New Roman" panose="02020603050405020304" pitchFamily="18" charset="0"/>
                <a:cs typeface="Times New Roman" panose="02020603050405020304" pitchFamily="18" charset="0"/>
              </a:rPr>
              <a:t>SET NEW_NODE = AVAIL </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3: </a:t>
            </a:r>
            <a:r>
              <a:rPr lang="en-IN" sz="2200" dirty="0">
                <a:latin typeface="Times New Roman" panose="02020603050405020304" pitchFamily="18" charset="0"/>
                <a:cs typeface="Times New Roman" panose="02020603050405020304" pitchFamily="18" charset="0"/>
              </a:rPr>
              <a:t>SET AVAIL = AVAIL -&gt; NEXT</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 Step 4: </a:t>
            </a:r>
            <a:r>
              <a:rPr lang="en-IN" sz="2200" dirty="0">
                <a:latin typeface="Times New Roman" panose="02020603050405020304" pitchFamily="18" charset="0"/>
                <a:cs typeface="Times New Roman" panose="02020603050405020304" pitchFamily="18" charset="0"/>
              </a:rPr>
              <a:t>SET NEW_NODE -&gt; DATA = VAL </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5: </a:t>
            </a:r>
            <a:r>
              <a:rPr lang="en-IN" sz="2200" dirty="0">
                <a:latin typeface="Times New Roman" panose="02020603050405020304" pitchFamily="18" charset="0"/>
                <a:cs typeface="Times New Roman" panose="02020603050405020304" pitchFamily="18" charset="0"/>
              </a:rPr>
              <a:t>SET NEW_NODE -&gt; NEXT = HEAD </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6: </a:t>
            </a:r>
            <a:r>
              <a:rPr lang="en-IN" sz="2200" dirty="0">
                <a:latin typeface="Times New Roman" panose="02020603050405020304" pitchFamily="18" charset="0"/>
                <a:cs typeface="Times New Roman" panose="02020603050405020304" pitchFamily="18" charset="0"/>
              </a:rPr>
              <a:t>SET HEAD = NEW_NODE </a:t>
            </a:r>
          </a:p>
          <a:p>
            <a:pPr algn="just">
              <a:lnSpc>
                <a:spcPct val="150000"/>
              </a:lnSpc>
              <a:spcBef>
                <a:spcPts val="600"/>
              </a:spcBef>
            </a:pPr>
            <a:r>
              <a:rPr lang="en-IN" sz="2200" dirty="0">
                <a:solidFill>
                  <a:srgbClr val="FF0000"/>
                </a:solidFill>
                <a:latin typeface="Times New Roman" panose="02020603050405020304" pitchFamily="18" charset="0"/>
                <a:cs typeface="Times New Roman" panose="02020603050405020304" pitchFamily="18" charset="0"/>
              </a:rPr>
              <a:t>Step 7: </a:t>
            </a:r>
            <a:r>
              <a:rPr lang="en-IN" sz="2200" dirty="0">
                <a:latin typeface="Times New Roman" panose="02020603050405020304" pitchFamily="18" charset="0"/>
                <a:cs typeface="Times New Roman" panose="02020603050405020304" pitchFamily="18" charset="0"/>
              </a:rPr>
              <a:t>EXIT</a:t>
            </a:r>
          </a:p>
        </p:txBody>
      </p:sp>
    </p:spTree>
    <p:extLst>
      <p:ext uri="{BB962C8B-B14F-4D97-AF65-F5344CB8AC3E}">
        <p14:creationId xmlns:p14="http://schemas.microsoft.com/office/powerpoint/2010/main" val="2978159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FC36-95C9-0AFF-E3CD-37977A2F3F8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69E52F0-3CBD-FDBC-93EE-B77207ED2794}"/>
              </a:ext>
            </a:extLst>
          </p:cNvPr>
          <p:cNvPicPr>
            <a:picLocks noGrp="1" noChangeAspect="1"/>
          </p:cNvPicPr>
          <p:nvPr>
            <p:ph idx="1"/>
          </p:nvPr>
        </p:nvPicPr>
        <p:blipFill>
          <a:blip r:embed="Rd649e33b0859405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2A99522-F639-8549-698F-1A723D9700E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2CD1877-E013-E2F9-125A-3699E1FF24A9}"/>
              </a:ext>
            </a:extLst>
          </p:cNvPr>
          <p:cNvPicPr>
            <a:picLocks noChangeAspect="1"/>
          </p:cNvPicPr>
          <p:nvPr/>
        </p:nvPicPr>
        <p:blipFill>
          <a:blip r:embed="Raed4dad9e1f3499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7DB74B7-57A7-4ED4-8856-FED47DD8963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AB2AF42-D991-688B-8E9D-B0C1D348E03D}"/>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Insertion at beginning </a:t>
            </a:r>
            <a:r>
              <a:rPr lang="en-IN" sz="3600" dirty="0">
                <a:solidFill>
                  <a:srgbClr val="FF0000"/>
                </a:solidFill>
              </a:rPr>
              <a:t>Code</a:t>
            </a:r>
            <a:endParaRPr lang="en-US" sz="3600" dirty="0">
              <a:solidFill>
                <a:srgbClr val="FF0000"/>
              </a:solidFill>
            </a:endParaRPr>
          </a:p>
        </p:txBody>
      </p:sp>
      <p:sp>
        <p:nvSpPr>
          <p:cNvPr id="3" name="Footer Placeholder 2">
            <a:extLst>
              <a:ext uri="{FF2B5EF4-FFF2-40B4-BE49-F238E27FC236}">
                <a16:creationId xmlns:a16="http://schemas.microsoft.com/office/drawing/2014/main" id="{4FF2A6E5-0F1C-5C92-33FB-774B6625A9F8}"/>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A4144A5E-C497-9E81-D38B-A29B45B47EFB}"/>
              </a:ext>
            </a:extLst>
          </p:cNvPr>
          <p:cNvSpPr txBox="1"/>
          <p:nvPr/>
        </p:nvSpPr>
        <p:spPr>
          <a:xfrm>
            <a:off x="395536" y="1666628"/>
            <a:ext cx="4655126" cy="2928494"/>
          </a:xfrm>
          <a:prstGeom prst="rect">
            <a:avLst/>
          </a:prstGeom>
          <a:noFill/>
        </p:spPr>
        <p:txBody>
          <a:bodyPr wrap="square">
            <a:spAutoFit/>
          </a:bodyPr>
          <a:lstStyle/>
          <a:p>
            <a:pPr rtl="0">
              <a:lnSpc>
                <a:spcPct val="200000"/>
              </a:lnSpc>
              <a:spcBef>
                <a:spcPts val="600"/>
              </a:spcBef>
              <a:buNone/>
            </a:pPr>
            <a:r>
              <a:rPr lang="en-IN" sz="2200" dirty="0">
                <a:latin typeface="Times New Roman" panose="02020603050405020304" pitchFamily="18" charset="0"/>
                <a:cs typeface="Times New Roman" panose="02020603050405020304" pitchFamily="18" charset="0"/>
              </a:rPr>
              <a:t>def </a:t>
            </a:r>
            <a:r>
              <a:rPr lang="en-IN" sz="2200" dirty="0" err="1">
                <a:latin typeface="Times New Roman" panose="02020603050405020304" pitchFamily="18" charset="0"/>
                <a:cs typeface="Times New Roman" panose="02020603050405020304" pitchFamily="18" charset="0"/>
              </a:rPr>
              <a:t>insert_begin</a:t>
            </a:r>
            <a:r>
              <a:rPr lang="en-IN" sz="2200" dirty="0">
                <a:latin typeface="Times New Roman" panose="02020603050405020304" pitchFamily="18" charset="0"/>
                <a:cs typeface="Times New Roman" panose="02020603050405020304" pitchFamily="18" charset="0"/>
              </a:rPr>
              <a:t>(head, value):</a:t>
            </a:r>
          </a:p>
          <a:p>
            <a:pPr rtl="0">
              <a:lnSpc>
                <a:spcPct val="200000"/>
              </a:lnSpc>
              <a:spcBef>
                <a:spcPts val="600"/>
              </a:spcBef>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new_node</a:t>
            </a:r>
            <a:r>
              <a:rPr lang="en-IN" sz="2200" dirty="0">
                <a:latin typeface="Times New Roman" panose="02020603050405020304" pitchFamily="18" charset="0"/>
                <a:cs typeface="Times New Roman" panose="02020603050405020304" pitchFamily="18" charset="0"/>
              </a:rPr>
              <a:t> = Node(value)</a:t>
            </a:r>
          </a:p>
          <a:p>
            <a:pPr rtl="0">
              <a:lnSpc>
                <a:spcPct val="200000"/>
              </a:lnSpc>
              <a:spcBef>
                <a:spcPts val="600"/>
              </a:spcBef>
              <a:buNone/>
            </a:pP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new_node.next</a:t>
            </a:r>
            <a:r>
              <a:rPr lang="en-IN" sz="2200" dirty="0">
                <a:latin typeface="Times New Roman" panose="02020603050405020304" pitchFamily="18" charset="0"/>
                <a:cs typeface="Times New Roman" panose="02020603050405020304" pitchFamily="18" charset="0"/>
              </a:rPr>
              <a:t> = head</a:t>
            </a:r>
          </a:p>
          <a:p>
            <a:pPr rtl="0">
              <a:lnSpc>
                <a:spcPct val="200000"/>
              </a:lnSpc>
              <a:spcBef>
                <a:spcPts val="600"/>
              </a:spcBef>
              <a:buNone/>
            </a:pPr>
            <a:r>
              <a:rPr lang="en-IN" sz="2200" dirty="0">
                <a:latin typeface="Times New Roman" panose="02020603050405020304" pitchFamily="18" charset="0"/>
                <a:cs typeface="Times New Roman" panose="02020603050405020304" pitchFamily="18" charset="0"/>
              </a:rPr>
              <a:t>    return </a:t>
            </a:r>
            <a:r>
              <a:rPr lang="en-IN" sz="2200" dirty="0" err="1">
                <a:latin typeface="Times New Roman" panose="02020603050405020304" pitchFamily="18" charset="0"/>
                <a:cs typeface="Times New Roman" panose="02020603050405020304" pitchFamily="18" charset="0"/>
              </a:rPr>
              <a:t>new_node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55931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7EC66-154D-9AD4-2128-E75F95C6690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AD2E09E-8712-9090-9EFE-8DB58F6C6546}"/>
              </a:ext>
            </a:extLst>
          </p:cNvPr>
          <p:cNvPicPr>
            <a:picLocks noGrp="1" noChangeAspect="1"/>
          </p:cNvPicPr>
          <p:nvPr>
            <p:ph idx="1"/>
          </p:nvPr>
        </p:nvPicPr>
        <p:blipFill>
          <a:blip r:embed="Rf410a960fb4c4654"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48951E36-0869-D756-1EEF-EDE8416BA6A4}"/>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855C6F3-054F-3A45-C5DF-781EFCA9F2E5}"/>
              </a:ext>
            </a:extLst>
          </p:cNvPr>
          <p:cNvPicPr>
            <a:picLocks noChangeAspect="1"/>
          </p:cNvPicPr>
          <p:nvPr/>
        </p:nvPicPr>
        <p:blipFill>
          <a:blip r:embed="Rf19b36457f12403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025A8996-70BB-F4CF-C29E-084FC58328E4}"/>
              </a:ext>
            </a:extLst>
          </p:cNvPr>
          <p:cNvSpPr txBox="1"/>
          <p:nvPr/>
        </p:nvSpPr>
        <p:spPr>
          <a:xfrm>
            <a:off x="72008" y="294372"/>
            <a:ext cx="8751017" cy="646331"/>
          </a:xfrm>
          <a:prstGeom prst="rect">
            <a:avLst/>
          </a:prstGeom>
          <a:noFill/>
        </p:spPr>
        <p:txBody>
          <a:bodyPr wrap="square" rtlCol="0">
            <a:spAutoFit/>
          </a:bodyPr>
          <a:lstStyle/>
          <a:p>
            <a:r>
              <a:rPr lang="en-IN" sz="3600" dirty="0">
                <a:solidFill>
                  <a:srgbClr val="FF0000"/>
                </a:solidFill>
              </a:rPr>
              <a:t>Insertion at End</a:t>
            </a:r>
            <a:endParaRPr lang="en-US" sz="3600" b="1" dirty="0"/>
          </a:p>
        </p:txBody>
      </p:sp>
      <p:sp>
        <p:nvSpPr>
          <p:cNvPr id="3" name="Footer Placeholder 2">
            <a:extLst>
              <a:ext uri="{FF2B5EF4-FFF2-40B4-BE49-F238E27FC236}">
                <a16:creationId xmlns:a16="http://schemas.microsoft.com/office/drawing/2014/main" id="{007434E0-AFC5-8143-87DB-3BE12304A3E1}"/>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A1ED3481-4F19-B8F6-37DA-F8A2B332F48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F4936EE-67AF-0763-787A-E2A722E6D7A2}"/>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a:extLst>
              <a:ext uri="{FF2B5EF4-FFF2-40B4-BE49-F238E27FC236}">
                <a16:creationId xmlns:a16="http://schemas.microsoft.com/office/drawing/2014/main" id="{D87B4498-FF61-3D61-7601-8C69BD69013D}"/>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id="{45C66CD3-62FA-6A9D-C94E-655E33E967A4}"/>
              </a:ext>
            </a:extLst>
          </p:cNvPr>
          <p:cNvSpPr txBox="1"/>
          <p:nvPr/>
        </p:nvSpPr>
        <p:spPr>
          <a:xfrm>
            <a:off x="155575" y="1107991"/>
            <a:ext cx="8667450" cy="11339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Insertion at end means adding a new node </a:t>
            </a:r>
            <a:r>
              <a:rPr lang="en-US" sz="2400" b="1" dirty="0">
                <a:latin typeface="Times New Roman" panose="02020603050405020304" pitchFamily="18" charset="0"/>
                <a:cs typeface="Times New Roman" panose="02020603050405020304" pitchFamily="18" charset="0"/>
              </a:rPr>
              <a:t>after the last node</a:t>
            </a:r>
            <a:r>
              <a:rPr lang="en-US" sz="24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traversal.</a:t>
            </a:r>
          </a:p>
        </p:txBody>
      </p:sp>
      <p:pic>
        <p:nvPicPr>
          <p:cNvPr id="13" name="Picture 2"/>
          <p:cNvPicPr>
            <a:picLocks noChangeAspect="1" noChangeArrowheads="1"/>
          </p:cNvPicPr>
          <p:nvPr/>
        </p:nvPicPr>
        <p:blipFill>
          <a:blip r:embed="Re0d3a10470e943eb">
            <a:extLst>
              <a:ext uri="{28A0092B-C50C-407E-A947-70E740481C1C}">
                <a14:useLocalDpi xmlns:a14="http://schemas.microsoft.com/office/drawing/2010/main" val="0"/>
              </a:ext>
            </a:extLst>
          </a:blip>
          <a:srcRect/>
          <a:stretch>
            <a:fillRect/>
          </a:stretch>
        </p:blipFill>
        <p:spPr bwMode="auto">
          <a:xfrm>
            <a:off x="643359" y="2273027"/>
            <a:ext cx="7494322" cy="399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5436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d3f91cd4cdf34330"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2103cbabf6e4a8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85008" y="248922"/>
            <a:ext cx="8751017" cy="646331"/>
          </a:xfrm>
          <a:prstGeom prst="rect">
            <a:avLst/>
          </a:prstGeom>
          <a:noFill/>
        </p:spPr>
        <p:txBody>
          <a:bodyPr wrap="square" rtlCol="0">
            <a:spAutoFit/>
          </a:bodyPr>
          <a:lstStyle/>
          <a:p>
            <a:r>
              <a:rPr lang="en-IN" sz="3600" dirty="0">
                <a:solidFill>
                  <a:srgbClr val="FF0000"/>
                </a:solidFill>
              </a:rPr>
              <a:t>Algorithm: Insert At End</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85008" y="1154312"/>
            <a:ext cx="8836025" cy="47297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1: </a:t>
            </a:r>
            <a:r>
              <a:rPr lang="en-IN" sz="2200" dirty="0">
                <a:latin typeface="Times New Roman" panose="02020603050405020304" pitchFamily="18" charset="0"/>
                <a:cs typeface="Times New Roman" panose="02020603050405020304" pitchFamily="18" charset="0"/>
              </a:rPr>
              <a:t>IF AVAIL = NULL  </a:t>
            </a:r>
          </a:p>
          <a:p>
            <a:pPr marL="800100" lvl="2" indent="0" algn="just">
              <a:spcBef>
                <a:spcPts val="300"/>
              </a:spcBef>
              <a:spcAft>
                <a:spcPts val="600"/>
              </a:spcAft>
              <a:buNone/>
            </a:pPr>
            <a:r>
              <a:rPr lang="en-IN" sz="2200" dirty="0">
                <a:latin typeface="Times New Roman" panose="02020603050405020304" pitchFamily="18" charset="0"/>
                <a:cs typeface="Times New Roman" panose="02020603050405020304" pitchFamily="18" charset="0"/>
              </a:rPr>
              <a:t>Write OVERFLOW </a:t>
            </a:r>
          </a:p>
          <a:p>
            <a:pPr marL="0" indent="0" algn="just">
              <a:spcBef>
                <a:spcPts val="300"/>
              </a:spcBef>
              <a:spcAft>
                <a:spcPts val="600"/>
              </a:spcAft>
              <a:buNone/>
            </a:pPr>
            <a:r>
              <a:rPr lang="en-IN" sz="2200" dirty="0">
                <a:latin typeface="Times New Roman" panose="02020603050405020304" pitchFamily="18" charset="0"/>
                <a:cs typeface="Times New Roman" panose="02020603050405020304" pitchFamily="18" charset="0"/>
              </a:rPr>
              <a:t>        Go to Step 10 [END OF IF]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2: </a:t>
            </a:r>
            <a:r>
              <a:rPr lang="en-IN" sz="2200" dirty="0">
                <a:latin typeface="Times New Roman" panose="02020603050405020304" pitchFamily="18" charset="0"/>
                <a:cs typeface="Times New Roman" panose="02020603050405020304" pitchFamily="18" charset="0"/>
              </a:rPr>
              <a:t>SET NEW_NODE = AVAIL</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 Step 3: </a:t>
            </a:r>
            <a:r>
              <a:rPr lang="en-IN" sz="2200" dirty="0">
                <a:latin typeface="Times New Roman" panose="02020603050405020304" pitchFamily="18" charset="0"/>
                <a:cs typeface="Times New Roman" panose="02020603050405020304" pitchFamily="18" charset="0"/>
              </a:rPr>
              <a:t>SET AVAIL = AVAIL -&gt; NEXT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4: </a:t>
            </a:r>
            <a:r>
              <a:rPr lang="en-IN" sz="2200" dirty="0">
                <a:latin typeface="Times New Roman" panose="02020603050405020304" pitchFamily="18" charset="0"/>
                <a:cs typeface="Times New Roman" panose="02020603050405020304" pitchFamily="18" charset="0"/>
              </a:rPr>
              <a:t>SET NEW_NODE -&gt; DATA = VAL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5: </a:t>
            </a:r>
            <a:r>
              <a:rPr lang="en-IN" sz="2200" dirty="0">
                <a:latin typeface="Times New Roman" panose="02020603050405020304" pitchFamily="18" charset="0"/>
                <a:cs typeface="Times New Roman" panose="02020603050405020304" pitchFamily="18" charset="0"/>
              </a:rPr>
              <a:t>SET NEW_NODE -&gt; NEXT = NULL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6: </a:t>
            </a:r>
            <a:r>
              <a:rPr lang="en-IN" sz="2200" dirty="0">
                <a:latin typeface="Times New Roman" panose="02020603050405020304" pitchFamily="18" charset="0"/>
                <a:cs typeface="Times New Roman" panose="02020603050405020304" pitchFamily="18" charset="0"/>
              </a:rPr>
              <a:t>SET PTR = HEAD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7: </a:t>
            </a:r>
            <a:r>
              <a:rPr lang="en-IN" sz="2200" dirty="0">
                <a:latin typeface="Times New Roman" panose="02020603050405020304" pitchFamily="18" charset="0"/>
                <a:cs typeface="Times New Roman" panose="02020603050405020304" pitchFamily="18" charset="0"/>
              </a:rPr>
              <a:t>Repeat Step 8 while PTR -&gt; NEXT != NULL Step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8: </a:t>
            </a:r>
            <a:r>
              <a:rPr lang="en-IN" sz="2200" dirty="0">
                <a:latin typeface="Times New Roman" panose="02020603050405020304" pitchFamily="18" charset="0"/>
                <a:cs typeface="Times New Roman" panose="02020603050405020304" pitchFamily="18" charset="0"/>
              </a:rPr>
              <a:t>SET PTR = PTR -&gt; NEXT [END OF LOOP]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9: </a:t>
            </a:r>
            <a:r>
              <a:rPr lang="en-IN" sz="2200" dirty="0">
                <a:latin typeface="Times New Roman" panose="02020603050405020304" pitchFamily="18" charset="0"/>
                <a:cs typeface="Times New Roman" panose="02020603050405020304" pitchFamily="18" charset="0"/>
              </a:rPr>
              <a:t>SET PTR -&gt; NEXT = NEW_NODE </a:t>
            </a:r>
          </a:p>
          <a:p>
            <a:pPr algn="just">
              <a:spcBef>
                <a:spcPts val="300"/>
              </a:spcBef>
              <a:spcAft>
                <a:spcPts val="600"/>
              </a:spcAft>
              <a:buFont typeface="Wingdings" pitchFamily="2" charset="2"/>
              <a:buChar char="Ø"/>
            </a:pPr>
            <a:r>
              <a:rPr lang="en-IN" sz="2200" dirty="0">
                <a:solidFill>
                  <a:srgbClr val="FF0000"/>
                </a:solidFill>
                <a:latin typeface="Times New Roman" panose="02020603050405020304" pitchFamily="18" charset="0"/>
                <a:cs typeface="Times New Roman" panose="02020603050405020304" pitchFamily="18" charset="0"/>
              </a:rPr>
              <a:t>Step 10: </a:t>
            </a:r>
            <a:r>
              <a:rPr lang="en-IN" sz="2200" dirty="0">
                <a:latin typeface="Times New Roman" panose="02020603050405020304" pitchFamily="18" charset="0"/>
                <a:cs typeface="Times New Roman" panose="02020603050405020304" pitchFamily="18" charset="0"/>
              </a:rPr>
              <a:t>EXIT</a:t>
            </a:r>
          </a:p>
        </p:txBody>
      </p:sp>
    </p:spTree>
    <p:extLst>
      <p:ext uri="{BB962C8B-B14F-4D97-AF65-F5344CB8AC3E}">
        <p14:creationId xmlns:p14="http://schemas.microsoft.com/office/powerpoint/2010/main" val="233006940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DE7A-53D8-E6BE-7F78-320CA93BB4D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4ADA4C5-D146-FF74-76E5-031AD8DF938B}"/>
              </a:ext>
            </a:extLst>
          </p:cNvPr>
          <p:cNvPicPr>
            <a:picLocks noGrp="1" noChangeAspect="1"/>
          </p:cNvPicPr>
          <p:nvPr>
            <p:ph idx="1"/>
          </p:nvPr>
        </p:nvPicPr>
        <p:blipFill>
          <a:blip r:embed="R8925b19f77bd45aa"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47E7D29-5474-13D2-79D7-F38F25F9D37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247322F-BC45-A7D1-AE0A-918E6C3B0730}"/>
              </a:ext>
            </a:extLst>
          </p:cNvPr>
          <p:cNvPicPr>
            <a:picLocks noChangeAspect="1"/>
          </p:cNvPicPr>
          <p:nvPr/>
        </p:nvPicPr>
        <p:blipFill>
          <a:blip r:embed="R2706f9857e7d424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8C686D9-D872-CABA-81ED-F93C9191096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443DBE2-7A55-4128-674F-F9F8EC075103}"/>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Insertion at End </a:t>
            </a:r>
            <a:r>
              <a:rPr lang="en-IN" sz="3600" dirty="0">
                <a:solidFill>
                  <a:srgbClr val="FF0000"/>
                </a:solidFill>
              </a:rPr>
              <a:t>Code</a:t>
            </a:r>
            <a:endParaRPr lang="en-US" sz="3600" dirty="0">
              <a:solidFill>
                <a:srgbClr val="FF0000"/>
              </a:solidFill>
            </a:endParaRPr>
          </a:p>
        </p:txBody>
      </p:sp>
      <p:sp>
        <p:nvSpPr>
          <p:cNvPr id="3" name="Footer Placeholder 2">
            <a:extLst>
              <a:ext uri="{FF2B5EF4-FFF2-40B4-BE49-F238E27FC236}">
                <a16:creationId xmlns:a16="http://schemas.microsoft.com/office/drawing/2014/main" id="{CEDACF75-A268-1BBB-2B08-A0B3787A8809}"/>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BA15371B-B922-0F62-5203-AF41E839E9F0}"/>
              </a:ext>
            </a:extLst>
          </p:cNvPr>
          <p:cNvGraphicFramePr>
            <a:graphicFrameLocks noGrp="1"/>
          </p:cNvGraphicFramePr>
          <p:nvPr>
            <p:extLst>
              <p:ext uri="{D42A27DB-BD31-4B8C-83A1-F6EECF244321}">
                <p14:modId xmlns:p14="http://schemas.microsoft.com/office/powerpoint/2010/main" val="1200404248"/>
              </p:ext>
            </p:extLst>
          </p:nvPr>
        </p:nvGraphicFramePr>
        <p:xfrm>
          <a:off x="2251272" y="1542760"/>
          <a:ext cx="4392488" cy="4221480"/>
        </p:xfrm>
        <a:graphic>
          <a:graphicData uri="http://schemas.openxmlformats.org/drawingml/2006/table">
            <a:tbl>
              <a:tblPr firstRow="1" bandRow="1">
                <a:tableStyleId>{5C22544A-7EE6-4342-B048-85BDC9FD1C3A}</a:tableStyleId>
              </a:tblPr>
              <a:tblGrid>
                <a:gridCol w="4392488">
                  <a:extLst>
                    <a:ext uri="{9D8B030D-6E8A-4147-A177-3AD203B41FA5}">
                      <a16:colId xmlns:a16="http://schemas.microsoft.com/office/drawing/2014/main" val="2217686037"/>
                    </a:ext>
                  </a:extLst>
                </a:gridCol>
              </a:tblGrid>
              <a:tr h="269678">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sz="2000" b="1" dirty="0">
                          <a:latin typeface="Times New Roman" panose="02020603050405020304" pitchFamily="18" charset="0"/>
                          <a:cs typeface="Times New Roman" panose="02020603050405020304" pitchFamily="18" charset="0"/>
                        </a:rPr>
                        <a:t>Insertion at End – Python Code</a:t>
                      </a:r>
                    </a:p>
                  </a:txBody>
                  <a:tcPr/>
                </a:tc>
                <a:extLst>
                  <a:ext uri="{0D108BD9-81ED-4DB2-BD59-A6C34878D82A}">
                    <a16:rowId xmlns:a16="http://schemas.microsoft.com/office/drawing/2014/main" val="2314244575"/>
                  </a:ext>
                </a:extLst>
              </a:tr>
              <a:tr h="223361">
                <a:tc>
                  <a:txBody>
                    <a:bodyPr/>
                    <a:lstStyle/>
                    <a:p>
                      <a:pPr rtl="0">
                        <a:buNone/>
                      </a:pPr>
                      <a:r>
                        <a:rPr lang="en-IN" sz="2000" dirty="0">
                          <a:latin typeface="Times New Roman" panose="02020603050405020304" pitchFamily="18" charset="0"/>
                          <a:cs typeface="Times New Roman" panose="02020603050405020304" pitchFamily="18" charset="0"/>
                        </a:rPr>
                        <a:t>def </a:t>
                      </a:r>
                      <a:r>
                        <a:rPr lang="en-IN" sz="2000" dirty="0" err="1">
                          <a:latin typeface="Times New Roman" panose="02020603050405020304" pitchFamily="18" charset="0"/>
                          <a:cs typeface="Times New Roman" panose="02020603050405020304" pitchFamily="18" charset="0"/>
                        </a:rPr>
                        <a:t>insert_end</a:t>
                      </a:r>
                      <a:r>
                        <a:rPr lang="en-IN" sz="2000" dirty="0">
                          <a:latin typeface="Times New Roman" panose="02020603050405020304" pitchFamily="18" charset="0"/>
                          <a:cs typeface="Times New Roman" panose="02020603050405020304" pitchFamily="18" charset="0"/>
                        </a:rPr>
                        <a:t>(head, value):</a:t>
                      </a:r>
                    </a:p>
                    <a:p>
                      <a:pPr rtl="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new_node</a:t>
                      </a:r>
                      <a:r>
                        <a:rPr lang="en-IN" sz="2000" dirty="0">
                          <a:latin typeface="Times New Roman" panose="02020603050405020304" pitchFamily="18" charset="0"/>
                          <a:cs typeface="Times New Roman" panose="02020603050405020304" pitchFamily="18" charset="0"/>
                        </a:rPr>
                        <a:t> = Node(value)</a:t>
                      </a:r>
                    </a:p>
                    <a:p>
                      <a:pPr rtl="0">
                        <a:buNone/>
                      </a:pPr>
                      <a:r>
                        <a:rPr lang="en-IN" sz="2000" dirty="0">
                          <a:latin typeface="Times New Roman" panose="02020603050405020304" pitchFamily="18" charset="0"/>
                          <a:cs typeface="Times New Roman" panose="02020603050405020304" pitchFamily="18" charset="0"/>
                        </a:rPr>
                        <a:t>    if head is None:</a:t>
                      </a:r>
                    </a:p>
                    <a:p>
                      <a:pPr rtl="0">
                        <a:buNone/>
                      </a:pPr>
                      <a:r>
                        <a:rPr lang="en-IN" sz="2000" dirty="0">
                          <a:latin typeface="Times New Roman" panose="02020603050405020304" pitchFamily="18" charset="0"/>
                          <a:cs typeface="Times New Roman" panose="02020603050405020304" pitchFamily="18" charset="0"/>
                        </a:rPr>
                        <a:t>        return </a:t>
                      </a:r>
                      <a:r>
                        <a:rPr lang="en-IN" sz="2000" dirty="0" err="1">
                          <a:latin typeface="Times New Roman" panose="02020603050405020304" pitchFamily="18" charset="0"/>
                          <a:cs typeface="Times New Roman" panose="02020603050405020304" pitchFamily="18" charset="0"/>
                        </a:rPr>
                        <a:t>new_node</a:t>
                      </a:r>
                      <a:endParaRPr lang="en-IN" sz="2000" dirty="0">
                        <a:latin typeface="Times New Roman" panose="02020603050405020304" pitchFamily="18" charset="0"/>
                        <a:cs typeface="Times New Roman" panose="02020603050405020304" pitchFamily="18" charset="0"/>
                      </a:endParaRPr>
                    </a:p>
                    <a:p>
                      <a:pPr rtl="0">
                        <a:buNone/>
                      </a:pP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    temp = head</a:t>
                      </a:r>
                    </a:p>
                    <a:p>
                      <a:pPr rtl="0">
                        <a:buNone/>
                      </a:pPr>
                      <a:r>
                        <a:rPr lang="en-IN" sz="2000" dirty="0">
                          <a:latin typeface="Times New Roman" panose="02020603050405020304" pitchFamily="18" charset="0"/>
                          <a:cs typeface="Times New Roman" panose="02020603050405020304" pitchFamily="18" charset="0"/>
                        </a:rPr>
                        <a:t>    while </a:t>
                      </a:r>
                      <a:r>
                        <a:rPr lang="en-IN" sz="2000" dirty="0" err="1">
                          <a:latin typeface="Times New Roman" panose="02020603050405020304" pitchFamily="18" charset="0"/>
                          <a:cs typeface="Times New Roman" panose="02020603050405020304" pitchFamily="18" charset="0"/>
                        </a:rPr>
                        <a:t>temp.next</a:t>
                      </a:r>
                      <a:r>
                        <a:rPr lang="en-IN" sz="2000" dirty="0">
                          <a:latin typeface="Times New Roman" panose="02020603050405020304" pitchFamily="18" charset="0"/>
                          <a:cs typeface="Times New Roman" panose="02020603050405020304" pitchFamily="18" charset="0"/>
                        </a:rPr>
                        <a:t>:</a:t>
                      </a:r>
                    </a:p>
                    <a:p>
                      <a:pPr rtl="0">
                        <a:buNone/>
                      </a:pPr>
                      <a:r>
                        <a:rPr lang="en-IN" sz="2000" dirty="0">
                          <a:latin typeface="Times New Roman" panose="02020603050405020304" pitchFamily="18" charset="0"/>
                          <a:cs typeface="Times New Roman" panose="02020603050405020304" pitchFamily="18" charset="0"/>
                        </a:rPr>
                        <a:t>        temp = </a:t>
                      </a:r>
                      <a:r>
                        <a:rPr lang="en-IN" sz="2000" dirty="0" err="1">
                          <a:latin typeface="Times New Roman" panose="02020603050405020304" pitchFamily="18" charset="0"/>
                          <a:cs typeface="Times New Roman" panose="02020603050405020304" pitchFamily="18" charset="0"/>
                        </a:rPr>
                        <a:t>temp.next</a:t>
                      </a:r>
                      <a:endParaRPr lang="en-IN" sz="2000" dirty="0">
                        <a:latin typeface="Times New Roman" panose="02020603050405020304" pitchFamily="18" charset="0"/>
                        <a:cs typeface="Times New Roman" panose="02020603050405020304" pitchFamily="18" charset="0"/>
                      </a:endParaRPr>
                    </a:p>
                    <a:p>
                      <a:pPr rtl="0">
                        <a:buNone/>
                      </a:pP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temp.next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new_node</a:t>
                      </a: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    return head</a:t>
                      </a:r>
                    </a:p>
                    <a:p>
                      <a:pPr>
                        <a:spcBef>
                          <a:spcPts val="600"/>
                        </a:spcBef>
                      </a:pP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7166081"/>
                  </a:ext>
                </a:extLst>
              </a:tr>
            </a:tbl>
          </a:graphicData>
        </a:graphic>
      </p:graphicFrame>
    </p:spTree>
    <p:extLst>
      <p:ext uri="{BB962C8B-B14F-4D97-AF65-F5344CB8AC3E}">
        <p14:creationId xmlns:p14="http://schemas.microsoft.com/office/powerpoint/2010/main" val="356085576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f370ba5ff134adf" cstate="print">
            <a:extLst>
              <a:ext uri="{28A0092B-C50C-407E-A947-70E740481C1C}">
                <a14:useLocalDpi xmlns:a14="http://schemas.microsoft.com/office/drawing/2010/main" val="0"/>
              </a:ext>
            </a:extLst>
          </a:blip>
          <a:stretch>
            <a:fillRect/>
          </a:stretch>
        </p:blipFill>
        <p:spPr>
          <a:xfrm>
            <a:off x="-36512"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841cb6af0a040f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36907" y="160338"/>
            <a:ext cx="8995792" cy="646331"/>
          </a:xfrm>
          <a:prstGeom prst="rect">
            <a:avLst/>
          </a:prstGeom>
          <a:noFill/>
        </p:spPr>
        <p:txBody>
          <a:bodyPr wrap="square" rtlCol="0">
            <a:spAutoFit/>
          </a:bodyPr>
          <a:lstStyle/>
          <a:p>
            <a:r>
              <a:rPr lang="en-IN" sz="3600" dirty="0">
                <a:solidFill>
                  <a:srgbClr val="FF0000"/>
                </a:solidFill>
              </a:rPr>
              <a:t>Insert a Node after a given Node in a Linked list</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2"/>
          <p:cNvPicPr>
            <a:picLocks noChangeAspect="1" noChangeArrowheads="1"/>
          </p:cNvPicPr>
          <p:nvPr/>
        </p:nvPicPr>
        <p:blipFill>
          <a:blip r:embed="R7b4e4e70237f41bf">
            <a:extLst>
              <a:ext uri="{28A0092B-C50C-407E-A947-70E740481C1C}">
                <a14:useLocalDpi xmlns:a14="http://schemas.microsoft.com/office/drawing/2010/main" val="0"/>
              </a:ext>
            </a:extLst>
          </a:blip>
          <a:srcRect/>
          <a:stretch>
            <a:fillRect/>
          </a:stretch>
        </p:blipFill>
        <p:spPr bwMode="auto">
          <a:xfrm>
            <a:off x="60285" y="1219200"/>
            <a:ext cx="873202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956004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50ad63aeef254e93"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903332eb8fa9400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265298"/>
            <a:ext cx="8751017" cy="646331"/>
          </a:xfrm>
          <a:prstGeom prst="rect">
            <a:avLst/>
          </a:prstGeom>
          <a:noFill/>
        </p:spPr>
        <p:txBody>
          <a:bodyPr wrap="square" rtlCol="0">
            <a:spAutoFit/>
          </a:bodyPr>
          <a:lstStyle/>
          <a:p>
            <a:r>
              <a:rPr lang="en-IN" sz="3600" dirty="0">
                <a:solidFill>
                  <a:srgbClr val="FF0000"/>
                </a:solidFill>
              </a:rPr>
              <a:t>Algorithm: Insert After An Element</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3" name="Content Placeholder 1"/>
          <p:cNvSpPr txBox="1">
            <a:spLocks/>
          </p:cNvSpPr>
          <p:nvPr/>
        </p:nvSpPr>
        <p:spPr>
          <a:xfrm>
            <a:off x="332715" y="1219200"/>
            <a:ext cx="8658883"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300"/>
              </a:spcAft>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a:t>
            </a:r>
            <a:r>
              <a:rPr lang="en-IN" sz="2000" dirty="0">
                <a:solidFill>
                  <a:srgbClr val="FF0000"/>
                </a:solidFill>
                <a:latin typeface="Times New Roman" panose="02020603050405020304" pitchFamily="18" charset="0"/>
                <a:cs typeface="Times New Roman" panose="02020603050405020304" pitchFamily="18" charset="0"/>
              </a:rPr>
              <a:t>tep 1: </a:t>
            </a:r>
            <a:r>
              <a:rPr lang="en-IN" sz="2000" dirty="0">
                <a:latin typeface="Times New Roman" panose="02020603050405020304" pitchFamily="18" charset="0"/>
                <a:cs typeface="Times New Roman" panose="02020603050405020304" pitchFamily="18" charset="0"/>
              </a:rPr>
              <a:t>IF AVAIL = NULL Write OVERFLOW Go to Step 12 [END OF IF]</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2: </a:t>
            </a:r>
            <a:r>
              <a:rPr lang="en-IN" sz="2000" dirty="0">
                <a:latin typeface="Times New Roman" panose="02020603050405020304" pitchFamily="18" charset="0"/>
                <a:cs typeface="Times New Roman" panose="02020603050405020304" pitchFamily="18" charset="0"/>
              </a:rPr>
              <a:t>SET NEW_NODE = AVAIL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3: </a:t>
            </a:r>
            <a:r>
              <a:rPr lang="en-IN" sz="2000" dirty="0">
                <a:latin typeface="Times New Roman" panose="02020603050405020304" pitchFamily="18" charset="0"/>
                <a:cs typeface="Times New Roman" panose="02020603050405020304" pitchFamily="18" charset="0"/>
              </a:rPr>
              <a:t>SET AVAIL = AVAIL -&gt; NEXT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4: </a:t>
            </a:r>
            <a:r>
              <a:rPr lang="en-IN" sz="2000" dirty="0">
                <a:latin typeface="Times New Roman" panose="02020603050405020304" pitchFamily="18" charset="0"/>
                <a:cs typeface="Times New Roman" panose="02020603050405020304" pitchFamily="18" charset="0"/>
              </a:rPr>
              <a:t>SET NEW_NODE -&gt; DATA = VAL</a:t>
            </a:r>
          </a:p>
          <a:p>
            <a:pPr>
              <a:spcBef>
                <a:spcPts val="600"/>
              </a:spcBef>
              <a:spcAft>
                <a:spcPts val="300"/>
              </a:spcAft>
              <a:buFont typeface="Wingdings" pitchFamily="2" charset="2"/>
              <a:buChar char="Ø"/>
            </a:pP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Step 5: </a:t>
            </a:r>
            <a:r>
              <a:rPr lang="en-IN" sz="2000" dirty="0">
                <a:latin typeface="Times New Roman" panose="02020603050405020304" pitchFamily="18" charset="0"/>
                <a:cs typeface="Times New Roman" panose="02020603050405020304" pitchFamily="18" charset="0"/>
              </a:rPr>
              <a:t>SET PTR = HEAD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6: </a:t>
            </a:r>
            <a:r>
              <a:rPr lang="en-IN" sz="2000" dirty="0">
                <a:latin typeface="Times New Roman" panose="02020603050405020304" pitchFamily="18" charset="0"/>
                <a:cs typeface="Times New Roman" panose="02020603050405020304" pitchFamily="18" charset="0"/>
              </a:rPr>
              <a:t>SET PREPTR = PTR</a:t>
            </a:r>
          </a:p>
          <a:p>
            <a:pPr>
              <a:spcBef>
                <a:spcPts val="600"/>
              </a:spcBef>
              <a:spcAft>
                <a:spcPts val="300"/>
              </a:spcAft>
              <a:buFont typeface="Wingdings" pitchFamily="2" charset="2"/>
              <a:buChar char="Ø"/>
            </a:pP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Step 7: </a:t>
            </a:r>
            <a:r>
              <a:rPr lang="en-IN" sz="2000" dirty="0">
                <a:latin typeface="Times New Roman" panose="02020603050405020304" pitchFamily="18" charset="0"/>
                <a:cs typeface="Times New Roman" panose="02020603050405020304" pitchFamily="18" charset="0"/>
              </a:rPr>
              <a:t>Repeat Steps 8 and 9 while PREPTR -&gt; DATA != NUM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8: </a:t>
            </a:r>
            <a:r>
              <a:rPr lang="en-IN" sz="2000" dirty="0">
                <a:latin typeface="Times New Roman" panose="02020603050405020304" pitchFamily="18" charset="0"/>
                <a:cs typeface="Times New Roman" panose="02020603050405020304" pitchFamily="18" charset="0"/>
              </a:rPr>
              <a:t>SET PREPTR = PTR</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 Step 9: </a:t>
            </a:r>
            <a:r>
              <a:rPr lang="en-IN" sz="2000" dirty="0">
                <a:latin typeface="Times New Roman" panose="02020603050405020304" pitchFamily="18" charset="0"/>
                <a:cs typeface="Times New Roman" panose="02020603050405020304" pitchFamily="18" charset="0"/>
              </a:rPr>
              <a:t>SET PTR = PTR -&gt; NEXT [END OF LOOP]</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10 : </a:t>
            </a:r>
            <a:r>
              <a:rPr lang="en-IN" sz="2000" dirty="0">
                <a:latin typeface="Times New Roman" panose="02020603050405020304" pitchFamily="18" charset="0"/>
                <a:cs typeface="Times New Roman" panose="02020603050405020304" pitchFamily="18" charset="0"/>
              </a:rPr>
              <a:t>PREPTR -&gt; NEXT = NEW_NODE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11: </a:t>
            </a:r>
            <a:r>
              <a:rPr lang="en-IN" sz="2000" dirty="0">
                <a:latin typeface="Times New Roman" panose="02020603050405020304" pitchFamily="18" charset="0"/>
                <a:cs typeface="Times New Roman" panose="02020603050405020304" pitchFamily="18" charset="0"/>
              </a:rPr>
              <a:t>SET NEW_NODE -&gt; NEXT = PTR </a:t>
            </a:r>
          </a:p>
          <a:p>
            <a:pPr>
              <a:spcBef>
                <a:spcPts val="600"/>
              </a:spcBef>
              <a:spcAft>
                <a:spcPts val="300"/>
              </a:spcAft>
              <a:buFont typeface="Wingdings"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Step 12: </a:t>
            </a:r>
            <a:r>
              <a:rPr lang="en-IN" sz="2000" dirty="0">
                <a:latin typeface="Times New Roman" panose="02020603050405020304" pitchFamily="18" charset="0"/>
                <a:cs typeface="Times New Roman" panose="02020603050405020304" pitchFamily="18" charset="0"/>
              </a:rPr>
              <a:t>EXIT</a:t>
            </a:r>
          </a:p>
        </p:txBody>
      </p:sp>
    </p:spTree>
    <p:extLst>
      <p:ext uri="{BB962C8B-B14F-4D97-AF65-F5344CB8AC3E}">
        <p14:creationId xmlns:p14="http://schemas.microsoft.com/office/powerpoint/2010/main" val="261469619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24FE-67C1-7C66-A525-CD2C1BF345F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E6BFEC-9228-C52E-3D65-D410F3EA5253}"/>
              </a:ext>
            </a:extLst>
          </p:cNvPr>
          <p:cNvPicPr>
            <a:picLocks noGrp="1" noChangeAspect="1"/>
          </p:cNvPicPr>
          <p:nvPr>
            <p:ph idx="1"/>
          </p:nvPr>
        </p:nvPicPr>
        <p:blipFill>
          <a:blip r:embed="R3599c02a0d904c30"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71FDB451-23CB-AC0E-6F4E-6FA68DF9B4D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CA6AC9A-E331-5FEB-B52E-E7C7E6B6D4F2}"/>
              </a:ext>
            </a:extLst>
          </p:cNvPr>
          <p:cNvPicPr>
            <a:picLocks noChangeAspect="1"/>
          </p:cNvPicPr>
          <p:nvPr/>
        </p:nvPicPr>
        <p:blipFill>
          <a:blip r:embed="Rfb44ed11304f452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7CFBC0E-D78B-EFD1-EEB5-8943DE29770B}"/>
              </a:ext>
            </a:extLst>
          </p:cNvPr>
          <p:cNvSpPr txBox="1"/>
          <p:nvPr/>
        </p:nvSpPr>
        <p:spPr>
          <a:xfrm>
            <a:off x="72008" y="265298"/>
            <a:ext cx="8751017" cy="646331"/>
          </a:xfrm>
          <a:prstGeom prst="rect">
            <a:avLst/>
          </a:prstGeom>
          <a:noFill/>
        </p:spPr>
        <p:txBody>
          <a:bodyPr wrap="square" rtlCol="0">
            <a:spAutoFit/>
          </a:bodyPr>
          <a:lstStyle/>
          <a:p>
            <a:r>
              <a:rPr lang="en-US" sz="3600" dirty="0">
                <a:solidFill>
                  <a:srgbClr val="FF0000"/>
                </a:solidFill>
              </a:rPr>
              <a:t>Check Your Understanding</a:t>
            </a:r>
            <a:endParaRPr lang="en-IN" sz="3600" b="1" dirty="0">
              <a:solidFill>
                <a:srgbClr val="FF0000"/>
              </a:solidFill>
            </a:endParaRPr>
          </a:p>
        </p:txBody>
      </p:sp>
      <p:sp>
        <p:nvSpPr>
          <p:cNvPr id="3" name="Footer Placeholder 2">
            <a:extLst>
              <a:ext uri="{FF2B5EF4-FFF2-40B4-BE49-F238E27FC236}">
                <a16:creationId xmlns:a16="http://schemas.microsoft.com/office/drawing/2014/main" id="{8D617AF7-67C4-CD23-20F7-B4DEFECFF625}"/>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DFC4212C-FE9B-27E9-0F1B-9FB0B1E4B52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E6C92663-75CB-233F-1CBC-EAF1896C9243}"/>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a:extLst>
              <a:ext uri="{FF2B5EF4-FFF2-40B4-BE49-F238E27FC236}">
                <a16:creationId xmlns:a16="http://schemas.microsoft.com/office/drawing/2014/main" id="{CC77A2FE-606F-B67F-4927-F2C1A968DB60}"/>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a:extLst>
              <a:ext uri="{FF2B5EF4-FFF2-40B4-BE49-F238E27FC236}">
                <a16:creationId xmlns:a16="http://schemas.microsoft.com/office/drawing/2014/main" id="{8D57CD56-6542-A5E6-FDC8-B997A2A4A67F}"/>
              </a:ext>
            </a:extLst>
          </p:cNvPr>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3" name="Content Placeholder 1">
            <a:extLst>
              <a:ext uri="{FF2B5EF4-FFF2-40B4-BE49-F238E27FC236}">
                <a16:creationId xmlns:a16="http://schemas.microsoft.com/office/drawing/2014/main" id="{6D8AF4D0-36A3-26CE-2E57-F151084007FD}"/>
              </a:ext>
            </a:extLst>
          </p:cNvPr>
          <p:cNvSpPr txBox="1">
            <a:spLocks/>
          </p:cNvSpPr>
          <p:nvPr/>
        </p:nvSpPr>
        <p:spPr>
          <a:xfrm>
            <a:off x="332715" y="1219200"/>
            <a:ext cx="8343741"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0" indent="-457200" algn="just"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Traversal of a linked list always starts from the __________ node.</a:t>
            </a:r>
          </a:p>
          <a:p>
            <a:pPr marL="457200" lvl="0" indent="-457200" algn="just"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Insertion at the beginning of a linked list requires updating the __________ pointer.</a:t>
            </a:r>
          </a:p>
          <a:p>
            <a:pPr marL="457200" lvl="0" indent="-457200" algn="just"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Which insertion operation does </a:t>
            </a:r>
            <a:r>
              <a:rPr lang="en-US" altLang="en-US" sz="2400" b="1" dirty="0">
                <a:latin typeface="Times New Roman" panose="02020603050405020304" pitchFamily="18" charset="0"/>
                <a:cs typeface="Times New Roman" panose="02020603050405020304" pitchFamily="18" charset="0"/>
              </a:rPr>
              <a:t>not</a:t>
            </a:r>
            <a:r>
              <a:rPr lang="en-US" altLang="en-US" sz="2400" dirty="0">
                <a:latin typeface="Times New Roman" panose="02020603050405020304" pitchFamily="18" charset="0"/>
                <a:cs typeface="Times New Roman" panose="02020603050405020304" pitchFamily="18" charset="0"/>
              </a:rPr>
              <a:t> require traversal?</a:t>
            </a:r>
          </a:p>
          <a:p>
            <a:pPr marL="457200" lvl="0" indent="-457200" algn="just"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What will be the time complexity of inserting a node at the beginning of a linked list?</a:t>
            </a:r>
          </a:p>
        </p:txBody>
      </p:sp>
    </p:spTree>
    <p:extLst>
      <p:ext uri="{BB962C8B-B14F-4D97-AF65-F5344CB8AC3E}">
        <p14:creationId xmlns:p14="http://schemas.microsoft.com/office/powerpoint/2010/main" val="307832593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8b281b345dbb49d5" cstate="print">
            <a:extLst>
              <a:ext uri="{28A0092B-C50C-407E-A947-70E740481C1C}">
                <a14:useLocalDpi xmlns:a14="http://schemas.microsoft.com/office/drawing/2010/main" val="0"/>
              </a:ext>
            </a:extLst>
          </a:blip>
          <a:stretch>
            <a:fillRect/>
          </a:stretch>
        </p:blipFill>
        <p:spPr>
          <a:xfrm>
            <a:off x="-55453"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4d773986e4444e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36907" y="160338"/>
            <a:ext cx="8995792" cy="646331"/>
          </a:xfrm>
          <a:prstGeom prst="rect">
            <a:avLst/>
          </a:prstGeom>
          <a:noFill/>
        </p:spPr>
        <p:txBody>
          <a:bodyPr wrap="square" rtlCol="0">
            <a:spAutoFit/>
          </a:bodyPr>
          <a:lstStyle/>
          <a:p>
            <a:r>
              <a:rPr lang="en-IN" sz="3600" dirty="0">
                <a:solidFill>
                  <a:srgbClr val="FF0000"/>
                </a:solidFill>
              </a:rPr>
              <a:t>Deleting Elements from a Linked List</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197768" y="1219200"/>
            <a:ext cx="6584032" cy="1687963"/>
          </a:xfrm>
          <a:prstGeom prst="rect">
            <a:avLst/>
          </a:prstGeom>
        </p:spPr>
        <p:txBody>
          <a:bodyPr wrap="square">
            <a:spAutoFit/>
          </a:bodyPr>
          <a:lstStyle/>
          <a:p>
            <a:pPr marL="342900" indent="-342900" algn="just" fontAlgn="base">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first node is deleted.</a:t>
            </a:r>
          </a:p>
          <a:p>
            <a:pPr marL="342900" indent="-342900" algn="just" fontAlgn="base">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last node is deleted.</a:t>
            </a:r>
          </a:p>
          <a:p>
            <a:pPr marL="342900" indent="-342900" algn="just" fontAlgn="base">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node after a given node is deleted</a:t>
            </a:r>
          </a:p>
        </p:txBody>
      </p:sp>
    </p:spTree>
    <p:extLst>
      <p:ext uri="{BB962C8B-B14F-4D97-AF65-F5344CB8AC3E}">
        <p14:creationId xmlns:p14="http://schemas.microsoft.com/office/powerpoint/2010/main" val="209518602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A571-EA22-B280-778D-3552B9792A9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9C67D1-ADD5-4F8C-ED39-04A6AA75C358}"/>
              </a:ext>
            </a:extLst>
          </p:cNvPr>
          <p:cNvPicPr>
            <a:picLocks noGrp="1" noChangeAspect="1"/>
          </p:cNvPicPr>
          <p:nvPr>
            <p:ph idx="1"/>
          </p:nvPr>
        </p:nvPicPr>
        <p:blipFill>
          <a:blip r:embed="R691e14e520ca4e17" cstate="print">
            <a:extLst>
              <a:ext uri="{28A0092B-C50C-407E-A947-70E740481C1C}">
                <a14:useLocalDpi xmlns:a14="http://schemas.microsoft.com/office/drawing/2010/main" val="0"/>
              </a:ext>
            </a:extLst>
          </a:blip>
          <a:stretch>
            <a:fillRect/>
          </a:stretch>
        </p:blipFill>
        <p:spPr>
          <a:xfrm>
            <a:off x="-55453" y="-27384"/>
            <a:ext cx="9180512" cy="6885384"/>
          </a:xfrm>
        </p:spPr>
      </p:pic>
      <p:cxnSp>
        <p:nvCxnSpPr>
          <p:cNvPr id="7" name="Straight Connector 6">
            <a:extLst>
              <a:ext uri="{FF2B5EF4-FFF2-40B4-BE49-F238E27FC236}">
                <a16:creationId xmlns:a16="http://schemas.microsoft.com/office/drawing/2014/main" id="{E5F11939-3C19-74B8-F180-21B275895C8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3E056B-6E84-C1E3-7E16-B96BBE7A92F1}"/>
              </a:ext>
            </a:extLst>
          </p:cNvPr>
          <p:cNvPicPr>
            <a:picLocks noChangeAspect="1"/>
          </p:cNvPicPr>
          <p:nvPr/>
        </p:nvPicPr>
        <p:blipFill>
          <a:blip r:embed="R9a2e472b2c8b432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DCA37B0F-2005-D118-1FAE-8E42424D43DF}"/>
              </a:ext>
            </a:extLst>
          </p:cNvPr>
          <p:cNvSpPr txBox="1"/>
          <p:nvPr/>
        </p:nvSpPr>
        <p:spPr>
          <a:xfrm>
            <a:off x="36907" y="160338"/>
            <a:ext cx="8995792" cy="646331"/>
          </a:xfrm>
          <a:prstGeom prst="rect">
            <a:avLst/>
          </a:prstGeom>
          <a:noFill/>
        </p:spPr>
        <p:txBody>
          <a:bodyPr wrap="square" rtlCol="0">
            <a:spAutoFit/>
          </a:bodyPr>
          <a:lstStyle/>
          <a:p>
            <a:r>
              <a:rPr lang="en-IN" sz="3600" dirty="0">
                <a:solidFill>
                  <a:srgbClr val="FF0000"/>
                </a:solidFill>
              </a:rPr>
              <a:t>Deleting First  Element from a Linked List</a:t>
            </a:r>
            <a:endParaRPr lang="en-US" sz="3600" b="1" dirty="0">
              <a:solidFill>
                <a:srgbClr val="FF0000"/>
              </a:solidFill>
            </a:endParaRPr>
          </a:p>
        </p:txBody>
      </p:sp>
      <p:sp>
        <p:nvSpPr>
          <p:cNvPr id="3" name="Footer Placeholder 2">
            <a:extLst>
              <a:ext uri="{FF2B5EF4-FFF2-40B4-BE49-F238E27FC236}">
                <a16:creationId xmlns:a16="http://schemas.microsoft.com/office/drawing/2014/main" id="{D6A94E05-ED4F-23C8-38F8-8AA2549CB071}"/>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F22180BB-E657-A2E1-0974-1D88364094A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8FD8C13F-9D9A-1954-5F7C-21B04C9E881D}"/>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a:extLst>
              <a:ext uri="{FF2B5EF4-FFF2-40B4-BE49-F238E27FC236}">
                <a16:creationId xmlns:a16="http://schemas.microsoft.com/office/drawing/2014/main" id="{F5C24459-F076-834A-3FB9-B37B6A750929}"/>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a:extLst>
              <a:ext uri="{FF2B5EF4-FFF2-40B4-BE49-F238E27FC236}">
                <a16:creationId xmlns:a16="http://schemas.microsoft.com/office/drawing/2014/main" id="{1251DF9A-CBFE-6E31-18AF-DEC8915D8646}"/>
              </a:ext>
            </a:extLst>
          </p:cNvPr>
          <p:cNvSpPr/>
          <p:nvPr/>
        </p:nvSpPr>
        <p:spPr>
          <a:xfrm>
            <a:off x="197768" y="1219200"/>
            <a:ext cx="8748464" cy="461665"/>
          </a:xfrm>
          <a:prstGeom prst="rect">
            <a:avLst/>
          </a:prstGeom>
        </p:spPr>
        <p:txBody>
          <a:bodyPr wrap="square">
            <a:spAutoFit/>
          </a:bodyPr>
          <a:lstStyle/>
          <a:p>
            <a:r>
              <a:rPr lang="en-US" sz="2400" dirty="0"/>
              <a:t>Deletion from beginning removes the </a:t>
            </a:r>
            <a:r>
              <a:rPr lang="en-US" sz="2400" b="1" dirty="0"/>
              <a:t>first node</a:t>
            </a:r>
            <a:r>
              <a:rPr lang="en-US" sz="2400" dirty="0"/>
              <a:t> of the linked list.</a:t>
            </a:r>
          </a:p>
        </p:txBody>
      </p:sp>
      <p:pic>
        <p:nvPicPr>
          <p:cNvPr id="12" name="Picture 2">
            <a:extLst>
              <a:ext uri="{FF2B5EF4-FFF2-40B4-BE49-F238E27FC236}">
                <a16:creationId xmlns:a16="http://schemas.microsoft.com/office/drawing/2014/main" id="{61B594C1-DE4A-2761-25FD-7976F5E3E53F}"/>
              </a:ext>
            </a:extLst>
          </p:cNvPr>
          <p:cNvPicPr>
            <a:picLocks noChangeAspect="1" noChangeArrowheads="1"/>
          </p:cNvPicPr>
          <p:nvPr/>
        </p:nvPicPr>
        <p:blipFill>
          <a:blip r:embed="R075ab3d546b047b9">
            <a:extLst>
              <a:ext uri="{28A0092B-C50C-407E-A947-70E740481C1C}">
                <a14:useLocalDpi xmlns:a14="http://schemas.microsoft.com/office/drawing/2010/main" val="0"/>
              </a:ext>
            </a:extLst>
          </a:blip>
          <a:srcRect/>
          <a:stretch>
            <a:fillRect/>
          </a:stretch>
        </p:blipFill>
        <p:spPr bwMode="auto">
          <a:xfrm>
            <a:off x="143998" y="1862035"/>
            <a:ext cx="8689459" cy="3587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5412611"/>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2be2abb38eb341b2"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01e66bdfc1e46e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238686"/>
            <a:ext cx="8751017" cy="646331"/>
          </a:xfrm>
          <a:prstGeom prst="rect">
            <a:avLst/>
          </a:prstGeom>
          <a:noFill/>
        </p:spPr>
        <p:txBody>
          <a:bodyPr wrap="square" rtlCol="0">
            <a:spAutoFit/>
          </a:bodyPr>
          <a:lstStyle/>
          <a:p>
            <a:r>
              <a:rPr lang="en-IN" sz="3600" dirty="0">
                <a:solidFill>
                  <a:srgbClr val="FF0000"/>
                </a:solidFill>
              </a:rPr>
              <a:t>Algorithm: Delete From Beginning</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2" name="Content Placeholder 1"/>
          <p:cNvSpPr txBox="1">
            <a:spLocks/>
          </p:cNvSpPr>
          <p:nvPr/>
        </p:nvSpPr>
        <p:spPr>
          <a:xfrm>
            <a:off x="457200" y="1481328"/>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1: </a:t>
            </a:r>
            <a:r>
              <a:rPr lang="en-IN" sz="2400" dirty="0">
                <a:latin typeface="Times New Roman" panose="02020603050405020304" pitchFamily="18" charset="0"/>
                <a:cs typeface="Times New Roman" panose="02020603050405020304" pitchFamily="18" charset="0"/>
              </a:rPr>
              <a:t>IF HEAD = NULL </a:t>
            </a:r>
          </a:p>
          <a:p>
            <a:pPr marL="0" indent="0">
              <a:lnSpc>
                <a:spcPct val="150000"/>
              </a:lnSpc>
              <a:buNone/>
            </a:pPr>
            <a:r>
              <a:rPr lang="en-IN" sz="2400" dirty="0">
                <a:latin typeface="Times New Roman" panose="02020603050405020304" pitchFamily="18" charset="0"/>
                <a:cs typeface="Times New Roman" panose="02020603050405020304" pitchFamily="18" charset="0"/>
              </a:rPr>
              <a:t>Write UNDERFLOW </a:t>
            </a:r>
          </a:p>
          <a:p>
            <a:pPr marL="0" indent="0">
              <a:lnSpc>
                <a:spcPct val="150000"/>
              </a:lnSpc>
              <a:buNone/>
            </a:pPr>
            <a:r>
              <a:rPr lang="en-IN" sz="2400" dirty="0">
                <a:latin typeface="Times New Roman" panose="02020603050405020304" pitchFamily="18" charset="0"/>
                <a:cs typeface="Times New Roman" panose="02020603050405020304" pitchFamily="18" charset="0"/>
              </a:rPr>
              <a:t>Go to Step 5 [END OF IF] </a:t>
            </a:r>
          </a:p>
          <a:p>
            <a:pPr>
              <a:lnSpc>
                <a:spcPct val="150000"/>
              </a:lnSpc>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2: </a:t>
            </a:r>
            <a:r>
              <a:rPr lang="en-IN" sz="2400" dirty="0">
                <a:latin typeface="Times New Roman" panose="02020603050405020304" pitchFamily="18" charset="0"/>
                <a:cs typeface="Times New Roman" panose="02020603050405020304" pitchFamily="18" charset="0"/>
              </a:rPr>
              <a:t>SET PTR = HEAD </a:t>
            </a:r>
          </a:p>
          <a:p>
            <a:pPr>
              <a:lnSpc>
                <a:spcPct val="150000"/>
              </a:lnSpc>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3: </a:t>
            </a:r>
            <a:r>
              <a:rPr lang="en-IN" sz="2400" dirty="0">
                <a:latin typeface="Times New Roman" panose="02020603050405020304" pitchFamily="18" charset="0"/>
                <a:cs typeface="Times New Roman" panose="02020603050405020304" pitchFamily="18" charset="0"/>
              </a:rPr>
              <a:t>SET HEAD = HEAD -&gt; NEXT </a:t>
            </a:r>
          </a:p>
          <a:p>
            <a:pPr>
              <a:lnSpc>
                <a:spcPct val="150000"/>
              </a:lnSpc>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4: </a:t>
            </a:r>
            <a:r>
              <a:rPr lang="en-IN" sz="2400" dirty="0">
                <a:latin typeface="Times New Roman" panose="02020603050405020304" pitchFamily="18" charset="0"/>
                <a:cs typeface="Times New Roman" panose="02020603050405020304" pitchFamily="18" charset="0"/>
              </a:rPr>
              <a:t>FREE PTR</a:t>
            </a:r>
          </a:p>
          <a:p>
            <a:pPr>
              <a:lnSpc>
                <a:spcPct val="150000"/>
              </a:lnSpc>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 Step 5: </a:t>
            </a:r>
            <a:r>
              <a:rPr lang="en-IN" sz="2400" dirty="0">
                <a:latin typeface="Times New Roman" panose="02020603050405020304" pitchFamily="18" charset="0"/>
                <a:cs typeface="Times New Roman" panose="02020603050405020304" pitchFamily="18" charset="0"/>
              </a:rPr>
              <a:t>EXIT</a:t>
            </a:r>
          </a:p>
        </p:txBody>
      </p:sp>
    </p:spTree>
    <p:extLst>
      <p:ext uri="{BB962C8B-B14F-4D97-AF65-F5344CB8AC3E}">
        <p14:creationId xmlns:p14="http://schemas.microsoft.com/office/powerpoint/2010/main" val="225749436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956E-372A-828C-4E4C-3B416001C3B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A178978-2AAB-982C-9671-589AE117CE1C}"/>
              </a:ext>
            </a:extLst>
          </p:cNvPr>
          <p:cNvPicPr>
            <a:picLocks noGrp="1" noChangeAspect="1"/>
          </p:cNvPicPr>
          <p:nvPr>
            <p:ph idx="1"/>
          </p:nvPr>
        </p:nvPicPr>
        <p:blipFill>
          <a:blip r:embed="R1d6a9c4a01db47b0"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E83AE5E-8BAC-20A2-F54D-BB480BD8D94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8480057-2860-DB86-2465-FD3722280BCC}"/>
              </a:ext>
            </a:extLst>
          </p:cNvPr>
          <p:cNvPicPr>
            <a:picLocks noChangeAspect="1"/>
          </p:cNvPicPr>
          <p:nvPr/>
        </p:nvPicPr>
        <p:blipFill>
          <a:blip r:embed="Rbd3cde4e4c0a48b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3B1C109-04EF-AC71-2107-1C867F4C4F3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329D71-F4A1-4810-62AF-F9405E8CF0FC}"/>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IN" sz="3600" dirty="0">
                <a:solidFill>
                  <a:srgbClr val="FF0000"/>
                </a:solidFill>
              </a:rPr>
              <a:t>Deletion from Beginning Code</a:t>
            </a:r>
            <a:endParaRPr lang="en-US" sz="3600" dirty="0">
              <a:solidFill>
                <a:srgbClr val="FF0000"/>
              </a:solidFill>
            </a:endParaRPr>
          </a:p>
        </p:txBody>
      </p:sp>
      <p:sp>
        <p:nvSpPr>
          <p:cNvPr id="3" name="Footer Placeholder 2">
            <a:extLst>
              <a:ext uri="{FF2B5EF4-FFF2-40B4-BE49-F238E27FC236}">
                <a16:creationId xmlns:a16="http://schemas.microsoft.com/office/drawing/2014/main" id="{253913E7-27C7-E97C-EA97-367A7CA2F987}"/>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D2423A50-9349-A281-BDBB-14CF031CC268}"/>
              </a:ext>
            </a:extLst>
          </p:cNvPr>
          <p:cNvGraphicFramePr>
            <a:graphicFrameLocks noGrp="1"/>
          </p:cNvGraphicFramePr>
          <p:nvPr>
            <p:extLst>
              <p:ext uri="{D42A27DB-BD31-4B8C-83A1-F6EECF244321}">
                <p14:modId xmlns:p14="http://schemas.microsoft.com/office/powerpoint/2010/main" val="2425408953"/>
              </p:ext>
            </p:extLst>
          </p:nvPr>
        </p:nvGraphicFramePr>
        <p:xfrm>
          <a:off x="2107256" y="2122153"/>
          <a:ext cx="4680520" cy="2359280"/>
        </p:xfrm>
        <a:graphic>
          <a:graphicData uri="http://schemas.openxmlformats.org/drawingml/2006/table">
            <a:tbl>
              <a:tblPr firstRow="1" bandRow="1">
                <a:tableStyleId>{5C22544A-7EE6-4342-B048-85BDC9FD1C3A}</a:tableStyleId>
              </a:tblPr>
              <a:tblGrid>
                <a:gridCol w="4680520">
                  <a:extLst>
                    <a:ext uri="{9D8B030D-6E8A-4147-A177-3AD203B41FA5}">
                      <a16:colId xmlns:a16="http://schemas.microsoft.com/office/drawing/2014/main" val="2217686037"/>
                    </a:ext>
                  </a:extLst>
                </a:gridCol>
              </a:tblGrid>
              <a:tr h="269678">
                <a:tc>
                  <a:txBody>
                    <a:bodyPr/>
                    <a:lstStyle/>
                    <a:p>
                      <a:pPr marL="0" marR="0" lvl="0" indent="0" algn="l" defTabSz="914400" rtl="0" eaLnBrk="1" fontAlgn="auto" latinLnBrk="0" hangingPunct="1">
                        <a:lnSpc>
                          <a:spcPct val="150000"/>
                        </a:lnSpc>
                        <a:spcBef>
                          <a:spcPts val="60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Deletion from Beginning </a:t>
                      </a:r>
                      <a:r>
                        <a:rPr lang="en-IN" sz="2000" b="1" dirty="0">
                          <a:latin typeface="Times New Roman" panose="02020603050405020304" pitchFamily="18" charset="0"/>
                          <a:cs typeface="Times New Roman" panose="02020603050405020304" pitchFamily="18" charset="0"/>
                        </a:rPr>
                        <a:t>– Python Code</a:t>
                      </a:r>
                    </a:p>
                  </a:txBody>
                  <a:tcPr/>
                </a:tc>
                <a:extLst>
                  <a:ext uri="{0D108BD9-81ED-4DB2-BD59-A6C34878D82A}">
                    <a16:rowId xmlns:a16="http://schemas.microsoft.com/office/drawing/2014/main" val="2314244575"/>
                  </a:ext>
                </a:extLst>
              </a:tr>
              <a:tr h="223361">
                <a:tc>
                  <a:txBody>
                    <a:bodyPr/>
                    <a:lstStyle/>
                    <a:p>
                      <a:pPr>
                        <a:lnSpc>
                          <a:spcPct val="150000"/>
                        </a:lnSpc>
                      </a:pPr>
                      <a:r>
                        <a:rPr lang="en-IN" sz="2000" dirty="0">
                          <a:latin typeface="Times New Roman" panose="02020603050405020304" pitchFamily="18" charset="0"/>
                          <a:cs typeface="Times New Roman" panose="02020603050405020304" pitchFamily="18" charset="0"/>
                        </a:rPr>
                        <a:t>def </a:t>
                      </a:r>
                      <a:r>
                        <a:rPr lang="en-IN" sz="2000" dirty="0" err="1">
                          <a:latin typeface="Times New Roman" panose="02020603050405020304" pitchFamily="18" charset="0"/>
                          <a:cs typeface="Times New Roman" panose="02020603050405020304" pitchFamily="18" charset="0"/>
                        </a:rPr>
                        <a:t>delete_begin</a:t>
                      </a:r>
                      <a:r>
                        <a:rPr lang="en-IN" sz="2000" dirty="0">
                          <a:latin typeface="Times New Roman" panose="02020603050405020304" pitchFamily="18" charset="0"/>
                          <a:cs typeface="Times New Roman" panose="02020603050405020304" pitchFamily="18" charset="0"/>
                        </a:rPr>
                        <a:t>(head):</a:t>
                      </a:r>
                    </a:p>
                    <a:p>
                      <a:pPr>
                        <a:lnSpc>
                          <a:spcPct val="150000"/>
                        </a:lnSpc>
                      </a:pPr>
                      <a:r>
                        <a:rPr lang="en-IN" sz="2000" dirty="0">
                          <a:latin typeface="Times New Roman" panose="02020603050405020304" pitchFamily="18" charset="0"/>
                          <a:cs typeface="Times New Roman" panose="02020603050405020304" pitchFamily="18" charset="0"/>
                        </a:rPr>
                        <a:t>    if head is None:</a:t>
                      </a:r>
                    </a:p>
                    <a:p>
                      <a:pPr>
                        <a:lnSpc>
                          <a:spcPct val="150000"/>
                        </a:lnSpc>
                      </a:pPr>
                      <a:r>
                        <a:rPr lang="en-IN" sz="2000" dirty="0">
                          <a:latin typeface="Times New Roman" panose="02020603050405020304" pitchFamily="18" charset="0"/>
                          <a:cs typeface="Times New Roman" panose="02020603050405020304" pitchFamily="18" charset="0"/>
                        </a:rPr>
                        <a:t>        return None</a:t>
                      </a:r>
                    </a:p>
                    <a:p>
                      <a:pPr>
                        <a:lnSpc>
                          <a:spcPct val="150000"/>
                        </a:lnSpc>
                      </a:pPr>
                      <a:r>
                        <a:rPr lang="en-IN" sz="2000" dirty="0">
                          <a:latin typeface="Times New Roman" panose="02020603050405020304" pitchFamily="18" charset="0"/>
                          <a:cs typeface="Times New Roman" panose="02020603050405020304" pitchFamily="18" charset="0"/>
                        </a:rPr>
                        <a:t>    return </a:t>
                      </a:r>
                      <a:r>
                        <a:rPr lang="en-IN" sz="2000" dirty="0" err="1">
                          <a:latin typeface="Times New Roman" panose="02020603050405020304" pitchFamily="18" charset="0"/>
                          <a:cs typeface="Times New Roman" panose="02020603050405020304" pitchFamily="18" charset="0"/>
                        </a:rPr>
                        <a:t>head.next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7166081"/>
                  </a:ext>
                </a:extLst>
              </a:tr>
            </a:tbl>
          </a:graphicData>
        </a:graphic>
      </p:graphicFrame>
    </p:spTree>
    <p:extLst>
      <p:ext uri="{BB962C8B-B14F-4D97-AF65-F5344CB8AC3E}">
        <p14:creationId xmlns:p14="http://schemas.microsoft.com/office/powerpoint/2010/main" val="390338887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74361fff5b44753" cstate="print">
            <a:extLst>
              <a:ext uri="{28A0092B-C50C-407E-A947-70E740481C1C}">
                <a14:useLocalDpi xmlns:a14="http://schemas.microsoft.com/office/drawing/2010/main" val="0"/>
              </a:ext>
            </a:extLst>
          </a:blip>
          <a:stretch>
            <a:fillRect/>
          </a:stretch>
        </p:blipFill>
        <p:spPr>
          <a:xfrm>
            <a:off x="-55453"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fa0fb8c2d4594ea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36907" y="160338"/>
            <a:ext cx="8995792" cy="646331"/>
          </a:xfrm>
          <a:prstGeom prst="rect">
            <a:avLst/>
          </a:prstGeom>
          <a:noFill/>
        </p:spPr>
        <p:txBody>
          <a:bodyPr wrap="square" rtlCol="0">
            <a:spAutoFit/>
          </a:bodyPr>
          <a:lstStyle/>
          <a:p>
            <a:r>
              <a:rPr lang="en-IN" sz="3600" dirty="0">
                <a:solidFill>
                  <a:srgbClr val="FF0000"/>
                </a:solidFill>
              </a:rPr>
              <a:t>Deletion from End of a Linked list</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2"/>
          <p:cNvPicPr>
            <a:picLocks noChangeAspect="1" noChangeArrowheads="1"/>
          </p:cNvPicPr>
          <p:nvPr/>
        </p:nvPicPr>
        <p:blipFill>
          <a:blip r:embed="R0213f216bd834b02">
            <a:extLst>
              <a:ext uri="{28A0092B-C50C-407E-A947-70E740481C1C}">
                <a14:useLocalDpi xmlns:a14="http://schemas.microsoft.com/office/drawing/2010/main" val="0"/>
              </a:ext>
            </a:extLst>
          </a:blip>
          <a:srcRect/>
          <a:stretch>
            <a:fillRect/>
          </a:stretch>
        </p:blipFill>
        <p:spPr bwMode="auto">
          <a:xfrm>
            <a:off x="307975" y="1757272"/>
            <a:ext cx="8241520" cy="41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CC044DD3-7E59-D531-89FA-3AD59DD140C0}"/>
              </a:ext>
            </a:extLst>
          </p:cNvPr>
          <p:cNvSpPr txBox="1"/>
          <p:nvPr/>
        </p:nvSpPr>
        <p:spPr>
          <a:xfrm>
            <a:off x="157884" y="1178528"/>
            <a:ext cx="8374556" cy="461665"/>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Deletion from end removes the </a:t>
            </a:r>
            <a:r>
              <a:rPr lang="en-US" sz="2400" b="1" dirty="0">
                <a:latin typeface="Times New Roman" panose="02020603050405020304" pitchFamily="18" charset="0"/>
                <a:cs typeface="Times New Roman" panose="02020603050405020304" pitchFamily="18" charset="0"/>
              </a:rPr>
              <a:t>last node</a:t>
            </a:r>
            <a:r>
              <a:rPr lang="en-US" sz="2400" dirty="0">
                <a:latin typeface="Times New Roman" panose="02020603050405020304" pitchFamily="18" charset="0"/>
                <a:cs typeface="Times New Roman" panose="02020603050405020304" pitchFamily="18" charset="0"/>
              </a:rPr>
              <a:t> of the linked list.</a:t>
            </a:r>
          </a:p>
        </p:txBody>
      </p:sp>
    </p:spTree>
    <p:extLst>
      <p:ext uri="{BB962C8B-B14F-4D97-AF65-F5344CB8AC3E}">
        <p14:creationId xmlns:p14="http://schemas.microsoft.com/office/powerpoint/2010/main" val="311488633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ef9c0df282f4f99"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9bbd633ebde48c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85008" y="287727"/>
            <a:ext cx="8751017" cy="646331"/>
          </a:xfrm>
          <a:prstGeom prst="rect">
            <a:avLst/>
          </a:prstGeom>
          <a:noFill/>
        </p:spPr>
        <p:txBody>
          <a:bodyPr wrap="square" rtlCol="0">
            <a:spAutoFit/>
          </a:bodyPr>
          <a:lstStyle/>
          <a:p>
            <a:r>
              <a:rPr lang="en-IN" sz="3600" dirty="0">
                <a:solidFill>
                  <a:srgbClr val="FF0000"/>
                </a:solidFill>
              </a:rPr>
              <a:t>Algorithm: Delete From End</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3" name="Content Placeholder 1"/>
          <p:cNvSpPr txBox="1">
            <a:spLocks/>
          </p:cNvSpPr>
          <p:nvPr/>
        </p:nvSpPr>
        <p:spPr>
          <a:xfrm>
            <a:off x="307975" y="1307392"/>
            <a:ext cx="8229600" cy="47559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1: </a:t>
            </a:r>
            <a:r>
              <a:rPr lang="en-IN" sz="2400" dirty="0">
                <a:latin typeface="Times New Roman" panose="02020603050405020304" pitchFamily="18" charset="0"/>
                <a:cs typeface="Times New Roman" panose="02020603050405020304" pitchFamily="18" charset="0"/>
              </a:rPr>
              <a:t>IF HEAD = NULL Write UNDERFLOW Go to Step 8 [END OF IF]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2: </a:t>
            </a:r>
            <a:r>
              <a:rPr lang="en-IN" sz="2400" dirty="0">
                <a:latin typeface="Times New Roman" panose="02020603050405020304" pitchFamily="18" charset="0"/>
                <a:cs typeface="Times New Roman" panose="02020603050405020304" pitchFamily="18" charset="0"/>
              </a:rPr>
              <a:t>SET PTR = HEAD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3: </a:t>
            </a:r>
            <a:r>
              <a:rPr lang="en-IN" sz="2400" dirty="0">
                <a:latin typeface="Times New Roman" panose="02020603050405020304" pitchFamily="18" charset="0"/>
                <a:cs typeface="Times New Roman" panose="02020603050405020304" pitchFamily="18" charset="0"/>
              </a:rPr>
              <a:t>Repeat Steps 4 and 5 while PTR -&gt; NEXT != NULL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4: </a:t>
            </a:r>
            <a:r>
              <a:rPr lang="en-IN" sz="2400" dirty="0">
                <a:latin typeface="Times New Roman" panose="02020603050405020304" pitchFamily="18" charset="0"/>
                <a:cs typeface="Times New Roman" panose="02020603050405020304" pitchFamily="18" charset="0"/>
              </a:rPr>
              <a:t>SET PREPTR = PTR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5:</a:t>
            </a:r>
            <a:r>
              <a:rPr lang="en-IN" sz="2400" dirty="0">
                <a:latin typeface="Times New Roman" panose="02020603050405020304" pitchFamily="18" charset="0"/>
                <a:cs typeface="Times New Roman" panose="02020603050405020304" pitchFamily="18" charset="0"/>
              </a:rPr>
              <a:t> SET PTR = PTR -&gt; NEXT [END OF LOOP]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6: </a:t>
            </a:r>
            <a:r>
              <a:rPr lang="en-IN" sz="2400" dirty="0">
                <a:latin typeface="Times New Roman" panose="02020603050405020304" pitchFamily="18" charset="0"/>
                <a:cs typeface="Times New Roman" panose="02020603050405020304" pitchFamily="18" charset="0"/>
              </a:rPr>
              <a:t>SET PREPTR -&gt; NEXT = NULL </a:t>
            </a:r>
          </a:p>
          <a:p>
            <a:pPr>
              <a:spcBef>
                <a:spcPts val="1200"/>
              </a:spcBef>
              <a:buFont typeface="Wingdings" pitchFamily="2" charset="2"/>
              <a:buChar char="Ø"/>
            </a:pPr>
            <a:r>
              <a:rPr lang="en-IN" sz="2400" dirty="0">
                <a:solidFill>
                  <a:srgbClr val="FF0000"/>
                </a:solidFill>
                <a:latin typeface="Times New Roman" panose="02020603050405020304" pitchFamily="18" charset="0"/>
                <a:cs typeface="Times New Roman" panose="02020603050405020304" pitchFamily="18" charset="0"/>
              </a:rPr>
              <a:t>Step 7: </a:t>
            </a:r>
            <a:r>
              <a:rPr lang="en-IN" sz="2400" dirty="0">
                <a:latin typeface="Times New Roman" panose="02020603050405020304" pitchFamily="18" charset="0"/>
                <a:cs typeface="Times New Roman" panose="02020603050405020304" pitchFamily="18" charset="0"/>
              </a:rPr>
              <a:t>FREE PTR</a:t>
            </a:r>
          </a:p>
          <a:p>
            <a:pPr>
              <a:spcBef>
                <a:spcPts val="1200"/>
              </a:spcBef>
              <a:buFont typeface="Wingdings" pitchFamily="2" charset="2"/>
              <a:buChar char="Ø"/>
            </a:pP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Step 8: </a:t>
            </a:r>
            <a:r>
              <a:rPr lang="en-IN" sz="2400" dirty="0">
                <a:latin typeface="Times New Roman" panose="02020603050405020304" pitchFamily="18" charset="0"/>
                <a:cs typeface="Times New Roman" panose="02020603050405020304" pitchFamily="18" charset="0"/>
              </a:rPr>
              <a:t>EXIT</a:t>
            </a:r>
          </a:p>
        </p:txBody>
      </p:sp>
    </p:spTree>
    <p:extLst>
      <p:ext uri="{BB962C8B-B14F-4D97-AF65-F5344CB8AC3E}">
        <p14:creationId xmlns:p14="http://schemas.microsoft.com/office/powerpoint/2010/main" val="50309951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2F9F1-E767-EE01-BE4C-A8CF8C1A6D5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0C393B-8BD7-34AE-C80F-F1E7CBCEC705}"/>
              </a:ext>
            </a:extLst>
          </p:cNvPr>
          <p:cNvPicPr>
            <a:picLocks noGrp="1" noChangeAspect="1"/>
          </p:cNvPicPr>
          <p:nvPr>
            <p:ph idx="1"/>
          </p:nvPr>
        </p:nvPicPr>
        <p:blipFill>
          <a:blip r:embed="R35a4d1dd9e794ce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33F9334-96D9-8F1E-40FB-E5458B46257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85FCC9E-BF40-16A6-124F-D5437E08AE61}"/>
              </a:ext>
            </a:extLst>
          </p:cNvPr>
          <p:cNvPicPr>
            <a:picLocks noChangeAspect="1"/>
          </p:cNvPicPr>
          <p:nvPr/>
        </p:nvPicPr>
        <p:blipFill>
          <a:blip r:embed="Rb7976cb8bc6a4ec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3774388-A546-0EE9-CC66-30F52B9846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B97F7EA-0FC4-4F5C-DEEB-314F5964B8AB}"/>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IN" sz="3600" dirty="0">
                <a:solidFill>
                  <a:srgbClr val="FF0000"/>
                </a:solidFill>
              </a:rPr>
              <a:t>Deletion from End Code</a:t>
            </a:r>
            <a:endParaRPr lang="en-US" sz="3600" dirty="0">
              <a:solidFill>
                <a:srgbClr val="FF0000"/>
              </a:solidFill>
            </a:endParaRPr>
          </a:p>
        </p:txBody>
      </p:sp>
      <p:sp>
        <p:nvSpPr>
          <p:cNvPr id="3" name="Footer Placeholder 2">
            <a:extLst>
              <a:ext uri="{FF2B5EF4-FFF2-40B4-BE49-F238E27FC236}">
                <a16:creationId xmlns:a16="http://schemas.microsoft.com/office/drawing/2014/main" id="{3EACF3F0-5F2A-43A0-F002-E0ECD81A733E}"/>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A2CEE9B4-6CFA-F1E4-6D1B-4425C7AC1CCF}"/>
              </a:ext>
            </a:extLst>
          </p:cNvPr>
          <p:cNvGraphicFramePr>
            <a:graphicFrameLocks noGrp="1"/>
          </p:cNvGraphicFramePr>
          <p:nvPr>
            <p:extLst>
              <p:ext uri="{D42A27DB-BD31-4B8C-83A1-F6EECF244321}">
                <p14:modId xmlns:p14="http://schemas.microsoft.com/office/powerpoint/2010/main" val="2032228749"/>
              </p:ext>
            </p:extLst>
          </p:nvPr>
        </p:nvGraphicFramePr>
        <p:xfrm>
          <a:off x="2107256" y="1753817"/>
          <a:ext cx="4680520" cy="3916680"/>
        </p:xfrm>
        <a:graphic>
          <a:graphicData uri="http://schemas.openxmlformats.org/drawingml/2006/table">
            <a:tbl>
              <a:tblPr firstRow="1" bandRow="1">
                <a:tableStyleId>{5C22544A-7EE6-4342-B048-85BDC9FD1C3A}</a:tableStyleId>
              </a:tblPr>
              <a:tblGrid>
                <a:gridCol w="4680520">
                  <a:extLst>
                    <a:ext uri="{9D8B030D-6E8A-4147-A177-3AD203B41FA5}">
                      <a16:colId xmlns:a16="http://schemas.microsoft.com/office/drawing/2014/main" val="2217686037"/>
                    </a:ext>
                  </a:extLst>
                </a:gridCol>
              </a:tblGrid>
              <a:tr h="269678">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Deletion from End </a:t>
                      </a:r>
                      <a:r>
                        <a:rPr lang="en-IN" sz="2000" b="1" dirty="0">
                          <a:latin typeface="Times New Roman" panose="02020603050405020304" pitchFamily="18" charset="0"/>
                          <a:cs typeface="Times New Roman" panose="02020603050405020304" pitchFamily="18" charset="0"/>
                        </a:rPr>
                        <a:t>– Python Code</a:t>
                      </a:r>
                    </a:p>
                  </a:txBody>
                  <a:tcPr/>
                </a:tc>
                <a:extLst>
                  <a:ext uri="{0D108BD9-81ED-4DB2-BD59-A6C34878D82A}">
                    <a16:rowId xmlns:a16="http://schemas.microsoft.com/office/drawing/2014/main" val="2314244575"/>
                  </a:ext>
                </a:extLst>
              </a:tr>
              <a:tr h="223361">
                <a:tc>
                  <a:txBody>
                    <a:bodyPr/>
                    <a:lstStyle/>
                    <a:p>
                      <a:pPr rtl="0">
                        <a:buNone/>
                      </a:pPr>
                      <a:r>
                        <a:rPr lang="en-IN" sz="2000" dirty="0">
                          <a:latin typeface="Times New Roman" panose="02020603050405020304" pitchFamily="18" charset="0"/>
                          <a:cs typeface="Times New Roman" panose="02020603050405020304" pitchFamily="18" charset="0"/>
                        </a:rPr>
                        <a:t>def </a:t>
                      </a:r>
                      <a:r>
                        <a:rPr lang="en-IN" sz="2000" dirty="0" err="1">
                          <a:latin typeface="Times New Roman" panose="02020603050405020304" pitchFamily="18" charset="0"/>
                          <a:cs typeface="Times New Roman" panose="02020603050405020304" pitchFamily="18" charset="0"/>
                        </a:rPr>
                        <a:t>delete_end</a:t>
                      </a:r>
                      <a:r>
                        <a:rPr lang="en-IN" sz="2000" dirty="0">
                          <a:latin typeface="Times New Roman" panose="02020603050405020304" pitchFamily="18" charset="0"/>
                          <a:cs typeface="Times New Roman" panose="02020603050405020304" pitchFamily="18" charset="0"/>
                        </a:rPr>
                        <a:t>(head):</a:t>
                      </a:r>
                    </a:p>
                    <a:p>
                      <a:pPr rtl="0">
                        <a:buNone/>
                      </a:pPr>
                      <a:r>
                        <a:rPr lang="en-IN" sz="2000" dirty="0">
                          <a:latin typeface="Times New Roman" panose="02020603050405020304" pitchFamily="18" charset="0"/>
                          <a:cs typeface="Times New Roman" panose="02020603050405020304" pitchFamily="18" charset="0"/>
                        </a:rPr>
                        <a:t>    if head is None or </a:t>
                      </a:r>
                      <a:r>
                        <a:rPr lang="en-IN" sz="2000" dirty="0" err="1">
                          <a:latin typeface="Times New Roman" panose="02020603050405020304" pitchFamily="18" charset="0"/>
                          <a:cs typeface="Times New Roman" panose="02020603050405020304" pitchFamily="18" charset="0"/>
                        </a:rPr>
                        <a:t>head.next</a:t>
                      </a:r>
                      <a:r>
                        <a:rPr lang="en-IN" sz="2000" dirty="0">
                          <a:latin typeface="Times New Roman" panose="02020603050405020304" pitchFamily="18" charset="0"/>
                          <a:cs typeface="Times New Roman" panose="02020603050405020304" pitchFamily="18" charset="0"/>
                        </a:rPr>
                        <a:t> is None:</a:t>
                      </a:r>
                    </a:p>
                    <a:p>
                      <a:pPr rtl="0">
                        <a:buNone/>
                      </a:pPr>
                      <a:r>
                        <a:rPr lang="en-IN" sz="2000" dirty="0">
                          <a:latin typeface="Times New Roman" panose="02020603050405020304" pitchFamily="18" charset="0"/>
                          <a:cs typeface="Times New Roman" panose="02020603050405020304" pitchFamily="18" charset="0"/>
                        </a:rPr>
                        <a:t>        return None</a:t>
                      </a:r>
                    </a:p>
                    <a:p>
                      <a:pPr rtl="0">
                        <a:buNone/>
                      </a:pP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    temp = head</a:t>
                      </a:r>
                    </a:p>
                    <a:p>
                      <a:pPr rtl="0">
                        <a:buNone/>
                      </a:pPr>
                      <a:r>
                        <a:rPr lang="en-IN" sz="2000" dirty="0">
                          <a:latin typeface="Times New Roman" panose="02020603050405020304" pitchFamily="18" charset="0"/>
                          <a:cs typeface="Times New Roman" panose="02020603050405020304" pitchFamily="18" charset="0"/>
                        </a:rPr>
                        <a:t>    while </a:t>
                      </a:r>
                      <a:r>
                        <a:rPr lang="en-IN" sz="2000" dirty="0" err="1">
                          <a:latin typeface="Times New Roman" panose="02020603050405020304" pitchFamily="18" charset="0"/>
                          <a:cs typeface="Times New Roman" panose="02020603050405020304" pitchFamily="18" charset="0"/>
                        </a:rPr>
                        <a:t>temp.next.next</a:t>
                      </a:r>
                      <a:r>
                        <a:rPr lang="en-IN" sz="2000" dirty="0">
                          <a:latin typeface="Times New Roman" panose="02020603050405020304" pitchFamily="18" charset="0"/>
                          <a:cs typeface="Times New Roman" panose="02020603050405020304" pitchFamily="18" charset="0"/>
                        </a:rPr>
                        <a:t>:</a:t>
                      </a:r>
                    </a:p>
                    <a:p>
                      <a:pPr rtl="0">
                        <a:buNone/>
                      </a:pPr>
                      <a:r>
                        <a:rPr lang="en-IN" sz="2000" dirty="0">
                          <a:latin typeface="Times New Roman" panose="02020603050405020304" pitchFamily="18" charset="0"/>
                          <a:cs typeface="Times New Roman" panose="02020603050405020304" pitchFamily="18" charset="0"/>
                        </a:rPr>
                        <a:t>        temp = </a:t>
                      </a:r>
                      <a:r>
                        <a:rPr lang="en-IN" sz="2000" dirty="0" err="1">
                          <a:latin typeface="Times New Roman" panose="02020603050405020304" pitchFamily="18" charset="0"/>
                          <a:cs typeface="Times New Roman" panose="02020603050405020304" pitchFamily="18" charset="0"/>
                        </a:rPr>
                        <a:t>temp.next</a:t>
                      </a:r>
                      <a:endParaRPr lang="en-IN" sz="2000" dirty="0">
                        <a:latin typeface="Times New Roman" panose="02020603050405020304" pitchFamily="18" charset="0"/>
                        <a:cs typeface="Times New Roman" panose="02020603050405020304" pitchFamily="18" charset="0"/>
                      </a:endParaRPr>
                    </a:p>
                    <a:p>
                      <a:pPr rtl="0">
                        <a:buNone/>
                      </a:pP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temp.next</a:t>
                      </a:r>
                      <a:r>
                        <a:rPr lang="en-IN" sz="2000" dirty="0">
                          <a:latin typeface="Times New Roman" panose="02020603050405020304" pitchFamily="18" charset="0"/>
                          <a:cs typeface="Times New Roman" panose="02020603050405020304" pitchFamily="18" charset="0"/>
                        </a:rPr>
                        <a:t> = None</a:t>
                      </a:r>
                    </a:p>
                    <a:p>
                      <a:pPr rtl="0">
                        <a:buNone/>
                      </a:pPr>
                      <a:r>
                        <a:rPr lang="en-IN" sz="2000" dirty="0">
                          <a:latin typeface="Times New Roman" panose="02020603050405020304" pitchFamily="18" charset="0"/>
                          <a:cs typeface="Times New Roman" panose="02020603050405020304" pitchFamily="18" charset="0"/>
                        </a:rPr>
                        <a:t>    return head</a:t>
                      </a:r>
                    </a:p>
                    <a:p>
                      <a:pPr>
                        <a:spcBef>
                          <a:spcPts val="600"/>
                        </a:spcBef>
                      </a:pP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7166081"/>
                  </a:ext>
                </a:extLst>
              </a:tr>
            </a:tbl>
          </a:graphicData>
        </a:graphic>
      </p:graphicFrame>
    </p:spTree>
    <p:extLst>
      <p:ext uri="{BB962C8B-B14F-4D97-AF65-F5344CB8AC3E}">
        <p14:creationId xmlns:p14="http://schemas.microsoft.com/office/powerpoint/2010/main" val="48773001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2a1ab713f4c43d3" cstate="print">
            <a:extLst>
              <a:ext uri="{28A0092B-C50C-407E-A947-70E740481C1C}">
                <a14:useLocalDpi xmlns:a14="http://schemas.microsoft.com/office/drawing/2010/main" val="0"/>
              </a:ext>
            </a:extLst>
          </a:blip>
          <a:stretch>
            <a:fillRect/>
          </a:stretch>
        </p:blipFill>
        <p:spPr>
          <a:xfrm>
            <a:off x="-1306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5bee60af1bc4e6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36907" y="160338"/>
            <a:ext cx="9143606" cy="646331"/>
          </a:xfrm>
          <a:prstGeom prst="rect">
            <a:avLst/>
          </a:prstGeom>
          <a:noFill/>
        </p:spPr>
        <p:txBody>
          <a:bodyPr wrap="square" rtlCol="0">
            <a:spAutoFit/>
          </a:bodyPr>
          <a:lstStyle/>
          <a:p>
            <a:r>
              <a:rPr lang="en-IN" sz="3600" dirty="0">
                <a:solidFill>
                  <a:srgbClr val="FF0000"/>
                </a:solidFill>
              </a:rPr>
              <a:t>Delete the Node after a given Node</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2"/>
          <p:cNvPicPr>
            <a:picLocks noChangeAspect="1" noChangeArrowheads="1"/>
          </p:cNvPicPr>
          <p:nvPr/>
        </p:nvPicPr>
        <p:blipFill>
          <a:blip r:embed="Rcd6c1b713fbf48bc">
            <a:extLst>
              <a:ext uri="{28A0092B-C50C-407E-A947-70E740481C1C}">
                <a14:useLocalDpi xmlns:a14="http://schemas.microsoft.com/office/drawing/2010/main" val="0"/>
              </a:ext>
            </a:extLst>
          </a:blip>
          <a:srcRect/>
          <a:stretch>
            <a:fillRect/>
          </a:stretch>
        </p:blipFill>
        <p:spPr bwMode="auto">
          <a:xfrm>
            <a:off x="436929" y="1219200"/>
            <a:ext cx="835342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281996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1dab78d0aa34418c"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eb2f4f13553457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85008" y="266738"/>
            <a:ext cx="8751017" cy="646331"/>
          </a:xfrm>
          <a:prstGeom prst="rect">
            <a:avLst/>
          </a:prstGeom>
          <a:noFill/>
        </p:spPr>
        <p:txBody>
          <a:bodyPr wrap="square" rtlCol="0">
            <a:spAutoFit/>
          </a:bodyPr>
          <a:lstStyle/>
          <a:p>
            <a:r>
              <a:rPr lang="en-IN" sz="3600" dirty="0">
                <a:solidFill>
                  <a:srgbClr val="FF0000"/>
                </a:solidFill>
              </a:rPr>
              <a:t>Algorithm: Delete After A Node</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2" name="Content Placeholder 1"/>
          <p:cNvSpPr txBox="1">
            <a:spLocks/>
          </p:cNvSpPr>
          <p:nvPr/>
        </p:nvSpPr>
        <p:spPr>
          <a:xfrm>
            <a:off x="307975" y="1143000"/>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1: IF HEAD = NULL Write UNDERFLOW Go to Step 10 [END OF IF]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2: SET PTR = HEAD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3: SET PREPTR = PTR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4: Repeat Steps 5 and 6 while PREPTR -&gt; DATA != NUM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5: SET PREPTR = PTR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6: SET PTR = PTR -&gt; NEXT [END OF LOOP]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7: SET TEMP = PTR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8: SET PREPTR -&gt; NEXT = PTR -&gt; NEXT</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 Step 9: FREE TEMP </a:t>
            </a:r>
          </a:p>
          <a:p>
            <a:pPr>
              <a:spcBef>
                <a:spcPts val="600"/>
              </a:spcBef>
              <a:spcAft>
                <a:spcPts val="600"/>
              </a:spcAft>
              <a:buFont typeface="Wingdings" pitchFamily="2" charset="2"/>
              <a:buChar char="Ø"/>
            </a:pPr>
            <a:r>
              <a:rPr lang="en-IN" sz="2200" dirty="0">
                <a:latin typeface="Times New Roman" panose="02020603050405020304" pitchFamily="18" charset="0"/>
                <a:cs typeface="Times New Roman" panose="02020603050405020304" pitchFamily="18" charset="0"/>
              </a:rPr>
              <a:t>Step 10 : EXIT</a:t>
            </a:r>
          </a:p>
        </p:txBody>
      </p:sp>
    </p:spTree>
    <p:extLst>
      <p:ext uri="{BB962C8B-B14F-4D97-AF65-F5344CB8AC3E}">
        <p14:creationId xmlns:p14="http://schemas.microsoft.com/office/powerpoint/2010/main" val="223094092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0bae459475f4da0"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b1c0dda4b739453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348891" y="263588"/>
            <a:ext cx="8751017" cy="646331"/>
          </a:xfrm>
          <a:prstGeom prst="rect">
            <a:avLst/>
          </a:prstGeom>
          <a:noFill/>
        </p:spPr>
        <p:txBody>
          <a:bodyPr wrap="square" rtlCol="0">
            <a:spAutoFit/>
          </a:bodyPr>
          <a:lstStyle/>
          <a:p>
            <a:r>
              <a:rPr lang="en-IN" sz="3600" dirty="0">
                <a:solidFill>
                  <a:srgbClr val="FF0000"/>
                </a:solidFill>
              </a:rPr>
              <a:t>Code</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2" name="Content Placeholder 1"/>
          <p:cNvSpPr txBox="1">
            <a:spLocks/>
          </p:cNvSpPr>
          <p:nvPr/>
        </p:nvSpPr>
        <p:spPr>
          <a:xfrm>
            <a:off x="307975" y="1284339"/>
            <a:ext cx="6709792"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2000" dirty="0">
                <a:latin typeface="Times New Roman" panose="02020603050405020304" pitchFamily="18" charset="0"/>
                <a:cs typeface="Times New Roman" panose="02020603050405020304" pitchFamily="18" charset="0"/>
              </a:rPr>
              <a:t> void del(node *</a:t>
            </a:r>
            <a:r>
              <a:rPr lang="en-US" sz="2000" dirty="0" err="1">
                <a:latin typeface="Times New Roman" panose="02020603050405020304" pitchFamily="18" charset="0"/>
                <a:cs typeface="Times New Roman" panose="02020603050405020304" pitchFamily="18" charset="0"/>
              </a:rPr>
              <a:t>before_del</a:t>
            </a:r>
            <a:r>
              <a:rPr lang="en-US" sz="2000" dirty="0">
                <a:latin typeface="Times New Roman" panose="02020603050405020304" pitchFamily="18" charset="0"/>
                <a:cs typeface="Times New Roman" panose="02020603050405020304" pitchFamily="18" charset="0"/>
              </a:rPr>
              <a:t>)</a:t>
            </a:r>
          </a:p>
          <a:p>
            <a:pPr marL="0" indent="0">
              <a:lnSpc>
                <a:spcPct val="150000"/>
              </a:lnSpc>
              <a:buNone/>
            </a:pPr>
            <a:r>
              <a:rPr lang="en-US" sz="2000" dirty="0">
                <a:latin typeface="Times New Roman" panose="02020603050405020304" pitchFamily="18" charset="0"/>
                <a:cs typeface="Times New Roman" panose="02020603050405020304" pitchFamily="18" charset="0"/>
              </a:rPr>
              <a:t>{</a:t>
            </a:r>
          </a:p>
          <a:p>
            <a:pPr marL="0" indent="0">
              <a:lnSpc>
                <a:spcPct val="150000"/>
              </a:lnSpc>
              <a:buNone/>
            </a:pPr>
            <a:r>
              <a:rPr lang="en-US" sz="2000" dirty="0">
                <a:latin typeface="Times New Roman" panose="02020603050405020304" pitchFamily="18" charset="0"/>
                <a:cs typeface="Times New Roman" panose="02020603050405020304" pitchFamily="18" charset="0"/>
              </a:rPr>
              <a:t>    if (</a:t>
            </a:r>
            <a:r>
              <a:rPr lang="en-US" sz="2000" dirty="0" err="1">
                <a:latin typeface="Times New Roman" panose="02020603050405020304" pitchFamily="18" charset="0"/>
                <a:cs typeface="Times New Roman" panose="02020603050405020304" pitchFamily="18" charset="0"/>
              </a:rPr>
              <a:t>before_del</a:t>
            </a:r>
            <a:r>
              <a:rPr lang="en-US" sz="2000" dirty="0">
                <a:latin typeface="Times New Roman" panose="02020603050405020304" pitchFamily="18" charset="0"/>
                <a:cs typeface="Times New Roman" panose="02020603050405020304" pitchFamily="18" charset="0"/>
              </a:rPr>
              <a:t> == NULL || </a:t>
            </a:r>
            <a:r>
              <a:rPr lang="en-US" sz="2000" dirty="0" err="1">
                <a:latin typeface="Times New Roman" panose="02020603050405020304" pitchFamily="18" charset="0"/>
                <a:cs typeface="Times New Roman" panose="02020603050405020304" pitchFamily="18" charset="0"/>
              </a:rPr>
              <a:t>before_del</a:t>
            </a:r>
            <a:r>
              <a:rPr lang="en-US" sz="2000" dirty="0">
                <a:latin typeface="Times New Roman" panose="02020603050405020304" pitchFamily="18" charset="0"/>
                <a:cs typeface="Times New Roman" panose="02020603050405020304" pitchFamily="18" charset="0"/>
              </a:rPr>
              <a:t>-&gt;next == NULL)</a:t>
            </a:r>
          </a:p>
          <a:p>
            <a:pPr marL="0" indent="0">
              <a:lnSpc>
                <a:spcPct val="150000"/>
              </a:lnSpc>
              <a:buNone/>
            </a:pPr>
            <a:r>
              <a:rPr lang="en-US" sz="2000" dirty="0">
                <a:latin typeface="Times New Roman" panose="02020603050405020304" pitchFamily="18" charset="0"/>
                <a:cs typeface="Times New Roman" panose="02020603050405020304" pitchFamily="18" charset="0"/>
              </a:rPr>
              <a:t>        return;</a:t>
            </a:r>
          </a:p>
          <a:p>
            <a:pPr marL="0" indent="0">
              <a:lnSpc>
                <a:spcPct val="150000"/>
              </a:lnSpc>
              <a:buNone/>
            </a:pPr>
            <a:r>
              <a:rPr lang="en-US" sz="2000" dirty="0">
                <a:latin typeface="Times New Roman" panose="02020603050405020304" pitchFamily="18" charset="0"/>
                <a:cs typeface="Times New Roman" panose="02020603050405020304" pitchFamily="18" charset="0"/>
              </a:rPr>
              <a:t>    node* temp = </a:t>
            </a:r>
            <a:r>
              <a:rPr lang="en-US" sz="2000" dirty="0" err="1">
                <a:latin typeface="Times New Roman" panose="02020603050405020304" pitchFamily="18" charset="0"/>
                <a:cs typeface="Times New Roman" panose="02020603050405020304" pitchFamily="18" charset="0"/>
              </a:rPr>
              <a:t>before_del</a:t>
            </a:r>
            <a:r>
              <a:rPr lang="en-US" sz="2000" dirty="0">
                <a:latin typeface="Times New Roman" panose="02020603050405020304" pitchFamily="18" charset="0"/>
                <a:cs typeface="Times New Roman" panose="02020603050405020304" pitchFamily="18" charset="0"/>
              </a:rPr>
              <a:t>-&gt;next;</a:t>
            </a:r>
          </a:p>
          <a:p>
            <a:pPr marL="0" indent="0">
              <a:lnSpc>
                <a:spcPct val="150000"/>
              </a:lnSpc>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before_del</a:t>
            </a:r>
            <a:r>
              <a:rPr lang="en-US" sz="2000" dirty="0">
                <a:latin typeface="Times New Roman" panose="02020603050405020304" pitchFamily="18" charset="0"/>
                <a:cs typeface="Times New Roman" panose="02020603050405020304" pitchFamily="18" charset="0"/>
              </a:rPr>
              <a:t>-&gt;next = temp-&gt;next;</a:t>
            </a:r>
          </a:p>
          <a:p>
            <a:pPr marL="0" indent="0">
              <a:lnSpc>
                <a:spcPct val="150000"/>
              </a:lnSpc>
              <a:buNone/>
            </a:pPr>
            <a:r>
              <a:rPr lang="en-US" sz="2000" dirty="0">
                <a:latin typeface="Times New Roman" panose="02020603050405020304" pitchFamily="18" charset="0"/>
                <a:cs typeface="Times New Roman" panose="02020603050405020304" pitchFamily="18" charset="0"/>
              </a:rPr>
              <a:t>    delete temp;</a:t>
            </a:r>
          </a:p>
          <a:p>
            <a:pPr marL="0" indent="0">
              <a:lnSpc>
                <a:spcPct val="150000"/>
              </a:lnSpc>
              <a:buNone/>
            </a:pP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690936" y="4941168"/>
            <a:ext cx="3276600" cy="381000"/>
          </a:xfrm>
          <a:prstGeom prst="rect">
            <a:avLst/>
          </a:prstGeom>
          <a:noFill/>
        </p:spPr>
        <p:txBody>
          <a:bodyPr wrap="square" rtlCol="0">
            <a:spAutoFit/>
          </a:bodyPr>
          <a:lstStyle/>
          <a:p>
            <a:r>
              <a:rPr lang="en-US" dirty="0">
                <a:hlinkClick r:id="rcIdda61fc12a2764b04"/>
              </a:rPr>
              <a:t>Complete code here</a:t>
            </a:r>
            <a:endParaRPr lang="en-US" dirty="0"/>
          </a:p>
        </p:txBody>
      </p:sp>
    </p:spTree>
    <p:extLst>
      <p:ext uri="{BB962C8B-B14F-4D97-AF65-F5344CB8AC3E}">
        <p14:creationId xmlns:p14="http://schemas.microsoft.com/office/powerpoint/2010/main" val="298302830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2B95-6443-B741-ECBD-979077F0CE2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769D93-67FC-A93F-F2BA-BE7DB8F470BB}"/>
              </a:ext>
            </a:extLst>
          </p:cNvPr>
          <p:cNvPicPr>
            <a:picLocks noGrp="1" noChangeAspect="1"/>
          </p:cNvPicPr>
          <p:nvPr>
            <p:ph idx="1"/>
          </p:nvPr>
        </p:nvPicPr>
        <p:blipFill>
          <a:blip r:embed="R8e119797984d4eb6" cstate="print">
            <a:extLst>
              <a:ext uri="{28A0092B-C50C-407E-A947-70E740481C1C}">
                <a14:useLocalDpi xmlns:a14="http://schemas.microsoft.com/office/drawing/2010/main" val="0"/>
              </a:ext>
            </a:extLst>
          </a:blip>
          <a:stretch>
            <a:fillRect/>
          </a:stretch>
        </p:blipFill>
        <p:spPr>
          <a:xfrm>
            <a:off x="-36512" y="-62553"/>
            <a:ext cx="9180512" cy="6885384"/>
          </a:xfrm>
        </p:spPr>
      </p:pic>
      <p:cxnSp>
        <p:nvCxnSpPr>
          <p:cNvPr id="7" name="Straight Connector 6">
            <a:extLst>
              <a:ext uri="{FF2B5EF4-FFF2-40B4-BE49-F238E27FC236}">
                <a16:creationId xmlns:a16="http://schemas.microsoft.com/office/drawing/2014/main" id="{B53CDE2D-17A8-7288-6C9F-0B6A548367B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54B949A-C666-1E2A-68A8-5805033A9EEB}"/>
              </a:ext>
            </a:extLst>
          </p:cNvPr>
          <p:cNvPicPr>
            <a:picLocks noChangeAspect="1"/>
          </p:cNvPicPr>
          <p:nvPr/>
        </p:nvPicPr>
        <p:blipFill>
          <a:blip r:embed="Ref389b2749474eb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B86C0075-A62F-868A-CC9E-BFF6D28C097B}"/>
              </a:ext>
            </a:extLst>
          </p:cNvPr>
          <p:cNvSpPr txBox="1"/>
          <p:nvPr/>
        </p:nvSpPr>
        <p:spPr>
          <a:xfrm>
            <a:off x="348891" y="263588"/>
            <a:ext cx="8751017" cy="646331"/>
          </a:xfrm>
          <a:prstGeom prst="rect">
            <a:avLst/>
          </a:prstGeom>
          <a:noFill/>
        </p:spPr>
        <p:txBody>
          <a:bodyPr wrap="square" rtlCol="0">
            <a:spAutoFit/>
          </a:bodyPr>
          <a:lstStyle/>
          <a:p>
            <a:r>
              <a:rPr lang="en-US" sz="3600" dirty="0">
                <a:solidFill>
                  <a:srgbClr val="FF0000"/>
                </a:solidFill>
              </a:rPr>
              <a:t>Check Your Understanding </a:t>
            </a:r>
            <a:endParaRPr lang="en-IN" sz="3600" b="1" dirty="0">
              <a:solidFill>
                <a:srgbClr val="FF0000"/>
              </a:solidFill>
            </a:endParaRPr>
          </a:p>
        </p:txBody>
      </p:sp>
      <p:sp>
        <p:nvSpPr>
          <p:cNvPr id="3" name="Footer Placeholder 2">
            <a:extLst>
              <a:ext uri="{FF2B5EF4-FFF2-40B4-BE49-F238E27FC236}">
                <a16:creationId xmlns:a16="http://schemas.microsoft.com/office/drawing/2014/main" id="{A8AC5ABF-C641-E77B-E567-38CA13D12790}"/>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F7F4E857-EE0F-7DE4-1023-45C7F3C927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9754968F-6019-198A-B2EF-9FDC0606832C}"/>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a:extLst>
              <a:ext uri="{FF2B5EF4-FFF2-40B4-BE49-F238E27FC236}">
                <a16:creationId xmlns:a16="http://schemas.microsoft.com/office/drawing/2014/main" id="{362F5130-5647-1923-3884-7A6E87DF5683}"/>
              </a:ext>
            </a:extLst>
          </p:cNvP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Content Placeholder 1">
            <a:extLst>
              <a:ext uri="{FF2B5EF4-FFF2-40B4-BE49-F238E27FC236}">
                <a16:creationId xmlns:a16="http://schemas.microsoft.com/office/drawing/2014/main" id="{5C8855B0-CBE5-FB42-2F2B-1232EE2E9708}"/>
              </a:ext>
            </a:extLst>
          </p:cNvPr>
          <p:cNvSpPr txBox="1">
            <a:spLocks/>
          </p:cNvSpPr>
          <p:nvPr/>
        </p:nvSpPr>
        <p:spPr>
          <a:xfrm>
            <a:off x="155574" y="1061448"/>
            <a:ext cx="8836025" cy="52478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IN" sz="2400" dirty="0"/>
          </a:p>
        </p:txBody>
      </p:sp>
      <p:sp>
        <p:nvSpPr>
          <p:cNvPr id="12" name="Content Placeholder 1">
            <a:extLst>
              <a:ext uri="{FF2B5EF4-FFF2-40B4-BE49-F238E27FC236}">
                <a16:creationId xmlns:a16="http://schemas.microsoft.com/office/drawing/2014/main" id="{EDDDFC39-080E-F7B9-DD73-BB50DA8E422A}"/>
              </a:ext>
            </a:extLst>
          </p:cNvPr>
          <p:cNvSpPr txBox="1">
            <a:spLocks/>
          </p:cNvSpPr>
          <p:nvPr/>
        </p:nvSpPr>
        <p:spPr>
          <a:xfrm>
            <a:off x="307974" y="1284339"/>
            <a:ext cx="8512497"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0" indent="-457200"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Which node is removed during deletion from the beginning of a linked list?</a:t>
            </a:r>
          </a:p>
          <a:p>
            <a:pPr marL="457200" lvl="0" indent="-457200"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Deletion from the end of a singly linked list requires locating the __________ node.</a:t>
            </a:r>
          </a:p>
          <a:p>
            <a:pPr marL="457200" lvl="0" indent="-457200"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What happens if deletion is attempted on an empty linked list?</a:t>
            </a:r>
          </a:p>
          <a:p>
            <a:pPr marL="457200" lvl="0" indent="-457200" eaLnBrk="0" fontAlgn="base" hangingPunct="0">
              <a:lnSpc>
                <a:spcPct val="15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What is the time complexity of deleting the last node in a singly linked list?</a:t>
            </a:r>
          </a:p>
        </p:txBody>
      </p:sp>
    </p:spTree>
    <p:extLst>
      <p:ext uri="{BB962C8B-B14F-4D97-AF65-F5344CB8AC3E}">
        <p14:creationId xmlns:p14="http://schemas.microsoft.com/office/powerpoint/2010/main" val="168855153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b92e5013c8c4254" cstate="print">
            <a:extLst>
              <a:ext uri="{28A0092B-C50C-407E-A947-70E740481C1C}">
                <a14:useLocalDpi xmlns:a14="http://schemas.microsoft.com/office/drawing/2010/main" val="0"/>
              </a:ext>
            </a:extLst>
          </a:blip>
          <a:stretch>
            <a:fillRect/>
          </a:stretch>
        </p:blipFill>
        <p:spPr>
          <a:xfrm>
            <a:off x="-1306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580b29310fe471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432564" y="356577"/>
            <a:ext cx="9143606" cy="646331"/>
          </a:xfrm>
          <a:prstGeom prst="rect">
            <a:avLst/>
          </a:prstGeom>
          <a:noFill/>
        </p:spPr>
        <p:txBody>
          <a:bodyPr wrap="square" rtlCol="0">
            <a:spAutoFit/>
          </a:bodyPr>
          <a:lstStyle/>
          <a:p>
            <a:r>
              <a:rPr lang="en-IN" sz="3600" dirty="0">
                <a:solidFill>
                  <a:srgbClr val="FF0000"/>
                </a:solidFill>
              </a:rPr>
              <a:t>Search (Algorithm)</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nsertion in Singly Linked List at Beginning - javatpoi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460375" y="1211857"/>
            <a:ext cx="6778625" cy="3586366"/>
          </a:xfrm>
          <a:prstGeom prst="rect">
            <a:avLst/>
          </a:prstGeom>
        </p:spPr>
        <p:txBody>
          <a:bodyPr wrap="square">
            <a:spAutoFit/>
          </a:bodyPr>
          <a:lstStyle/>
          <a:p>
            <a:pPr algn="just" fontAlgn="base">
              <a:lnSpc>
                <a:spcPct val="150000"/>
              </a:lnSpc>
            </a:pPr>
            <a:r>
              <a:rPr lang="en-IN" sz="2200" dirty="0">
                <a:latin typeface="Times New Roman" pitchFamily="18" charset="0"/>
                <a:cs typeface="Times New Roman" pitchFamily="18" charset="0"/>
              </a:rPr>
              <a:t>Step 1: [INITIALIZE] SET PTR = HEAD </a:t>
            </a:r>
          </a:p>
          <a:p>
            <a:pPr algn="just">
              <a:lnSpc>
                <a:spcPct val="150000"/>
              </a:lnSpc>
            </a:pPr>
            <a:r>
              <a:rPr lang="en-IN" sz="2200" dirty="0">
                <a:latin typeface="Times New Roman" pitchFamily="18" charset="0"/>
                <a:cs typeface="Times New Roman" pitchFamily="18" charset="0"/>
              </a:rPr>
              <a:t>Step 2: Repeat Steps 3 and 4 while PTR != NULL</a:t>
            </a:r>
          </a:p>
          <a:p>
            <a:pPr algn="just">
              <a:lnSpc>
                <a:spcPct val="150000"/>
              </a:lnSpc>
            </a:pPr>
            <a:r>
              <a:rPr lang="en-IN" sz="2200" dirty="0">
                <a:latin typeface="Times New Roman" pitchFamily="18" charset="0"/>
                <a:cs typeface="Times New Roman" pitchFamily="18" charset="0"/>
              </a:rPr>
              <a:t> Step 3: If ITEM = PTR -&gt; DATA SET POS = PTR Go To Step 5 ELSE SET PTR = PTR -&gt; NEXT [END OF IF] [END OF LOOP] </a:t>
            </a:r>
          </a:p>
          <a:p>
            <a:pPr algn="just">
              <a:lnSpc>
                <a:spcPct val="150000"/>
              </a:lnSpc>
            </a:pPr>
            <a:r>
              <a:rPr lang="en-IN" sz="2200" dirty="0">
                <a:latin typeface="Times New Roman" pitchFamily="18" charset="0"/>
                <a:cs typeface="Times New Roman" pitchFamily="18" charset="0"/>
              </a:rPr>
              <a:t>Step 4: SET POS = NULL </a:t>
            </a:r>
          </a:p>
          <a:p>
            <a:pPr algn="just">
              <a:lnSpc>
                <a:spcPct val="150000"/>
              </a:lnSpc>
            </a:pPr>
            <a:r>
              <a:rPr lang="en-IN" sz="2200" dirty="0">
                <a:latin typeface="Times New Roman" pitchFamily="18" charset="0"/>
                <a:cs typeface="Times New Roman" pitchFamily="18" charset="0"/>
              </a:rPr>
              <a:t>Step 5: EXIT</a:t>
            </a:r>
          </a:p>
        </p:txBody>
      </p:sp>
      <p:pic>
        <p:nvPicPr>
          <p:cNvPr id="7171" name="Picture 3"/>
          <p:cNvPicPr>
            <a:picLocks noChangeAspect="1" noChangeArrowheads="1"/>
          </p:cNvPicPr>
          <p:nvPr/>
        </p:nvPicPr>
        <p:blipFill rotWithShape="1">
          <a:blip r:embed="R9fdf47ad20e1471b">
            <a:extLst>
              <a:ext uri="{28A0092B-C50C-407E-A947-70E740481C1C}">
                <a14:useLocalDpi xmlns:a14="http://schemas.microsoft.com/office/drawing/2010/main" val="0"/>
              </a:ext>
            </a:extLst>
          </a:blip>
          <a:srcRect l="8059" t="4088" r="10458" b="11878"/>
          <a:stretch>
            <a:fillRect/>
          </a:stretch>
        </p:blipFill>
        <p:spPr bwMode="auto">
          <a:xfrm>
            <a:off x="4049267" y="3539737"/>
            <a:ext cx="4634358" cy="3108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682236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cde4b4ec71b34ea6"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2d22fe4aa244d9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6200" y="1348046"/>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u="sng" dirty="0"/>
          </a:p>
          <a:p>
            <a:r>
              <a:rPr lang="en-IN" sz="3600" dirty="0">
                <a:solidFill>
                  <a:srgbClr val="FF0000"/>
                </a:solidFill>
              </a:rPr>
              <a:t>Advantages and disadvantages</a:t>
            </a: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05E4911A-CB64-2CF1-7D2E-F792995B8F15}"/>
              </a:ext>
            </a:extLst>
          </p:cNvPr>
          <p:cNvGraphicFramePr>
            <a:graphicFrameLocks noGrp="1"/>
          </p:cNvGraphicFramePr>
          <p:nvPr>
            <p:extLst>
              <p:ext uri="{D42A27DB-BD31-4B8C-83A1-F6EECF244321}">
                <p14:modId xmlns:p14="http://schemas.microsoft.com/office/powerpoint/2010/main" val="1005537679"/>
              </p:ext>
            </p:extLst>
          </p:nvPr>
        </p:nvGraphicFramePr>
        <p:xfrm>
          <a:off x="332716" y="1711547"/>
          <a:ext cx="8229600" cy="3288284"/>
        </p:xfrm>
        <a:graphic>
          <a:graphicData uri="http://schemas.openxmlformats.org/drawingml/2006/table">
            <a:tbl>
              <a:tblPr>
                <a:tableStyleId>{BC89EF96-8CEA-46FF-86C4-4CE0E7609802}</a:tableStyleId>
              </a:tblPr>
              <a:tblGrid>
                <a:gridCol w="4114800">
                  <a:extLst>
                    <a:ext uri="{9D8B030D-6E8A-4147-A177-3AD203B41FA5}">
                      <a16:colId xmlns:a16="http://schemas.microsoft.com/office/drawing/2014/main" val="2064927992"/>
                    </a:ext>
                  </a:extLst>
                </a:gridCol>
                <a:gridCol w="4114800">
                  <a:extLst>
                    <a:ext uri="{9D8B030D-6E8A-4147-A177-3AD203B41FA5}">
                      <a16:colId xmlns:a16="http://schemas.microsoft.com/office/drawing/2014/main" val="3432307805"/>
                    </a:ext>
                  </a:extLst>
                </a:gridCol>
              </a:tblGrid>
              <a:tr h="0">
                <a:tc>
                  <a:txBody>
                    <a:bodyPr/>
                    <a:lstStyle/>
                    <a:p>
                      <a:pPr>
                        <a:buNone/>
                      </a:pPr>
                      <a:r>
                        <a:rPr lang="en-IN" b="1" dirty="0"/>
                        <a:t>Advantages</a:t>
                      </a:r>
                    </a:p>
                  </a:txBody>
                  <a:tcPr anchor="ctr"/>
                </a:tc>
                <a:tc>
                  <a:txBody>
                    <a:bodyPr/>
                    <a:lstStyle/>
                    <a:p>
                      <a:pPr>
                        <a:buNone/>
                      </a:pPr>
                      <a:r>
                        <a:rPr lang="en-IN" b="1" dirty="0"/>
                        <a:t>Disadvantages</a:t>
                      </a:r>
                    </a:p>
                  </a:txBody>
                  <a:tcPr anchor="ctr"/>
                </a:tc>
                <a:extLst>
                  <a:ext uri="{0D108BD9-81ED-4DB2-BD59-A6C34878D82A}">
                    <a16:rowId xmlns:a16="http://schemas.microsoft.com/office/drawing/2014/main" val="179022208"/>
                  </a:ext>
                </a:extLst>
              </a:tr>
              <a:tr h="0">
                <a:tc>
                  <a:txBody>
                    <a:bodyPr/>
                    <a:lstStyle/>
                    <a:p>
                      <a:pPr marL="342900" indent="-342900" algn="just">
                        <a:lnSpc>
                          <a:spcPct val="150000"/>
                        </a:lnSpc>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Efficient insertion and deletion:</a:t>
                      </a:r>
                      <a:r>
                        <a:rPr lang="en-US" sz="1800" dirty="0">
                          <a:latin typeface="Times New Roman" panose="02020603050405020304" pitchFamily="18" charset="0"/>
                          <a:cs typeface="Times New Roman" panose="02020603050405020304" pitchFamily="18" charset="0"/>
                        </a:rPr>
                        <a:t> Only pointer adjustments are needed.</a:t>
                      </a:r>
                    </a:p>
                    <a:p>
                      <a:pPr marL="342900" indent="-342900" algn="just">
                        <a:lnSpc>
                          <a:spcPct val="150000"/>
                        </a:lnSpc>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Dynamic size:</a:t>
                      </a:r>
                      <a:r>
                        <a:rPr lang="en-US" sz="1800" dirty="0">
                          <a:latin typeface="Times New Roman" panose="02020603050405020304" pitchFamily="18" charset="0"/>
                          <a:cs typeface="Times New Roman" panose="02020603050405020304" pitchFamily="18" charset="0"/>
                        </a:rPr>
                        <a:t> List can grow or shrink without contiguous memory.</a:t>
                      </a:r>
                    </a:p>
                    <a:p>
                      <a:pPr marL="342900" indent="-342900" algn="just">
                        <a:lnSpc>
                          <a:spcPct val="150000"/>
                        </a:lnSpc>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Flexible:</a:t>
                      </a:r>
                      <a:r>
                        <a:rPr lang="en-US" sz="1800" dirty="0">
                          <a:latin typeface="Times New Roman" panose="02020603050405020304" pitchFamily="18" charset="0"/>
                          <a:cs typeface="Times New Roman" panose="02020603050405020304" pitchFamily="18" charset="0"/>
                        </a:rPr>
                        <a:t> No fixed size limit for data storage.</a:t>
                      </a:r>
                    </a:p>
                  </a:txBody>
                  <a:tcPr anchor="ctr"/>
                </a:tc>
                <a:tc>
                  <a:txBody>
                    <a:bodyPr/>
                    <a:lstStyle/>
                    <a:p>
                      <a:pPr marL="342900" indent="-342900" algn="just">
                        <a:lnSpc>
                          <a:spcPct val="150000"/>
                        </a:lnSpc>
                        <a:buFont typeface="Wingdings" panose="05000000000000000000" pitchFamily="2" charset="2"/>
                        <a:buChar char="§"/>
                      </a:pPr>
                      <a:r>
                        <a:rPr lang="en-US" sz="1800" b="1" dirty="0">
                          <a:effectLst/>
                          <a:latin typeface="Times New Roman" panose="02020603050405020304" pitchFamily="18" charset="0"/>
                          <a:cs typeface="Times New Roman" panose="02020603050405020304" pitchFamily="18" charset="0"/>
                        </a:rPr>
                        <a:t>No direct access: </a:t>
                      </a:r>
                      <a:r>
                        <a:rPr lang="en-US" sz="1800" dirty="0">
                          <a:effectLst/>
                          <a:latin typeface="Times New Roman" panose="02020603050405020304" pitchFamily="18" charset="0"/>
                          <a:cs typeface="Times New Roman" panose="02020603050405020304" pitchFamily="18" charset="0"/>
                        </a:rPr>
                        <a:t>Elements must be accessed by traversing from the head.</a:t>
                      </a:r>
                    </a:p>
                    <a:p>
                      <a:pPr marL="342900" indent="-342900" algn="just">
                        <a:lnSpc>
                          <a:spcPct val="150000"/>
                        </a:lnSpc>
                        <a:buFont typeface="Wingdings" panose="05000000000000000000" pitchFamily="2" charset="2"/>
                        <a:buChar char="§"/>
                      </a:pPr>
                      <a:r>
                        <a:rPr lang="en-US" sz="1800" b="1" dirty="0">
                          <a:effectLst/>
                          <a:latin typeface="Times New Roman" panose="02020603050405020304" pitchFamily="18" charset="0"/>
                          <a:cs typeface="Times New Roman" panose="02020603050405020304" pitchFamily="18" charset="0"/>
                        </a:rPr>
                        <a:t>Extra memory overhead: </a:t>
                      </a:r>
                      <a:r>
                        <a:rPr lang="en-US" sz="1800" dirty="0">
                          <a:effectLst/>
                          <a:latin typeface="Times New Roman" panose="02020603050405020304" pitchFamily="18" charset="0"/>
                          <a:cs typeface="Times New Roman" panose="02020603050405020304" pitchFamily="18" charset="0"/>
                        </a:rPr>
                        <a:t>Each node stores an additional pointer.</a:t>
                      </a:r>
                    </a:p>
                    <a:p>
                      <a:pPr marL="342900" indent="-342900" algn="just">
                        <a:lnSpc>
                          <a:spcPct val="150000"/>
                        </a:lnSpc>
                        <a:buFont typeface="Wingdings" panose="05000000000000000000" pitchFamily="2" charset="2"/>
                        <a:buChar char="§"/>
                      </a:pPr>
                      <a:r>
                        <a:rPr lang="en-US" sz="1800" b="1" dirty="0">
                          <a:effectLst/>
                          <a:latin typeface="Times New Roman" panose="02020603050405020304" pitchFamily="18" charset="0"/>
                          <a:cs typeface="Times New Roman" panose="02020603050405020304" pitchFamily="18" charset="0"/>
                        </a:rPr>
                        <a:t>Inefficient reverse traversal: </a:t>
                      </a:r>
                      <a:r>
                        <a:rPr lang="en-US" sz="1800" dirty="0">
                          <a:effectLst/>
                          <a:latin typeface="Times New Roman" panose="02020603050405020304" pitchFamily="18" charset="0"/>
                          <a:cs typeface="Times New Roman" panose="02020603050405020304" pitchFamily="18" charset="0"/>
                        </a:rPr>
                        <a:t>No backward pointers in singly linked lists.</a:t>
                      </a:r>
                    </a:p>
                  </a:txBody>
                  <a:tcPr anchor="ctr"/>
                </a:tc>
                <a:extLst>
                  <a:ext uri="{0D108BD9-81ED-4DB2-BD59-A6C34878D82A}">
                    <a16:rowId xmlns:a16="http://schemas.microsoft.com/office/drawing/2014/main" val="2807112165"/>
                  </a:ext>
                </a:extLst>
              </a:tr>
            </a:tbl>
          </a:graphicData>
        </a:graphic>
      </p:graphicFrame>
    </p:spTree>
    <p:extLst>
      <p:ext uri="{BB962C8B-B14F-4D97-AF65-F5344CB8AC3E}">
        <p14:creationId xmlns:p14="http://schemas.microsoft.com/office/powerpoint/2010/main" val="37137870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06076-2122-6226-8CF8-8E5014A27DA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0ED533-6BE7-31F1-EC9B-589A10822496}"/>
              </a:ext>
            </a:extLst>
          </p:cNvPr>
          <p:cNvPicPr>
            <a:picLocks noGrp="1" noChangeAspect="1"/>
          </p:cNvPicPr>
          <p:nvPr>
            <p:ph idx="1"/>
          </p:nvPr>
        </p:nvPicPr>
        <p:blipFill>
          <a:blip r:embed="Rc5155775d9674d55"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CBAC2D1-6201-F35C-1026-956D4140410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55F962-725D-CABD-00A5-687795182E01}"/>
              </a:ext>
            </a:extLst>
          </p:cNvPr>
          <p:cNvPicPr>
            <a:picLocks noChangeAspect="1"/>
          </p:cNvPicPr>
          <p:nvPr/>
        </p:nvPicPr>
        <p:blipFill>
          <a:blip r:embed="R9877e60388024a6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85D30A1-B15D-F63A-01F5-E059690E7894}"/>
              </a:ext>
            </a:extLst>
          </p:cNvPr>
          <p:cNvSpPr txBox="1"/>
          <p:nvPr/>
        </p:nvSpPr>
        <p:spPr>
          <a:xfrm>
            <a:off x="72008" y="175609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6B8934E-D90F-F534-26A4-4E258CCE38C5}"/>
              </a:ext>
            </a:extLst>
          </p:cNvPr>
          <p:cNvSpPr txBox="1"/>
          <p:nvPr/>
        </p:nvSpPr>
        <p:spPr>
          <a:xfrm>
            <a:off x="105967" y="286239"/>
            <a:ext cx="8751017" cy="646331"/>
          </a:xfrm>
          <a:prstGeom prst="rect">
            <a:avLst/>
          </a:prstGeom>
          <a:noFill/>
        </p:spPr>
        <p:txBody>
          <a:bodyPr wrap="square" rtlCol="0">
            <a:spAutoFit/>
          </a:bodyPr>
          <a:lstStyle/>
          <a:p>
            <a:r>
              <a:rPr lang="en-US" sz="3600" dirty="0">
                <a:solidFill>
                  <a:srgbClr val="FF0000"/>
                </a:solidFill>
              </a:rPr>
              <a:t>Test Yourself </a:t>
            </a:r>
            <a:endParaRPr lang="en-IN" sz="3600" b="1" dirty="0">
              <a:solidFill>
                <a:srgbClr val="FF0000"/>
              </a:solidFill>
            </a:endParaRPr>
          </a:p>
        </p:txBody>
      </p:sp>
      <p:sp>
        <p:nvSpPr>
          <p:cNvPr id="3" name="Footer Placeholder 2">
            <a:extLst>
              <a:ext uri="{FF2B5EF4-FFF2-40B4-BE49-F238E27FC236}">
                <a16:creationId xmlns:a16="http://schemas.microsoft.com/office/drawing/2014/main" id="{CC37C97E-2706-4815-2398-7463C40502E8}"/>
              </a:ext>
            </a:extLst>
          </p:cNvPr>
          <p:cNvSpPr>
            <a:spLocks noGrp="1"/>
          </p:cNvSpPr>
          <p:nvPr>
            <p:ph type="ftr" sz="quarter" idx="11"/>
          </p:nvPr>
        </p:nvSpPr>
        <p:spPr/>
        <p:txBody>
          <a:bodyPr/>
          <a:lstStyle/>
          <a:p>
            <a:r>
              <a:rPr lang="en-IN"/>
              <a:t>Data  Structure         Unit2  </a:t>
            </a:r>
          </a:p>
        </p:txBody>
      </p:sp>
      <p:sp>
        <p:nvSpPr>
          <p:cNvPr id="8" name="Rectangle 7">
            <a:extLst>
              <a:ext uri="{FF2B5EF4-FFF2-40B4-BE49-F238E27FC236}">
                <a16:creationId xmlns:a16="http://schemas.microsoft.com/office/drawing/2014/main" id="{E01980EB-992E-552C-20BE-8440B3EBD229}"/>
              </a:ext>
            </a:extLst>
          </p:cNvPr>
          <p:cNvSpPr/>
          <p:nvPr/>
        </p:nvSpPr>
        <p:spPr>
          <a:xfrm>
            <a:off x="243143" y="1294280"/>
            <a:ext cx="8536009" cy="4052904"/>
          </a:xfrm>
          <a:prstGeom prst="rect">
            <a:avLst/>
          </a:prstGeom>
        </p:spPr>
        <p:txBody>
          <a:bodyPr wrap="square">
            <a:spAutoFit/>
          </a:bodyPr>
          <a:lstStyle/>
          <a:p>
            <a:pPr marL="360363" indent="-360363" algn="just">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A linked list is made up of a collection of __________.</a:t>
            </a:r>
          </a:p>
          <a:p>
            <a:pPr marL="360363" indent="-360363" algn="just">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The pointer to the first node of a linked list is called the __________.</a:t>
            </a:r>
          </a:p>
          <a:p>
            <a:pPr marL="360363" indent="-360363" algn="just">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In a singly linked list, the last node points to __________.</a:t>
            </a:r>
          </a:p>
          <a:p>
            <a:pPr marL="360363" indent="-360363" algn="just">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Traversal of a linked list starts from the __________ node.</a:t>
            </a:r>
          </a:p>
          <a:p>
            <a:pPr marL="360363" indent="-360363" algn="just">
              <a:lnSpc>
                <a:spcPct val="150000"/>
              </a:lnSpc>
              <a:spcBef>
                <a:spcPts val="600"/>
              </a:spcBef>
              <a:buFont typeface="+mj-lt"/>
              <a:buAutoNum type="arabicPeriod"/>
            </a:pPr>
            <a:r>
              <a:rPr lang="en-US" sz="2300" dirty="0">
                <a:latin typeface="Times New Roman" panose="02020603050405020304" pitchFamily="18" charset="0"/>
                <a:cs typeface="Times New Roman" panose="02020603050405020304" pitchFamily="18" charset="0"/>
              </a:rPr>
              <a:t>Insertion at the beginning of a linked list has time complexity __________.</a:t>
            </a:r>
          </a:p>
        </p:txBody>
      </p:sp>
    </p:spTree>
    <p:extLst>
      <p:ext uri="{BB962C8B-B14F-4D97-AF65-F5344CB8AC3E}">
        <p14:creationId xmlns:p14="http://schemas.microsoft.com/office/powerpoint/2010/main" val="406519424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4A5F-18D4-4D6E-64F4-9174126A757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BDDB06-4B6E-4707-1E17-AAE8BFCF4083}"/>
              </a:ext>
            </a:extLst>
          </p:cNvPr>
          <p:cNvPicPr>
            <a:picLocks noGrp="1" noChangeAspect="1"/>
          </p:cNvPicPr>
          <p:nvPr>
            <p:ph idx="1"/>
          </p:nvPr>
        </p:nvPicPr>
        <p:blipFill>
          <a:blip r:embed="R5473c83c791647a2"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EF6197-3238-08C9-B26C-DB30D7D65F43}"/>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344C319-238E-5A65-3F7E-593393C1974A}"/>
              </a:ext>
            </a:extLst>
          </p:cNvPr>
          <p:cNvPicPr>
            <a:picLocks noChangeAspect="1"/>
          </p:cNvPicPr>
          <p:nvPr/>
        </p:nvPicPr>
        <p:blipFill>
          <a:blip r:embed="Rb81775872c9e45c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C6FAB2C-6B04-D9C7-C35F-2BCAD3D9C65A}"/>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24D8156-DA4B-BB1C-9496-FC99853F1DEF}"/>
              </a:ext>
            </a:extLst>
          </p:cNvPr>
          <p:cNvSpPr>
            <a:spLocks noChangeArrowheads="1"/>
          </p:cNvSpPr>
          <p:nvPr/>
        </p:nvSpPr>
        <p:spPr bwMode="auto">
          <a:xfrm>
            <a:off x="179512" y="346497"/>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a:t>
            </a:r>
          </a:p>
        </p:txBody>
      </p:sp>
      <p:sp>
        <p:nvSpPr>
          <p:cNvPr id="3" name="TextBox 2">
            <a:extLst>
              <a:ext uri="{FF2B5EF4-FFF2-40B4-BE49-F238E27FC236}">
                <a16:creationId xmlns:a16="http://schemas.microsoft.com/office/drawing/2014/main" id="{3DCC61E0-6318-2865-A850-DCAA5ACF48FE}"/>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3A715DB1-87CD-88B2-807A-5931C67A56F4}"/>
              </a:ext>
            </a:extLst>
          </p:cNvPr>
          <p:cNvPicPr>
            <a:picLocks noChangeAspect="1" noChangeArrowheads="1"/>
          </p:cNvPicPr>
          <p:nvPr/>
        </p:nvPicPr>
        <p:blipFill>
          <a:blip r:embed="R6ccea8700ec44ad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1A858CE0-C15F-AB9B-F784-3C1227766E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38FCCBC8-63DE-671F-2BE9-9F6EDF20EAEA}"/>
              </a:ext>
            </a:extLst>
          </p:cNvPr>
          <p:cNvSpPr txBox="1"/>
          <p:nvPr/>
        </p:nvSpPr>
        <p:spPr>
          <a:xfrm>
            <a:off x="253130" y="1446123"/>
            <a:ext cx="8567339" cy="3673121"/>
          </a:xfrm>
          <a:prstGeom prst="rect">
            <a:avLst/>
          </a:prstGeom>
          <a:noFill/>
        </p:spPr>
        <p:txBody>
          <a:bodyPr wrap="square">
            <a:spAutoFit/>
          </a:bodyPr>
          <a:lstStyle/>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Linked list operations rely heavily on pointer manipulation</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Traversal is required to access or modify most nodes</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and deletion at the beginning are the fastest operations</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Deletion and insertion at the end require traversal</a:t>
            </a:r>
          </a:p>
          <a:p>
            <a:pPr marL="268288" lvl="0" indent="-268288" algn="just" eaLnBrk="0" fontAlgn="base" hangingPunct="0">
              <a:lnSpc>
                <a:spcPct val="2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Proper handling of head and NULL conditions is critical</a:t>
            </a:r>
          </a:p>
        </p:txBody>
      </p:sp>
    </p:spTree>
    <p:extLst>
      <p:ext uri="{BB962C8B-B14F-4D97-AF65-F5344CB8AC3E}">
        <p14:creationId xmlns:p14="http://schemas.microsoft.com/office/powerpoint/2010/main" val="40034540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fbd33d1b48ad4762"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74dbf0e03cc84e13"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539978"/>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indent="-285750">
              <a:buFont typeface="Wingdings" panose="05000000000000000000" pitchFamily="2" charset="2"/>
              <a:buChar char="v"/>
            </a:pPr>
            <a:r>
              <a:rPr lang="en-US" sz="1600" b="1" dirty="0" err="1">
                <a:latin typeface="Times New Roman" panose="02020603050405020304" pitchFamily="18" charset="0"/>
                <a:cs typeface="Times New Roman" panose="02020603050405020304" pitchFamily="18" charset="0"/>
              </a:rPr>
              <a:t>GeeksforGeeks</a:t>
            </a:r>
            <a:r>
              <a:rPr lang="en-US" sz="1600" b="1" dirty="0">
                <a:latin typeface="Times New Roman" panose="02020603050405020304" pitchFamily="18" charset="0"/>
                <a:cs typeface="Times New Roman" panose="02020603050405020304" pitchFamily="18" charset="0"/>
              </a:rPr>
              <a:t> – Linked List Operations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fdb02605cfa44a4f"/>
              </a:rPr>
              <a:t>https://www.geeksforgeeks.org/linked-list-set-1-introduction/</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b="1" dirty="0" err="1">
                <a:latin typeface="Times New Roman" panose="02020603050405020304" pitchFamily="18" charset="0"/>
                <a:cs typeface="Times New Roman" panose="02020603050405020304" pitchFamily="18" charset="0"/>
              </a:rPr>
              <a:t>GeeksforGeeks</a:t>
            </a:r>
            <a:r>
              <a:rPr lang="en-US" sz="1600" b="1" dirty="0">
                <a:latin typeface="Times New Roman" panose="02020603050405020304" pitchFamily="18" charset="0"/>
                <a:cs typeface="Times New Roman" panose="02020603050405020304" pitchFamily="18" charset="0"/>
              </a:rPr>
              <a:t> – Insertion &amp; Deletion in Linked List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e3725c15ffcd484a"/>
              </a:rPr>
              <a:t>https://www.geeksforgeeks.org/linked-list-set-2-inserting-a-node/</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b="1" dirty="0" err="1">
                <a:latin typeface="Times New Roman" panose="02020603050405020304" pitchFamily="18" charset="0"/>
                <a:cs typeface="Times New Roman" panose="02020603050405020304" pitchFamily="18" charset="0"/>
              </a:rPr>
              <a:t>TutorialsPoint</a:t>
            </a:r>
            <a:r>
              <a:rPr lang="en-US" sz="1600" b="1" dirty="0">
                <a:latin typeface="Times New Roman" panose="02020603050405020304" pitchFamily="18" charset="0"/>
                <a:cs typeface="Times New Roman" panose="02020603050405020304" pitchFamily="18" charset="0"/>
              </a:rPr>
              <a:t> – Linked List Operations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babc568da2e447fa"/>
              </a:rPr>
              <a:t>https://www.tutorialspoint.com/data_structures_algorithms/linked_list_algorithms.htm</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b="1" dirty="0" err="1">
                <a:latin typeface="Times New Roman" panose="02020603050405020304" pitchFamily="18" charset="0"/>
                <a:cs typeface="Times New Roman" panose="02020603050405020304" pitchFamily="18" charset="0"/>
              </a:rPr>
              <a:t>Programiz</a:t>
            </a:r>
            <a:r>
              <a:rPr lang="en-US" sz="1600" b="1" dirty="0">
                <a:latin typeface="Times New Roman" panose="02020603050405020304" pitchFamily="18" charset="0"/>
                <a:cs typeface="Times New Roman" panose="02020603050405020304" pitchFamily="18" charset="0"/>
              </a:rPr>
              <a:t> – Linked List in Python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hlinkClick r:id="rcId677ff3c091324c55"/>
              </a:rPr>
              <a:t>https://www.programiz.com/dsa/linked-list</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b="1" dirty="0">
                <a:latin typeface="Times New Roman" panose="02020603050405020304" pitchFamily="18" charset="0"/>
                <a:cs typeface="Times New Roman" panose="02020603050405020304" pitchFamily="18" charset="0"/>
              </a:rPr>
              <a:t>MIT </a:t>
            </a:r>
            <a:r>
              <a:rPr lang="en-US" sz="1600" b="1" dirty="0" err="1">
                <a:latin typeface="Times New Roman" panose="02020603050405020304" pitchFamily="18" charset="0"/>
                <a:cs typeface="Times New Roman" panose="02020603050405020304" pitchFamily="18" charset="0"/>
              </a:rPr>
              <a:t>OpenCourseWare</a:t>
            </a:r>
            <a:r>
              <a:rPr lang="en-US" sz="1600" b="1" dirty="0">
                <a:latin typeface="Times New Roman" panose="02020603050405020304" pitchFamily="18" charset="0"/>
                <a:cs typeface="Times New Roman" panose="02020603050405020304" pitchFamily="18" charset="0"/>
              </a:rPr>
              <a:t> – Introduction to Algorithms</a:t>
            </a:r>
            <a:br>
              <a:rPr lang="en-US" dirty="0"/>
            </a:br>
            <a:r>
              <a:rPr lang="en-US" dirty="0">
                <a:hlinkClick r:id="rcId5bc7273d302d4fe5"/>
              </a:rPr>
              <a:t>https://ocw.mit.edu</a:t>
            </a:r>
            <a:endParaRPr lang="en-US" dirty="0"/>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37</a:t>
            </a:fld>
            <a:endParaRPr lang="en-IN"/>
          </a:p>
        </p:txBody>
      </p:sp>
    </p:spTree>
    <p:extLst>
      <p:ext uri="{BB962C8B-B14F-4D97-AF65-F5344CB8AC3E}">
        <p14:creationId xmlns:p14="http://schemas.microsoft.com/office/powerpoint/2010/main" val="283283045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da4eb9b77414668"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533dcae121904a6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38</a:t>
            </a:fld>
            <a:endParaRPr lang="en-IN"/>
          </a:p>
        </p:txBody>
      </p:sp>
    </p:spTree>
    <p:extLst>
      <p:ext uri="{BB962C8B-B14F-4D97-AF65-F5344CB8AC3E}">
        <p14:creationId xmlns:p14="http://schemas.microsoft.com/office/powerpoint/2010/main" val="3858198192"/>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98a8f174e3e44b4b"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32b99a6413514834"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2a1d0c3ec8f4437"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3d9f6f0c50724ee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2bbce185e309477b"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9f486f0db3c04e97"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13</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Linked List Types</a:t>
            </a:r>
            <a:endParaRPr lang="en-IN" sz="28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4D97C22-398E-DF29-2544-457D709AF607}"/>
              </a:ext>
            </a:extLst>
          </p:cNvPr>
          <p:cNvSpPr>
            <a:spLocks noChangeArrowheads="1"/>
          </p:cNvSpPr>
          <p:nvPr/>
        </p:nvSpPr>
        <p:spPr bwMode="auto">
          <a:xfrm>
            <a:off x="827584" y="1442114"/>
            <a:ext cx="5932586"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Linked Lists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Linked Lists?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Representation of a Linked List</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Creation of Node and Declaration of Linked List</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 and Disadvantages of Linked Lists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Linked Lists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Linked List vs Array</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Complexity Analysis (Linked List vs Array)</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Linked Lists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of Linked List Types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Takeaways</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Quiz</a:t>
            </a:r>
          </a:p>
          <a:p>
            <a:pPr marL="360363" marR="0" lvl="0" indent="-360363" algn="l" defTabSz="914400" rtl="0" eaLnBrk="0" fontAlgn="base" latinLnBrk="0" hangingPunct="0">
              <a:lnSpc>
                <a:spcPct val="100000"/>
              </a:lnSpc>
              <a:spcBef>
                <a:spcPts val="30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7437027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b792735daab41c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9c24ea58d224a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760f3de757ee467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32112"/>
            <a:ext cx="8496942" cy="5019131"/>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Define a linked list and explain its basic structure</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Describe the need for linked lists over arrays</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Differentiate between singly, doubly, circular, and circular doubly linked lists</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Identify advantages and disadvantages of linked lists</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Compare linked lists and arrays in terms of performance and memory</a:t>
            </a:r>
          </a:p>
          <a:p>
            <a:pPr marL="268288" lvl="0" indent="-268288" algn="just" eaLnBrk="0" fontAlgn="base" hangingPunct="0">
              <a:lnSpc>
                <a:spcPct val="150000"/>
              </a:lnSpc>
              <a:buFontTx/>
              <a:buChar char="•"/>
            </a:pPr>
            <a:r>
              <a:rPr lang="en-US" altLang="en-US" sz="2400" dirty="0">
                <a:latin typeface="Times New Roman" panose="02020603050405020304" pitchFamily="18" charset="0"/>
                <a:cs typeface="Times New Roman" panose="02020603050405020304" pitchFamily="18" charset="0"/>
              </a:rPr>
              <a:t>Identify suitable applications for each linked list type</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40c991724a34491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4a738887b37c4769"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Static and Dynamic Arrays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5" y="1404059"/>
            <a:ext cx="8580969" cy="4919616"/>
          </a:xfrm>
          <a:prstGeom prst="rect">
            <a:avLst/>
          </a:prstGeom>
          <a:noFill/>
        </p:spPr>
        <p:txBody>
          <a:bodyPr wrap="square" rtlCol="0">
            <a:spAutoFit/>
          </a:bodyPr>
          <a:lstStyle/>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Static arrays have a fixed size, and are usually stored in stack memory.</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Dynamic arrays allow runtime resizing, are stored in heap memory, and provide better memory flexibility.</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In Python, lists act as dynamic arrays, automatically resizing when elements are added.</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Static arrays are faster but rigid, whereas dynamic arrays are flexible but complex.</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95246144d23e4cf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361376167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1e4ed3f70a3b45e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d2c4022163154761"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Pretest</a:t>
            </a:r>
          </a:p>
        </p:txBody>
      </p:sp>
      <p:sp>
        <p:nvSpPr>
          <p:cNvPr id="3" name="TextBox 2">
            <a:extLst>
              <a:ext uri="{FF2B5EF4-FFF2-40B4-BE49-F238E27FC236}">
                <a16:creationId xmlns:a16="http://schemas.microsoft.com/office/drawing/2014/main" id="{E8009213-D4D2-E2C9-27C9-02B227D89D1F}"/>
              </a:ext>
            </a:extLst>
          </p:cNvPr>
          <p:cNvSpPr txBox="1"/>
          <p:nvPr/>
        </p:nvSpPr>
        <p:spPr>
          <a:xfrm>
            <a:off x="281515" y="1330735"/>
            <a:ext cx="8580969" cy="5032147"/>
          </a:xfrm>
          <a:prstGeom prst="rect">
            <a:avLst/>
          </a:prstGeom>
          <a:noFill/>
        </p:spPr>
        <p:txBody>
          <a:bodyPr wrap="square" rtlCol="0">
            <a:spAutoFit/>
          </a:bodyPr>
          <a:lstStyle/>
          <a:p>
            <a:pPr marL="457200" indent="-457200" algn="just">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Arrays store elements in __________ memory locations.</a:t>
            </a:r>
          </a:p>
          <a:p>
            <a:pPr marL="457200" indent="-457200" algn="just">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The size of a static array is decided at __________ time.</a:t>
            </a:r>
          </a:p>
          <a:p>
            <a:pPr marL="457200" indent="-457200" algn="just">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Dynamic arrays are stored in __________ memory.</a:t>
            </a:r>
          </a:p>
          <a:p>
            <a:pPr marL="457200" indent="-457200" algn="just">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In Python, a __________ behaves as a dynamic array.</a:t>
            </a:r>
          </a:p>
          <a:p>
            <a:pPr marL="457200" indent="-457200" algn="just">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The append() operation in Python lists has __________ time complexity (amortized).</a:t>
            </a:r>
          </a:p>
          <a:p>
            <a:pPr marL="457200" indent="-457200">
              <a:spcBef>
                <a:spcPts val="1200"/>
              </a:spcBef>
              <a:spcAft>
                <a:spcPts val="600"/>
              </a:spcAft>
              <a:buFont typeface="+mj-lt"/>
              <a:buAutoNum type="arabicPeriod" startAt="6"/>
            </a:pPr>
            <a:r>
              <a:rPr lang="en-US" sz="2400" dirty="0">
                <a:latin typeface="Times New Roman" panose="02020603050405020304" pitchFamily="18" charset="0"/>
                <a:cs typeface="Times New Roman" panose="02020603050405020304" pitchFamily="18" charset="0"/>
              </a:rPr>
              <a:t>Memory used by static arrays</a:t>
            </a:r>
          </a:p>
          <a:p>
            <a:pPr marL="457200" indent="-457200">
              <a:spcBef>
                <a:spcPts val="1200"/>
              </a:spcBef>
              <a:spcAft>
                <a:spcPts val="600"/>
              </a:spcAft>
              <a:buFont typeface="+mj-lt"/>
              <a:buAutoNum type="arabicPeriod" startAt="6"/>
            </a:pPr>
            <a:r>
              <a:rPr lang="en-US" sz="2400" dirty="0">
                <a:latin typeface="Times New Roman" panose="02020603050405020304" pitchFamily="18" charset="0"/>
                <a:cs typeface="Times New Roman" panose="02020603050405020304" pitchFamily="18" charset="0"/>
              </a:rPr>
              <a:t>Data structure used to implement dynamic arrays in Python</a:t>
            </a:r>
          </a:p>
          <a:p>
            <a:pPr marL="457200" indent="-457200">
              <a:spcBef>
                <a:spcPts val="1200"/>
              </a:spcBef>
              <a:spcAft>
                <a:spcPts val="600"/>
              </a:spcAft>
              <a:buFont typeface="+mj-lt"/>
              <a:buAutoNum type="arabicPeriod" startAt="6"/>
            </a:pPr>
            <a:r>
              <a:rPr lang="en-US" sz="2400" dirty="0">
                <a:latin typeface="Times New Roman" panose="02020603050405020304" pitchFamily="18" charset="0"/>
                <a:cs typeface="Times New Roman" panose="02020603050405020304" pitchFamily="18" charset="0"/>
              </a:rPr>
              <a:t>Type of memory used by dynamic arrays</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319b08b3e03c472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126764341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59997-042F-A7CB-403D-32360E060D2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69B4EE1-D1F2-BB0F-F162-0E777DF6E5DC}"/>
              </a:ext>
            </a:extLst>
          </p:cNvPr>
          <p:cNvPicPr>
            <a:picLocks noGrp="1" noChangeAspect="1"/>
          </p:cNvPicPr>
          <p:nvPr>
            <p:ph idx="1"/>
          </p:nvPr>
        </p:nvPicPr>
        <p:blipFill>
          <a:blip r:embed="Rfa1d36db93494de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BC82533-A239-766B-A391-4D27B7707596}"/>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D56DF75-2C50-D59C-2B95-9FCF6991FA59}"/>
              </a:ext>
            </a:extLst>
          </p:cNvPr>
          <p:cNvPicPr>
            <a:picLocks noChangeAspect="1"/>
          </p:cNvPicPr>
          <p:nvPr/>
        </p:nvPicPr>
        <p:blipFill>
          <a:blip r:embed="Rdd575d731c4748d7"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B2F6413E-BDF4-6A93-B1A2-EC6C1A0961E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7D91F9-917E-EDA1-5B60-45A6DE84E343}"/>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Pretest (Answers)</a:t>
            </a:r>
          </a:p>
        </p:txBody>
      </p:sp>
      <p:sp>
        <p:nvSpPr>
          <p:cNvPr id="3" name="TextBox 2">
            <a:extLst>
              <a:ext uri="{FF2B5EF4-FFF2-40B4-BE49-F238E27FC236}">
                <a16:creationId xmlns:a16="http://schemas.microsoft.com/office/drawing/2014/main" id="{79451711-3214-A6B7-D6F4-1CAD28CC4CAE}"/>
              </a:ext>
            </a:extLst>
          </p:cNvPr>
          <p:cNvSpPr txBox="1"/>
          <p:nvPr/>
        </p:nvSpPr>
        <p:spPr>
          <a:xfrm>
            <a:off x="258245" y="1338608"/>
            <a:ext cx="8580969" cy="4467057"/>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Contiguous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Compile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Heap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Heap</a:t>
            </a:r>
          </a:p>
        </p:txBody>
      </p:sp>
      <p:sp>
        <p:nvSpPr>
          <p:cNvPr id="5" name="Rectangle 4">
            <a:extLst>
              <a:ext uri="{FF2B5EF4-FFF2-40B4-BE49-F238E27FC236}">
                <a16:creationId xmlns:a16="http://schemas.microsoft.com/office/drawing/2014/main" id="{7F7F4E79-64BC-264F-B468-0FBDC7B7D00E}"/>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15AE3660-889E-4727-51A0-1728EF767BF1}"/>
              </a:ext>
            </a:extLst>
          </p:cNvPr>
          <p:cNvPicPr>
            <a:picLocks noChangeAspect="1" noChangeArrowheads="1"/>
          </p:cNvPicPr>
          <p:nvPr/>
        </p:nvPicPr>
        <p:blipFill>
          <a:blip r:embed="R41cfbcc46cdc42c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FA2E8E1-DA9E-8425-8AF2-51601D16B7A7}"/>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805E298B-8772-2B28-A24C-E96DB38D650B}"/>
              </a:ext>
            </a:extLst>
          </p:cNvPr>
          <p:cNvSpPr>
            <a:spLocks noGrp="1"/>
          </p:cNvSpPr>
          <p:nvPr>
            <p:ph type="sldNum" sz="quarter" idx="12"/>
          </p:nvPr>
        </p:nvSpPr>
        <p:spPr/>
        <p:txBody>
          <a:bodyPr/>
          <a:lstStyle/>
          <a:p>
            <a:fld id="{C421C46D-3F04-4F73-BF36-E6D9DA5AE143}" type="slidenum">
              <a:rPr lang="en-IN"/>
              <a:t>7</a:t>
            </a:fld>
            <a:endParaRPr lang="en-IN"/>
          </a:p>
        </p:txBody>
      </p:sp>
    </p:spTree>
    <p:extLst>
      <p:ext uri="{BB962C8B-B14F-4D97-AF65-F5344CB8AC3E}">
        <p14:creationId xmlns:p14="http://schemas.microsoft.com/office/powerpoint/2010/main" val="485433808"/>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c18f06c9df584828"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f3bb924732845e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pic>
        <p:nvPicPr>
          <p:cNvPr id="8" name="Picture 7">
            <a:extLst>
              <a:ext uri="{FF2B5EF4-FFF2-40B4-BE49-F238E27FC236}">
                <a16:creationId xmlns:a16="http://schemas.microsoft.com/office/drawing/2014/main" id="{EE933E18-9F15-A015-7DA8-6FB3F541B028}"/>
              </a:ext>
            </a:extLst>
          </p:cNvPr>
          <p:cNvPicPr>
            <a:picLocks noChangeAspect="1"/>
          </p:cNvPicPr>
          <p:nvPr/>
        </p:nvPicPr>
        <p:blipFill>
          <a:blip r:embed="R8c36cf30e9f04781"/>
          <a:stretch>
            <a:fillRect/>
          </a:stretch>
        </p:blipFill>
        <p:spPr>
          <a:xfrm>
            <a:off x="882735" y="1136586"/>
            <a:ext cx="7415041" cy="4943361"/>
          </a:xfrm>
          <a:prstGeom prst="rect">
            <a:avLst/>
          </a:prstGeom>
        </p:spPr>
      </p:pic>
      <p:sp>
        <p:nvSpPr>
          <p:cNvPr id="10" name="TextBox 9">
            <a:extLst>
              <a:ext uri="{FF2B5EF4-FFF2-40B4-BE49-F238E27FC236}">
                <a16:creationId xmlns:a16="http://schemas.microsoft.com/office/drawing/2014/main" id="{DBC1BE73-384E-6561-3C75-339BE8E7EFD8}"/>
              </a:ext>
            </a:extLst>
          </p:cNvPr>
          <p:cNvSpPr txBox="1"/>
          <p:nvPr/>
        </p:nvSpPr>
        <p:spPr>
          <a:xfrm>
            <a:off x="2690472" y="6068363"/>
            <a:ext cx="3960440" cy="338554"/>
          </a:xfrm>
          <a:prstGeom prst="rect">
            <a:avLst/>
          </a:prstGeom>
          <a:noFill/>
        </p:spPr>
        <p:txBody>
          <a:bodyPr wrap="square" rtlCol="0">
            <a:spAutoFit/>
          </a:bodyPr>
          <a:lstStyle/>
          <a:p>
            <a:pPr algn="ctr"/>
            <a:r>
              <a:rPr lang="en-IN" sz="1600" i="1" dirty="0">
                <a:latin typeface="Times New Roman" panose="02020603050405020304" pitchFamily="18" charset="0"/>
                <a:cs typeface="Times New Roman" panose="02020603050405020304" pitchFamily="18" charset="0"/>
              </a:rPr>
              <a:t>Source: AI Generated Image</a:t>
            </a:r>
          </a:p>
        </p:txBody>
      </p:sp>
    </p:spTree>
    <p:extLst>
      <p:ext uri="{BB962C8B-B14F-4D97-AF65-F5344CB8AC3E}">
        <p14:creationId xmlns:p14="http://schemas.microsoft.com/office/powerpoint/2010/main" val="65883359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27e0917abad46a8"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d69c27ec12ee467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408916" y="1507554"/>
            <a:ext cx="8077200" cy="4493538"/>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itchFamily="18" charset="0"/>
              </a:rPr>
              <a:t>Linked list  is  a linear data structure with series of connected nodes.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Elements are stored in </a:t>
            </a:r>
            <a:r>
              <a:rPr lang="en-US" sz="2400" b="1" dirty="0">
                <a:latin typeface="Times New Roman" panose="02020603050405020304" pitchFamily="18" charset="0"/>
                <a:cs typeface="Times New Roman" panose="02020603050405020304" pitchFamily="18" charset="0"/>
              </a:rPr>
              <a:t>nodes</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Each node contains:</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Address of next node</a:t>
            </a: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linked list is a </a:t>
            </a:r>
            <a:r>
              <a:rPr lang="en-US" sz="2400" b="1" dirty="0">
                <a:latin typeface="Times New Roman" panose="02020603050405020304" pitchFamily="18" charset="0"/>
                <a:cs typeface="Times New Roman" panose="02020603050405020304" pitchFamily="18" charset="0"/>
              </a:rPr>
              <a:t>linear data structure</a:t>
            </a: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first node is pointed by </a:t>
            </a:r>
            <a:r>
              <a:rPr lang="en-US" sz="2400" b="1" dirty="0">
                <a:latin typeface="Times New Roman" panose="02020603050405020304" pitchFamily="18" charset="0"/>
                <a:cs typeface="Times New Roman" panose="02020603050405020304" pitchFamily="18" charset="0"/>
              </a:rPr>
              <a:t>Head</a:t>
            </a:r>
            <a:endParaRPr lang="en-US" sz="24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itchFamily="18" charset="0"/>
              </a:rPr>
              <a:t>The last node of the list contains a pointer to the null</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2051" name="Picture 3"/>
          <p:cNvPicPr>
            <a:picLocks noChangeAspect="1" noChangeArrowheads="1"/>
          </p:cNvPicPr>
          <p:nvPr/>
        </p:nvPicPr>
        <p:blipFill>
          <a:blip r:embed="R1eebdbf13b2446f3">
            <a:extLst>
              <a:ext uri="{28A0092B-C50C-407E-A947-70E740481C1C}">
                <a14:useLocalDpi xmlns:a14="http://schemas.microsoft.com/office/drawing/2010/main" val="0"/>
              </a:ext>
            </a:extLst>
          </a:blip>
          <a:srcRect/>
          <a:stretch>
            <a:fillRect/>
          </a:stretch>
        </p:blipFill>
        <p:spPr bwMode="auto">
          <a:xfrm>
            <a:off x="4211960" y="3037411"/>
            <a:ext cx="4752528" cy="928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564044" y="3975436"/>
            <a:ext cx="3888432" cy="307777"/>
          </a:xfrm>
          <a:prstGeom prst="rect">
            <a:avLst/>
          </a:prstGeom>
        </p:spPr>
        <p:txBody>
          <a:bodyPr wrap="square">
            <a:spAutoFit/>
          </a:bodyPr>
          <a:lstStyle/>
          <a:p>
            <a:r>
              <a:rPr lang="en-IN" sz="1400" dirty="0">
                <a:hlinkClick r:id="rcId1f8b075088ce49e2"/>
              </a:rPr>
              <a:t>https://www.geeksforgeeks.org/what-is-linked-list/</a:t>
            </a:r>
            <a:endParaRPr lang="en-IN" sz="1400" dirty="0"/>
          </a:p>
        </p:txBody>
      </p:sp>
    </p:spTree>
    <p:extLst>
      <p:ext uri="{BB962C8B-B14F-4D97-AF65-F5344CB8AC3E}">
        <p14:creationId xmlns:p14="http://schemas.microsoft.com/office/powerpoint/2010/main" val="2304208563"/>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9b71b3acc1c4ec1"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c1b30e6fd1594ac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Why 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07974" y="1480231"/>
            <a:ext cx="8368481" cy="3503844"/>
          </a:xfrm>
          <a:prstGeom prst="rect">
            <a:avLst/>
          </a:prstGeom>
        </p:spPr>
        <p:txBody>
          <a:bodyPr wrap="square">
            <a:spAutoFit/>
          </a:bodyPr>
          <a:lstStyle/>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Arrays have the following limitations. </a:t>
            </a:r>
          </a:p>
          <a:p>
            <a:pPr marL="342900" indent="-342900" algn="just">
              <a:lnSpc>
                <a:spcPct val="150000"/>
              </a:lnSpc>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size of the array is fixed: </a:t>
            </a:r>
            <a:r>
              <a:rPr lang="en-US" sz="2400" dirty="0">
                <a:latin typeface="Times New Roman" panose="02020603050405020304" pitchFamily="18" charset="0"/>
                <a:cs typeface="Times New Roman" panose="02020603050405020304" pitchFamily="18" charset="0"/>
              </a:rPr>
              <a:t>The size of an array must be known in advance</a:t>
            </a:r>
          </a:p>
          <a:p>
            <a:pPr marL="342900" indent="-342900" algn="just">
              <a:lnSpc>
                <a:spcPct val="150000"/>
              </a:lnSpc>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Insertion operation is expensive: </a:t>
            </a:r>
            <a:r>
              <a:rPr lang="en-US" sz="2400" dirty="0">
                <a:latin typeface="Times New Roman" panose="02020603050405020304" pitchFamily="18" charset="0"/>
                <a:cs typeface="Times New Roman" panose="02020603050405020304" pitchFamily="18" charset="0"/>
              </a:rPr>
              <a:t>Space must be created for the new element, which requires shifting existing elements to new positions.</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246406963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475e926d1d9449d"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006e56ff020494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Example</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07975" y="1500104"/>
            <a:ext cx="8077200" cy="4411785"/>
          </a:xfrm>
          <a:prstGeom prst="rect">
            <a:avLst/>
          </a:prstGeom>
        </p:spPr>
        <p:txBody>
          <a:bodyPr wrap="square">
            <a:spAutoFit/>
          </a:bodyPr>
          <a:lstStyle/>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a system, if we maintain a sorted list of IDs in an array id[].</a:t>
            </a:r>
          </a:p>
          <a:p>
            <a:pPr algn="ctr">
              <a:lnSpc>
                <a:spcPct val="200000"/>
              </a:lnSpc>
            </a:pPr>
            <a:r>
              <a:rPr lang="en-IN" sz="2400" b="1" dirty="0">
                <a:latin typeface="Times New Roman" panose="02020603050405020304" pitchFamily="18" charset="0"/>
                <a:cs typeface="Times New Roman" panose="02020603050405020304" pitchFamily="18" charset="0"/>
              </a:rPr>
              <a:t>id[] = [1000, 1010, 1050, 2000, 2040].</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insert a new ID 1005, we have to move all the elements after 1000 (excluding 1000).</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delete 1010 in id[], everything after 1010 has to be moved.</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3937441582"/>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9c75a87bd89d4891"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5ccd98311234b7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IN" sz="3600" dirty="0">
                <a:solidFill>
                  <a:srgbClr val="FF0000"/>
                </a:solidFill>
              </a:rPr>
              <a:t>Representation</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81000" y="1293834"/>
            <a:ext cx="8077200" cy="391305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linked list is represented by a pointer to the first node of the linked list.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first node is called the head. If the linked list is empty, then the value of the head is NULL.</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node in a list consists of at least two parts:</a:t>
            </a:r>
          </a:p>
          <a:p>
            <a:pPr marL="817563" indent="-457200" algn="just">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Data</a:t>
            </a:r>
          </a:p>
          <a:p>
            <a:pPr marL="817563" indent="-457200" algn="just">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Pointer (or Reference) to the next node</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60370999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2e30d754185474b"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05f3528b760a4b2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t> </a:t>
            </a:r>
            <a:r>
              <a:rPr lang="en-IN" sz="3200" dirty="0">
                <a:solidFill>
                  <a:srgbClr val="FF0000"/>
                </a:solidFill>
              </a:rPr>
              <a:t>Creation of Node and Declaration of Linked Lists</a:t>
            </a:r>
            <a:endParaRPr lang="en-IN" sz="36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 name="Rectangle 10"/>
          <p:cNvSpPr/>
          <p:nvPr/>
        </p:nvSpPr>
        <p:spPr>
          <a:xfrm>
            <a:off x="914400" y="1480231"/>
            <a:ext cx="6858000" cy="4124206"/>
          </a:xfrm>
          <a:prstGeom prst="rect">
            <a:avLst/>
          </a:prstGeom>
        </p:spPr>
        <p:txBody>
          <a:bodyPr wrap="square">
            <a:spAutoFit/>
          </a:bodyPr>
          <a:lstStyle/>
          <a:p>
            <a:pPr>
              <a:spcBef>
                <a:spcPts val="600"/>
              </a:spcBef>
              <a:spcAft>
                <a:spcPts val="600"/>
              </a:spcAft>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data;</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 next;</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a:t>
            </a:r>
          </a:p>
          <a:p>
            <a:pPr>
              <a:spcBef>
                <a:spcPts val="600"/>
              </a:spcBef>
              <a:spcAft>
                <a:spcPts val="600"/>
              </a:spcAft>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 n;</a:t>
            </a:r>
          </a:p>
          <a:p>
            <a:pPr>
              <a:spcBef>
                <a:spcPts val="600"/>
              </a:spcBef>
              <a:spcAft>
                <a:spcPts val="600"/>
              </a:spcAft>
            </a:pPr>
            <a:endParaRPr lang="en-IN" sz="2400" dirty="0">
              <a:latin typeface="Times New Roman" panose="02020603050405020304" pitchFamily="18" charset="0"/>
              <a:cs typeface="Times New Roman" panose="02020603050405020304" pitchFamily="18" charset="0"/>
            </a:endParaRPr>
          </a:p>
          <a:p>
            <a:pPr>
              <a:spcBef>
                <a:spcPts val="600"/>
              </a:spcBef>
              <a:spcAft>
                <a:spcPts val="600"/>
              </a:spcAft>
            </a:pPr>
            <a:r>
              <a:rPr lang="en-IN" sz="2400" dirty="0">
                <a:latin typeface="Times New Roman" panose="02020603050405020304" pitchFamily="18" charset="0"/>
                <a:cs typeface="Times New Roman" panose="02020603050405020304" pitchFamily="18" charset="0"/>
              </a:rPr>
              <a:t>n=(</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r>
              <a:rPr lang="en-IN" sz="2400" dirty="0" err="1">
                <a:latin typeface="Times New Roman" panose="02020603050405020304" pitchFamily="18" charset="0"/>
                <a:cs typeface="Times New Roman" panose="02020603050405020304" pitchFamily="18" charset="0"/>
              </a:rPr>
              <a:t>malloc</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sizeof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p:txBody>
      </p:sp>
      <p:pic>
        <p:nvPicPr>
          <p:cNvPr id="3074" name="Picture 2"/>
          <p:cNvPicPr>
            <a:picLocks noChangeAspect="1" noChangeArrowheads="1"/>
          </p:cNvPicPr>
          <p:nvPr/>
        </p:nvPicPr>
        <p:blipFill rotWithShape="1">
          <a:blip r:embed="R686de755beaf45b1">
            <a:extLst>
              <a:ext uri="{28A0092B-C50C-407E-A947-70E740481C1C}">
                <a14:useLocalDpi xmlns:a14="http://schemas.microsoft.com/office/drawing/2010/main" val="0"/>
              </a:ext>
            </a:extLst>
          </a:blip>
          <a:srcRect l="26024" r="17433" b="55410"/>
          <a:stretch/>
        </p:blipFill>
        <p:spPr bwMode="auto">
          <a:xfrm>
            <a:off x="4191186" y="2541598"/>
            <a:ext cx="4177258" cy="170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084037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1e1920b694444d1"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e80f5877bd8c4c9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solidFill>
                  <a:srgbClr val="FF0000"/>
                </a:solidFill>
              </a:rPr>
              <a:t> </a:t>
            </a:r>
            <a:r>
              <a:rPr lang="en-IN" sz="3200" dirty="0">
                <a:solidFill>
                  <a:srgbClr val="FF0000"/>
                </a:solidFill>
              </a:rPr>
              <a:t>Applications </a:t>
            </a:r>
            <a:endParaRPr lang="en-IN" sz="36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a:extLst>
              <a:ext uri="{FF2B5EF4-FFF2-40B4-BE49-F238E27FC236}">
                <a16:creationId xmlns:a16="http://schemas.microsoft.com/office/drawing/2014/main" id="{07958704-1B9D-7335-D51A-9B89E842A7B9}"/>
              </a:ext>
            </a:extLst>
          </p:cNvPr>
          <p:cNvPicPr>
            <a:picLocks noChangeAspect="1"/>
          </p:cNvPicPr>
          <p:nvPr/>
        </p:nvPicPr>
        <p:blipFill>
          <a:blip r:embed="R06848630fcae43ff"/>
          <a:srcRect l="787" t="16292" r="787" b="16926"/>
          <a:stretch>
            <a:fillRect/>
          </a:stretch>
        </p:blipFill>
        <p:spPr>
          <a:xfrm>
            <a:off x="72008" y="1374186"/>
            <a:ext cx="8999984" cy="4071037"/>
          </a:xfrm>
          <a:prstGeom prst="rect">
            <a:avLst/>
          </a:prstGeom>
        </p:spPr>
      </p:pic>
      <p:sp>
        <p:nvSpPr>
          <p:cNvPr id="19" name="TextBox 18">
            <a:extLst>
              <a:ext uri="{FF2B5EF4-FFF2-40B4-BE49-F238E27FC236}">
                <a16:creationId xmlns:a16="http://schemas.microsoft.com/office/drawing/2014/main" id="{36FC3CE6-DAF8-D076-6E9E-F34E591DC128}"/>
              </a:ext>
            </a:extLst>
          </p:cNvPr>
          <p:cNvSpPr txBox="1"/>
          <p:nvPr/>
        </p:nvSpPr>
        <p:spPr>
          <a:xfrm>
            <a:off x="2610036" y="5369440"/>
            <a:ext cx="3960440" cy="338554"/>
          </a:xfrm>
          <a:prstGeom prst="rect">
            <a:avLst/>
          </a:prstGeom>
          <a:noFill/>
        </p:spPr>
        <p:txBody>
          <a:bodyPr wrap="square" rtlCol="0">
            <a:spAutoFit/>
          </a:bodyPr>
          <a:lstStyle/>
          <a:p>
            <a:pPr algn="ctr"/>
            <a:r>
              <a:rPr lang="en-IN" sz="1600" i="1" dirty="0">
                <a:latin typeface="Times New Roman" panose="02020603050405020304" pitchFamily="18" charset="0"/>
                <a:cs typeface="Times New Roman" panose="02020603050405020304" pitchFamily="18" charset="0"/>
              </a:rPr>
              <a:t>Source: AI Generated Image</a:t>
            </a:r>
          </a:p>
        </p:txBody>
      </p:sp>
    </p:spTree>
    <p:extLst>
      <p:ext uri="{BB962C8B-B14F-4D97-AF65-F5344CB8AC3E}">
        <p14:creationId xmlns:p14="http://schemas.microsoft.com/office/powerpoint/2010/main" val="1452244230"/>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dcc622534ef4c37"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5c600f4103d74f4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Advantages And Disadvantages</a:t>
            </a:r>
            <a:endParaRPr lang="en-IN" sz="32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506435" y="1622796"/>
            <a:ext cx="3445430" cy="3785652"/>
          </a:xfrm>
          <a:prstGeom prst="rect">
            <a:avLst/>
          </a:prstGeom>
        </p:spPr>
        <p:txBody>
          <a:bodyPr wrap="none">
            <a:spAutoFit/>
          </a:bodyPr>
          <a:lstStyle/>
          <a:p>
            <a:pPr algn="just">
              <a:lnSpc>
                <a:spcPct val="150000"/>
              </a:lnSpc>
            </a:pPr>
            <a:r>
              <a:rPr lang="en-IN" sz="2400" b="1" dirty="0">
                <a:solidFill>
                  <a:schemeClr val="accent1"/>
                </a:solidFill>
                <a:latin typeface="Times New Roman" panose="02020603050405020304" pitchFamily="18" charset="0"/>
                <a:cs typeface="Times New Roman" panose="02020603050405020304" pitchFamily="18" charset="0"/>
              </a:rPr>
              <a:t>Advantages</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Dynamic data structure</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Insertion and deletion</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Versatility </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Persistence </a:t>
            </a:r>
          </a:p>
          <a:p>
            <a:pPr algn="just"/>
            <a:endParaRPr lang="en-IN" sz="2400" dirty="0"/>
          </a:p>
        </p:txBody>
      </p:sp>
      <p:sp>
        <p:nvSpPr>
          <p:cNvPr id="13" name="Rectangle 12"/>
          <p:cNvSpPr/>
          <p:nvPr/>
        </p:nvSpPr>
        <p:spPr>
          <a:xfrm>
            <a:off x="4256405" y="1701472"/>
            <a:ext cx="4614375" cy="3359061"/>
          </a:xfrm>
          <a:prstGeom prst="rect">
            <a:avLst/>
          </a:prstGeom>
        </p:spPr>
        <p:txBody>
          <a:bodyPr wrap="square">
            <a:spAutoFit/>
          </a:bodyPr>
          <a:lstStyle/>
          <a:p>
            <a:pPr>
              <a:lnSpc>
                <a:spcPct val="150000"/>
              </a:lnSpc>
            </a:pPr>
            <a:r>
              <a:rPr lang="en-US" sz="2400" b="1" dirty="0">
                <a:solidFill>
                  <a:schemeClr val="accent1"/>
                </a:solidFill>
                <a:latin typeface="Times New Roman" panose="02020603050405020304" pitchFamily="18" charset="0"/>
                <a:cs typeface="Times New Roman" panose="02020603050405020304" pitchFamily="18" charset="0"/>
              </a:rPr>
              <a:t>Disadvantages</a:t>
            </a:r>
            <a:endParaRPr lang="en-IN" sz="2400" b="1" dirty="0">
              <a:solidFill>
                <a:schemeClr val="accent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Memory usage </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Accessing an element</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More complex implementation </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Lack of cache locality </a:t>
            </a:r>
          </a:p>
          <a:p>
            <a:pPr marL="457200" indent="-457200">
              <a:lnSpc>
                <a:spcPct val="150000"/>
              </a:lnSpc>
              <a:buFont typeface="Wingdings" panose="05000000000000000000" pitchFamily="2" charset="2"/>
              <a:buChar char="Ø"/>
            </a:pPr>
            <a:endParaRPr lang="en-IN" sz="2400" i="1" dirty="0"/>
          </a:p>
        </p:txBody>
      </p:sp>
    </p:spTree>
    <p:extLst>
      <p:ext uri="{BB962C8B-B14F-4D97-AF65-F5344CB8AC3E}">
        <p14:creationId xmlns:p14="http://schemas.microsoft.com/office/powerpoint/2010/main" val="2973473269"/>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8911bd78fd24a4f"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2f0199fac796446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Importance of Linked List</a:t>
            </a:r>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155575" y="1219200"/>
            <a:ext cx="8836025" cy="3046988"/>
          </a:xfrm>
          <a:prstGeom prst="rect">
            <a:avLst/>
          </a:prstGeom>
        </p:spPr>
        <p:txBody>
          <a:bodyPr wrap="square">
            <a:spAutoFit/>
          </a:bodyPr>
          <a:lstStyle/>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Dynamic Data structure</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Ease of Insertion/Deletion.</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Efficient Memory Utilization </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Implementation</a:t>
            </a:r>
          </a:p>
        </p:txBody>
      </p:sp>
    </p:spTree>
    <p:extLst>
      <p:ext uri="{BB962C8B-B14F-4D97-AF65-F5344CB8AC3E}">
        <p14:creationId xmlns:p14="http://schemas.microsoft.com/office/powerpoint/2010/main" val="108939478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33d3de61194e458b"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f6eaa9634bc941b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7"/>
            <a:ext cx="8751017" cy="646331"/>
          </a:xfrm>
          <a:prstGeom prst="rect">
            <a:avLst/>
          </a:prstGeom>
          <a:noFill/>
        </p:spPr>
        <p:txBody>
          <a:bodyPr wrap="square" rtlCol="0">
            <a:spAutoFit/>
          </a:bodyPr>
          <a:lstStyle/>
          <a:p>
            <a:r>
              <a:rPr lang="en-IN" sz="3600" dirty="0">
                <a:solidFill>
                  <a:srgbClr val="FF0000"/>
                </a:solidFill>
              </a:rPr>
              <a:t>Linked List </a:t>
            </a:r>
            <a:r>
              <a:rPr lang="en-IN" sz="3600" dirty="0" err="1">
                <a:solidFill>
                  <a:srgbClr val="FF0000"/>
                </a:solidFill>
              </a:rPr>
              <a:t>vs</a:t>
            </a:r>
            <a:r>
              <a:rPr lang="en-IN" sz="3600" dirty="0">
                <a:solidFill>
                  <a:srgbClr val="FF0000"/>
                </a:solidFill>
              </a:rPr>
              <a:t> Array</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4106386054"/>
              </p:ext>
            </p:extLst>
          </p:nvPr>
        </p:nvGraphicFramePr>
        <p:xfrm>
          <a:off x="381000" y="685800"/>
          <a:ext cx="8690992" cy="5753100"/>
        </p:xfrm>
        <a:graphic>
          <a:graphicData uri="http://schemas.openxmlformats.org/drawingml/2006/table">
            <a:tbl>
              <a:tblPr>
                <a:tableStyleId>{BC89EF96-8CEA-46FF-86C4-4CE0E7609802}</a:tableStyleId>
              </a:tblPr>
              <a:tblGrid>
                <a:gridCol w="4345496">
                  <a:extLst>
                    <a:ext uri="{9D8B030D-6E8A-4147-A177-3AD203B41FA5}">
                      <a16:colId xmlns:a16="http://schemas.microsoft.com/office/drawing/2014/main" val="20000"/>
                    </a:ext>
                  </a:extLst>
                </a:gridCol>
                <a:gridCol w="4345496">
                  <a:extLst>
                    <a:ext uri="{9D8B030D-6E8A-4147-A177-3AD203B41FA5}">
                      <a16:colId xmlns:a16="http://schemas.microsoft.com/office/drawing/2014/main" val="20001"/>
                    </a:ext>
                  </a:extLst>
                </a:gridCol>
              </a:tblGrid>
              <a:tr h="430178">
                <a:tc>
                  <a:txBody>
                    <a:bodyPr/>
                    <a:lstStyle/>
                    <a:p>
                      <a:pPr algn="ctr" rtl="0" fontAlgn="base"/>
                      <a:r>
                        <a:rPr lang="en-IN" sz="2000" b="1" dirty="0">
                          <a:solidFill>
                            <a:srgbClr val="FF0000"/>
                          </a:solidFill>
                          <a:effectLst/>
                          <a:latin typeface="Times New Roman" panose="02020603050405020304" pitchFamily="18" charset="0"/>
                          <a:cs typeface="Times New Roman" panose="02020603050405020304" pitchFamily="18" charset="0"/>
                        </a:rPr>
                        <a:t>Array</a:t>
                      </a:r>
                    </a:p>
                  </a:txBody>
                  <a:tcPr marL="38100" marR="38100" marT="95250" marB="95250" anchor="ctr"/>
                </a:tc>
                <a:tc>
                  <a:txBody>
                    <a:bodyPr/>
                    <a:lstStyle/>
                    <a:p>
                      <a:pPr algn="ctr" rtl="0" fontAlgn="base"/>
                      <a:r>
                        <a:rPr lang="en-IN" sz="2000" b="1" dirty="0">
                          <a:solidFill>
                            <a:srgbClr val="FF0000"/>
                          </a:solidFill>
                          <a:effectLst/>
                          <a:latin typeface="Times New Roman" panose="02020603050405020304" pitchFamily="18" charset="0"/>
                          <a:cs typeface="Times New Roman" panose="02020603050405020304" pitchFamily="18" charset="0"/>
                        </a:rPr>
                        <a:t>Linked List</a:t>
                      </a:r>
                    </a:p>
                  </a:txBody>
                  <a:tcPr marL="95250" marR="95250" marT="95250" marB="95250" anchor="ctr"/>
                </a:tc>
                <a:extLst>
                  <a:ext uri="{0D108BD9-81ED-4DB2-BD59-A6C34878D82A}">
                    <a16:rowId xmlns:a16="http://schemas.microsoft.com/office/drawing/2014/main" val="10000"/>
                  </a:ext>
                </a:extLst>
              </a:tr>
              <a:tr h="620517">
                <a:tc>
                  <a:txBody>
                    <a:bodyPr/>
                    <a:lstStyle/>
                    <a:p>
                      <a:pPr algn="l" rtl="0" fontAlgn="base"/>
                      <a:r>
                        <a:rPr lang="en-IN" sz="2000" dirty="0">
                          <a:effectLst/>
                          <a:latin typeface="Times New Roman" panose="02020603050405020304" pitchFamily="18" charset="0"/>
                          <a:cs typeface="Times New Roman" panose="02020603050405020304" pitchFamily="18" charset="0"/>
                        </a:rPr>
                        <a:t>Arrays are stored in contiguous location.</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Linked Lists are not stored in contiguous location.</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1"/>
                  </a:ext>
                </a:extLst>
              </a:tr>
              <a:tr h="496360">
                <a:tc>
                  <a:txBody>
                    <a:bodyPr/>
                    <a:lstStyle/>
                    <a:p>
                      <a:pPr algn="l" rtl="0" fontAlgn="base"/>
                      <a:r>
                        <a:rPr lang="en-IN" sz="2000" dirty="0">
                          <a:effectLst/>
                          <a:latin typeface="Times New Roman" panose="02020603050405020304" pitchFamily="18" charset="0"/>
                          <a:cs typeface="Times New Roman" panose="02020603050405020304" pitchFamily="18" charset="0"/>
                        </a:rPr>
                        <a:t>Fixed size.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a:effectLst/>
                          <a:latin typeface="Times New Roman" panose="02020603050405020304" pitchFamily="18" charset="0"/>
                          <a:cs typeface="Times New Roman" panose="02020603050405020304" pitchFamily="18" charset="0"/>
                        </a:rPr>
                        <a:t>Dynamic Size</a:t>
                      </a:r>
                      <a:endParaRPr lang="en-IN" sz="20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2"/>
                  </a:ext>
                </a:extLst>
              </a:tr>
              <a:tr h="496360">
                <a:tc>
                  <a:txBody>
                    <a:bodyPr/>
                    <a:lstStyle/>
                    <a:p>
                      <a:pPr algn="l" rtl="0" fontAlgn="base"/>
                      <a:r>
                        <a:rPr lang="en-IN" sz="2000" dirty="0">
                          <a:effectLst/>
                          <a:latin typeface="Times New Roman" panose="02020603050405020304" pitchFamily="18" charset="0"/>
                          <a:cs typeface="Times New Roman" panose="02020603050405020304" pitchFamily="18" charset="0"/>
                        </a:rPr>
                        <a:t>Memory is allocated at compile time.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a:effectLst/>
                          <a:latin typeface="Times New Roman" panose="02020603050405020304" pitchFamily="18" charset="0"/>
                          <a:cs typeface="Times New Roman" panose="02020603050405020304" pitchFamily="18" charset="0"/>
                        </a:rPr>
                        <a:t>Memory is allocated at run time.</a:t>
                      </a:r>
                      <a:endParaRPr lang="en-IN" sz="20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3"/>
                  </a:ext>
                </a:extLst>
              </a:tr>
              <a:tr h="1025810">
                <a:tc>
                  <a:txBody>
                    <a:bodyPr/>
                    <a:lstStyle/>
                    <a:p>
                      <a:pPr algn="l" rtl="0" fontAlgn="base"/>
                      <a:r>
                        <a:rPr lang="en-IN" sz="2000" dirty="0">
                          <a:effectLst/>
                          <a:latin typeface="Times New Roman" panose="02020603050405020304" pitchFamily="18" charset="0"/>
                          <a:cs typeface="Times New Roman" panose="02020603050405020304" pitchFamily="18" charset="0"/>
                        </a:rPr>
                        <a:t>Uses less memory than Linked Lists.</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Uses more memory than Arrays as it stores both data and address of next node.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4"/>
                  </a:ext>
                </a:extLst>
              </a:tr>
              <a:tr h="1025810">
                <a:tc>
                  <a:txBody>
                    <a:bodyPr/>
                    <a:lstStyle/>
                    <a:p>
                      <a:pPr algn="l" rtl="0" fontAlgn="base"/>
                      <a:r>
                        <a:rPr lang="en-IN" sz="2000" dirty="0">
                          <a:effectLst/>
                          <a:latin typeface="Times New Roman" panose="02020603050405020304" pitchFamily="18" charset="0"/>
                          <a:cs typeface="Times New Roman" panose="02020603050405020304" pitchFamily="18" charset="0"/>
                        </a:rPr>
                        <a:t>Elements can be accessed easily in O(1) time.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Elements can be access by traversing through all the nodes till we reach the required node.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5"/>
                  </a:ext>
                </a:extLst>
              </a:tr>
              <a:tr h="761085">
                <a:tc>
                  <a:txBody>
                    <a:bodyPr/>
                    <a:lstStyle/>
                    <a:p>
                      <a:pPr algn="l" rtl="0" fontAlgn="base"/>
                      <a:r>
                        <a:rPr lang="en-IN" sz="2000" dirty="0">
                          <a:effectLst/>
                          <a:latin typeface="Times New Roman" panose="02020603050405020304" pitchFamily="18" charset="0"/>
                          <a:cs typeface="Times New Roman" panose="02020603050405020304" pitchFamily="18" charset="0"/>
                        </a:rPr>
                        <a:t>Insertion and deletion operation is slower than Linked List.</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Insertion and deletion operation is faster than Linked List.</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756444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11320f1b546433b"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8a9b3c567595425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7" y="-145918"/>
            <a:ext cx="8751017" cy="954107"/>
          </a:xfrm>
          <a:prstGeom prst="rect">
            <a:avLst/>
          </a:prstGeom>
          <a:noFill/>
        </p:spPr>
        <p:txBody>
          <a:bodyPr wrap="square" rtlCol="0">
            <a:spAutoFit/>
          </a:bodyPr>
          <a:lstStyle/>
          <a:p>
            <a:endParaRPr lang="en-US" sz="2400" b="1" u="sng" dirty="0"/>
          </a:p>
          <a:p>
            <a:r>
              <a:rPr lang="en-US" dirty="0"/>
              <a:t> </a:t>
            </a:r>
            <a:r>
              <a:rPr lang="en-IN" sz="3200" dirty="0">
                <a:solidFill>
                  <a:srgbClr val="FF0000"/>
                </a:solidFill>
              </a:rPr>
              <a:t>Time Complexity Analysis of Linked List and Array</a:t>
            </a:r>
            <a:endParaRPr lang="en-US" sz="32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6" name="Table 5"/>
          <p:cNvGraphicFramePr>
            <a:graphicFrameLocks noGrp="1"/>
          </p:cNvGraphicFramePr>
          <p:nvPr>
            <p:extLst>
              <p:ext uri="{D42A27DB-BD31-4B8C-83A1-F6EECF244321}">
                <p14:modId xmlns:p14="http://schemas.microsoft.com/office/powerpoint/2010/main" val="573343748"/>
              </p:ext>
            </p:extLst>
          </p:nvPr>
        </p:nvGraphicFramePr>
        <p:xfrm>
          <a:off x="589289" y="1188190"/>
          <a:ext cx="8229600" cy="4914900"/>
        </p:xfrm>
        <a:graphic>
          <a:graphicData uri="http://schemas.openxmlformats.org/drawingml/2006/table">
            <a:tbl>
              <a:tblPr>
                <a:tableStyleId>{BC89EF96-8CEA-46FF-86C4-4CE0E7609802}</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algn="ctr" fontAlgn="base"/>
                      <a:r>
                        <a:rPr lang="en-IN" sz="2400" b="1" dirty="0">
                          <a:effectLst/>
                          <a:latin typeface="Times New Roman" panose="02020603050405020304" pitchFamily="18" charset="0"/>
                          <a:cs typeface="Times New Roman" panose="02020603050405020304" pitchFamily="18" charset="0"/>
                        </a:rPr>
                        <a:t>Operation</a:t>
                      </a:r>
                    </a:p>
                  </a:txBody>
                  <a:tcPr marL="38100" marR="38100" marT="95250" marB="95250" anchor="ctr"/>
                </a:tc>
                <a:tc>
                  <a:txBody>
                    <a:bodyPr/>
                    <a:lstStyle/>
                    <a:p>
                      <a:pPr algn="ctr" fontAlgn="base"/>
                      <a:r>
                        <a:rPr lang="en-IN" sz="2400" b="1">
                          <a:effectLst/>
                          <a:latin typeface="Times New Roman" panose="02020603050405020304" pitchFamily="18" charset="0"/>
                          <a:cs typeface="Times New Roman" panose="02020603050405020304" pitchFamily="18" charset="0"/>
                        </a:rPr>
                        <a:t>Linked list</a:t>
                      </a:r>
                    </a:p>
                  </a:txBody>
                  <a:tcPr marL="95250" marR="95250" marT="95250" marB="95250" anchor="ctr"/>
                </a:tc>
                <a:tc>
                  <a:txBody>
                    <a:bodyPr/>
                    <a:lstStyle/>
                    <a:p>
                      <a:pPr algn="ctr" fontAlgn="base"/>
                      <a:r>
                        <a:rPr lang="en-IN" sz="2400" b="1" dirty="0">
                          <a:effectLst/>
                          <a:latin typeface="Times New Roman" panose="02020603050405020304" pitchFamily="18" charset="0"/>
                          <a:cs typeface="Times New Roman" panose="02020603050405020304" pitchFamily="18" charset="0"/>
                        </a:rPr>
                        <a:t>Array</a:t>
                      </a:r>
                    </a:p>
                  </a:txBody>
                  <a:tcPr marL="95250" marR="95250" marT="95250" marB="95250" anchor="ctr"/>
                </a:tc>
                <a:extLst>
                  <a:ext uri="{0D108BD9-81ED-4DB2-BD59-A6C34878D82A}">
                    <a16:rowId xmlns:a16="http://schemas.microsoft.com/office/drawing/2014/main" val="10000"/>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Random Access</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1"/>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Insertion and deletion at beginning</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2"/>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Insertion and deletion at end</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3"/>
                  </a:ext>
                </a:extLst>
              </a:tr>
              <a:tr h="0">
                <a:tc>
                  <a:txBody>
                    <a:bodyPr/>
                    <a:lstStyle/>
                    <a:p>
                      <a:pPr algn="ctr" fontAlgn="ctr"/>
                      <a:r>
                        <a:rPr lang="en-IN" sz="2400">
                          <a:effectLst/>
                          <a:latin typeface="Times New Roman" panose="02020603050405020304" pitchFamily="18" charset="0"/>
                          <a:cs typeface="Times New Roman" panose="02020603050405020304" pitchFamily="18" charset="0"/>
                        </a:rPr>
                        <a:t>Insertion and deletion at a random position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dirty="0">
                          <a:effectLst/>
                          <a:latin typeface="Times New Roman" panose="02020603050405020304" pitchFamily="18" charset="0"/>
                          <a:cs typeface="Times New Roman" panose="02020603050405020304" pitchFamily="18" charset="0"/>
                        </a:rPr>
                        <a:t>O(N)</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dirty="0">
                          <a:effectLst/>
                          <a:latin typeface="Times New Roman" panose="02020603050405020304" pitchFamily="18" charset="0"/>
                          <a:cs typeface="Times New Roman" panose="02020603050405020304" pitchFamily="18" charset="0"/>
                        </a:rPr>
                        <a:t>O(N)</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74172116"/>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c3b24fb344094c6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7ca03beb5bf647a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Types of linked list</a:t>
            </a:r>
          </a:p>
        </p:txBody>
      </p:sp>
      <p:sp>
        <p:nvSpPr>
          <p:cNvPr id="3" name="Footer Placeholder 2"/>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494d16db0ef04a26">
            <a:extLst>
              <a:ext uri="{28A0092B-C50C-407E-A947-70E740481C1C}">
                <a14:useLocalDpi xmlns:a14="http://schemas.microsoft.com/office/drawing/2010/main" val="0"/>
              </a:ext>
            </a:extLst>
          </a:blip>
          <a:srcRect/>
          <a:stretch>
            <a:fillRect/>
          </a:stretch>
        </p:blipFill>
        <p:spPr bwMode="auto">
          <a:xfrm>
            <a:off x="533400" y="1480231"/>
            <a:ext cx="8153400" cy="408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995245"/>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3C67-8E4D-773F-C20C-02FCC14D41C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B00F7D-BF99-2AA6-2453-11AD963EF096}"/>
              </a:ext>
            </a:extLst>
          </p:cNvPr>
          <p:cNvPicPr>
            <a:picLocks noGrp="1" noChangeAspect="1"/>
          </p:cNvPicPr>
          <p:nvPr>
            <p:ph idx="1"/>
          </p:nvPr>
        </p:nvPicPr>
        <p:blipFill>
          <a:blip r:embed="R73a2fcbe437540b7"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B2897DEB-DCE0-9032-7DA0-B5182B7A95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F072DFD-D953-867D-E017-B4A85B24EAF1}"/>
              </a:ext>
            </a:extLst>
          </p:cNvPr>
          <p:cNvPicPr>
            <a:picLocks noChangeAspect="1"/>
          </p:cNvPicPr>
          <p:nvPr/>
        </p:nvPicPr>
        <p:blipFill>
          <a:blip r:embed="Re0f1acf4e3ee48d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7C26FF28-E27D-0655-B8E7-5B571C7C0D04}"/>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Singly Linked List</a:t>
            </a:r>
            <a:endParaRPr lang="en-US" sz="3600" b="1" dirty="0"/>
          </a:p>
        </p:txBody>
      </p:sp>
      <p:sp>
        <p:nvSpPr>
          <p:cNvPr id="3" name="Footer Placeholder 2">
            <a:extLst>
              <a:ext uri="{FF2B5EF4-FFF2-40B4-BE49-F238E27FC236}">
                <a16:creationId xmlns:a16="http://schemas.microsoft.com/office/drawing/2014/main" id="{DAC67434-DF77-C581-D746-C57E1953A5BC}"/>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DBD6220B-2DB4-24F5-98D0-F60BFF37E82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3127403-FBBD-89E0-C41D-A41FBB781122}"/>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4629761F-6FDB-65BA-DAC4-CA0FFE608781}"/>
              </a:ext>
            </a:extLst>
          </p:cNvPr>
          <p:cNvSpPr/>
          <p:nvPr/>
        </p:nvSpPr>
        <p:spPr>
          <a:xfrm>
            <a:off x="155575" y="1443841"/>
            <a:ext cx="8836025" cy="3970318"/>
          </a:xfrm>
          <a:prstGeom prst="rect">
            <a:avLst/>
          </a:prstGeom>
        </p:spPr>
        <p:txBody>
          <a:bodyPr wrap="square">
            <a:spAutoFit/>
          </a:bodyPr>
          <a:lstStyle/>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Singly Linked List</a:t>
            </a:r>
            <a:r>
              <a:rPr lang="en-US" sz="2400" dirty="0">
                <a:latin typeface="Times New Roman" panose="02020603050405020304" pitchFamily="18" charset="0"/>
                <a:cs typeface="Times New Roman" panose="02020603050405020304" pitchFamily="18" charset="0"/>
              </a:rPr>
              <a:t> is a linked list in which:</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Each node contains </a:t>
            </a:r>
            <a:r>
              <a:rPr lang="en-US" sz="2400" b="1" dirty="0">
                <a:latin typeface="Times New Roman" panose="02020603050405020304" pitchFamily="18" charset="0"/>
                <a:cs typeface="Times New Roman" panose="02020603050405020304" pitchFamily="18" charset="0"/>
              </a:rPr>
              <a:t>one pointer</a:t>
            </a:r>
            <a:endParaRPr lang="en-US" sz="2400" dirty="0">
              <a:latin typeface="Times New Roman" panose="02020603050405020304" pitchFamily="18" charset="0"/>
              <a:cs typeface="Times New Roman" panose="02020603050405020304" pitchFamily="18" charset="0"/>
            </a:endParaRP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Pointer points to the </a:t>
            </a:r>
            <a:r>
              <a:rPr lang="en-US" sz="2400" b="1" dirty="0">
                <a:latin typeface="Times New Roman" panose="02020603050405020304" pitchFamily="18" charset="0"/>
                <a:cs typeface="Times New Roman" panose="02020603050405020304" pitchFamily="18" charset="0"/>
              </a:rPr>
              <a:t>next node</a:t>
            </a:r>
            <a:endParaRPr lang="en-US" sz="2400" dirty="0">
              <a:latin typeface="Times New Roman" panose="02020603050405020304" pitchFamily="18" charset="0"/>
              <a:cs typeface="Times New Roman" panose="02020603050405020304" pitchFamily="18" charset="0"/>
            </a:endParaRP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Last node points to </a:t>
            </a:r>
            <a:r>
              <a:rPr lang="en-US" sz="2400" b="1" dirty="0">
                <a:latin typeface="Times New Roman" panose="02020603050405020304" pitchFamily="18" charset="0"/>
                <a:cs typeface="Times New Roman" panose="02020603050405020304" pitchFamily="18" charset="0"/>
              </a:rPr>
              <a:t>NULL</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Singly Linked List – Node Structure:</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field</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Next pointer</a:t>
            </a:r>
          </a:p>
        </p:txBody>
      </p:sp>
      <p:pic>
        <p:nvPicPr>
          <p:cNvPr id="5" name="Picture 2">
            <a:extLst>
              <a:ext uri="{FF2B5EF4-FFF2-40B4-BE49-F238E27FC236}">
                <a16:creationId xmlns:a16="http://schemas.microsoft.com/office/drawing/2014/main" id="{23AF7A0B-65AF-308C-CEEB-CF6C9CC38353}"/>
              </a:ext>
            </a:extLst>
          </p:cNvPr>
          <p:cNvPicPr>
            <a:picLocks noChangeAspect="1" noChangeArrowheads="1"/>
          </p:cNvPicPr>
          <p:nvPr/>
        </p:nvPicPr>
        <p:blipFill rotWithShape="1">
          <a:blip r:embed="R95bfd4fa034f479b">
            <a:extLst>
              <a:ext uri="{28A0092B-C50C-407E-A947-70E740481C1C}">
                <a14:useLocalDpi xmlns:a14="http://schemas.microsoft.com/office/drawing/2010/main" val="0"/>
              </a:ext>
            </a:extLst>
          </a:blip>
          <a:srcRect l="5447" t="22740" r="15070" b="57533"/>
          <a:stretch>
            <a:fillRect/>
          </a:stretch>
        </p:blipFill>
        <p:spPr bwMode="auto">
          <a:xfrm>
            <a:off x="1475657" y="5085184"/>
            <a:ext cx="6624736" cy="110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74501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2A95-895F-3AC9-6161-54296ED439B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E0C5C7-DD32-3BD1-A322-AD44F8AC21CD}"/>
              </a:ext>
            </a:extLst>
          </p:cNvPr>
          <p:cNvPicPr>
            <a:picLocks noGrp="1" noChangeAspect="1"/>
          </p:cNvPicPr>
          <p:nvPr>
            <p:ph idx="1"/>
          </p:nvPr>
        </p:nvPicPr>
        <p:blipFill>
          <a:blip r:embed="Rc26aaf5d1e7c4b3b"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565FDE1-735D-3A31-9AA8-EB2DAEF6D97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313E8C5-0221-4B77-DC33-A37F3FF521BB}"/>
              </a:ext>
            </a:extLst>
          </p:cNvPr>
          <p:cNvPicPr>
            <a:picLocks noChangeAspect="1"/>
          </p:cNvPicPr>
          <p:nvPr/>
        </p:nvPicPr>
        <p:blipFill>
          <a:blip r:embed="R585174f27d0743a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9103D174-71C9-8D86-D10F-2F54C083B39B}"/>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Singly Linked List- Key Features</a:t>
            </a:r>
          </a:p>
        </p:txBody>
      </p:sp>
      <p:sp>
        <p:nvSpPr>
          <p:cNvPr id="3" name="Footer Placeholder 2">
            <a:extLst>
              <a:ext uri="{FF2B5EF4-FFF2-40B4-BE49-F238E27FC236}">
                <a16:creationId xmlns:a16="http://schemas.microsoft.com/office/drawing/2014/main" id="{B61482E5-8804-4B03-D47D-7AAE6BE25D65}"/>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085F81DF-161F-28FF-82D6-A70D40B8BE6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0E6A49C-17DB-2D74-FE07-B24D3B22C897}"/>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E3FE3B23-9B99-0D30-32B3-FD9CF29A2A6F}"/>
              </a:ext>
            </a:extLst>
          </p:cNvPr>
          <p:cNvSpPr/>
          <p:nvPr/>
        </p:nvSpPr>
        <p:spPr>
          <a:xfrm>
            <a:off x="155575" y="1219200"/>
            <a:ext cx="8836025" cy="224196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One-directional traversal</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Less memory usage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implementation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Traversal possible only in </a:t>
            </a:r>
            <a:r>
              <a:rPr lang="en-US" sz="2400" b="1" dirty="0">
                <a:latin typeface="Times New Roman" panose="02020603050405020304" pitchFamily="18" charset="0"/>
                <a:cs typeface="Times New Roman" panose="02020603050405020304" pitchFamily="18" charset="0"/>
              </a:rPr>
              <a:t>forward direction</a:t>
            </a:r>
            <a:endParaRPr lang="en-US" sz="24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EFC04BE2-3627-DBFE-2CFD-CA2AD62F7B13}"/>
              </a:ext>
            </a:extLst>
          </p:cNvPr>
          <p:cNvPicPr>
            <a:picLocks noChangeAspect="1" noChangeArrowheads="1"/>
          </p:cNvPicPr>
          <p:nvPr/>
        </p:nvPicPr>
        <p:blipFill rotWithShape="1">
          <a:blip r:embed="Re9e73079822349d9">
            <a:extLst>
              <a:ext uri="{28A0092B-C50C-407E-A947-70E740481C1C}">
                <a14:useLocalDpi xmlns:a14="http://schemas.microsoft.com/office/drawing/2010/main" val="0"/>
              </a:ext>
            </a:extLst>
          </a:blip>
          <a:srcRect l="5447" t="22740" r="15070" b="57533"/>
          <a:stretch>
            <a:fillRect/>
          </a:stretch>
        </p:blipFill>
        <p:spPr bwMode="auto">
          <a:xfrm>
            <a:off x="1043608" y="3894081"/>
            <a:ext cx="6624736" cy="110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1635404"/>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017E-730A-6878-F870-835F1E37A69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5761B70-CBF1-1646-B63D-2661F430F85E}"/>
              </a:ext>
            </a:extLst>
          </p:cNvPr>
          <p:cNvPicPr>
            <a:picLocks noGrp="1" noChangeAspect="1"/>
          </p:cNvPicPr>
          <p:nvPr>
            <p:ph idx="1"/>
          </p:nvPr>
        </p:nvPicPr>
        <p:blipFill>
          <a:blip r:embed="R907758764e5f4086"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3AD9C8-1A84-F208-B9DF-E0F85E52705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43D526-36E4-5AA2-293E-3D6DCA9F6B4E}"/>
              </a:ext>
            </a:extLst>
          </p:cNvPr>
          <p:cNvPicPr>
            <a:picLocks noChangeAspect="1"/>
          </p:cNvPicPr>
          <p:nvPr/>
        </p:nvPicPr>
        <p:blipFill>
          <a:blip r:embed="R9894f9ac36c8449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2D5DF3-56FE-8ECB-7F6F-5DC6EB411DCA}"/>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a:t>
            </a:r>
          </a:p>
        </p:txBody>
      </p:sp>
      <p:sp>
        <p:nvSpPr>
          <p:cNvPr id="3" name="Footer Placeholder 2">
            <a:extLst>
              <a:ext uri="{FF2B5EF4-FFF2-40B4-BE49-F238E27FC236}">
                <a16:creationId xmlns:a16="http://schemas.microsoft.com/office/drawing/2014/main" id="{A76A4C51-5330-E2C2-4BB4-906C2E2D46D0}"/>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6EBAEA68-88AB-C863-8B4A-AB0CBE55A35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BE3FD6D-A1E0-C529-8F9E-7BA536F3F44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DACADF16-4EF0-27E8-6EE0-CF81304BBD13}"/>
              </a:ext>
            </a:extLst>
          </p:cNvPr>
          <p:cNvSpPr/>
          <p:nvPr/>
        </p:nvSpPr>
        <p:spPr>
          <a:xfrm>
            <a:off x="155575" y="1219200"/>
            <a:ext cx="8836025" cy="1140633"/>
          </a:xfrm>
          <a:prstGeom prst="rect">
            <a:avLst/>
          </a:prstGeom>
        </p:spPr>
        <p:txBody>
          <a:bodyPr wrap="square">
            <a:spAutoFit/>
          </a:bodyPr>
          <a:lstStyle/>
          <a:p>
            <a:pPr>
              <a:lnSpc>
                <a:spcPct val="150000"/>
              </a:lnSpc>
            </a:pPr>
            <a:r>
              <a:rPr lang="en-US" sz="2400" dirty="0"/>
              <a:t>❓ How many pointers does a node have in a singly linked list?</a:t>
            </a:r>
            <a:br>
              <a:rPr lang="en-US" sz="2400" dirty="0"/>
            </a:br>
            <a:r>
              <a:rPr lang="en-US" sz="2400" dirty="0"/>
              <a:t>❓ What does the last node point to?</a:t>
            </a:r>
          </a:p>
        </p:txBody>
      </p:sp>
    </p:spTree>
    <p:extLst>
      <p:ext uri="{BB962C8B-B14F-4D97-AF65-F5344CB8AC3E}">
        <p14:creationId xmlns:p14="http://schemas.microsoft.com/office/powerpoint/2010/main" val="346380760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4646E-F87B-7670-F334-D71A006BDE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F74F4-B400-BD9E-B978-7BBC96420829}"/>
              </a:ext>
            </a:extLst>
          </p:cNvPr>
          <p:cNvPicPr>
            <a:picLocks noGrp="1" noChangeAspect="1"/>
          </p:cNvPicPr>
          <p:nvPr>
            <p:ph idx="1"/>
          </p:nvPr>
        </p:nvPicPr>
        <p:blipFill>
          <a:blip r:embed="Re49197f5c0204837"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7CC35BE-FF43-EDEB-6041-27FAE3701F6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9C5A0E5-B594-33B2-4D43-381258175064}"/>
              </a:ext>
            </a:extLst>
          </p:cNvPr>
          <p:cNvPicPr>
            <a:picLocks noChangeAspect="1"/>
          </p:cNvPicPr>
          <p:nvPr/>
        </p:nvPicPr>
        <p:blipFill>
          <a:blip r:embed="R0c00404cd9fe472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BD14F8AA-0896-AAE9-FD5B-BD750782386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 (Answers)</a:t>
            </a:r>
          </a:p>
        </p:txBody>
      </p:sp>
      <p:sp>
        <p:nvSpPr>
          <p:cNvPr id="3" name="Footer Placeholder 2">
            <a:extLst>
              <a:ext uri="{FF2B5EF4-FFF2-40B4-BE49-F238E27FC236}">
                <a16:creationId xmlns:a16="http://schemas.microsoft.com/office/drawing/2014/main" id="{764B720C-191D-4B9E-B979-EB3CADD4E327}"/>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5AB1A5C0-D149-E163-6A85-9EE16DC3682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36AA9CEC-489F-2C1F-8B85-FA74D47596BE}"/>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100F2501-58AF-6BCE-B99A-3C93C1D15BBE}"/>
              </a:ext>
            </a:extLst>
          </p:cNvPr>
          <p:cNvSpPr/>
          <p:nvPr/>
        </p:nvSpPr>
        <p:spPr>
          <a:xfrm>
            <a:off x="155575" y="1219200"/>
            <a:ext cx="8836025" cy="2241960"/>
          </a:xfrm>
          <a:prstGeom prst="rect">
            <a:avLst/>
          </a:prstGeom>
        </p:spPr>
        <p:txBody>
          <a:bodyPr wrap="square">
            <a:spAutoFit/>
          </a:bodyPr>
          <a:lstStyle/>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How many pointers does a node have in a singly linked list?</a:t>
            </a:r>
          </a:p>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A node in a singly linked list has </a:t>
            </a:r>
            <a:r>
              <a:rPr lang="en-US" altLang="en-US" sz="2400" b="1" dirty="0">
                <a:latin typeface="Times New Roman" panose="02020603050405020304" pitchFamily="18" charset="0"/>
                <a:cs typeface="Times New Roman" panose="02020603050405020304" pitchFamily="18" charset="0"/>
              </a:rPr>
              <a:t>one pointer</a:t>
            </a:r>
            <a:r>
              <a:rPr lang="en-US" altLang="en-US" sz="2400" dirty="0">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What does the last node point to?</a:t>
            </a:r>
          </a:p>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The last node points to </a:t>
            </a:r>
            <a:r>
              <a:rPr lang="en-US" altLang="en-US" sz="2400" b="1" dirty="0">
                <a:latin typeface="Times New Roman" panose="02020603050405020304" pitchFamily="18" charset="0"/>
                <a:cs typeface="Times New Roman" panose="02020603050405020304" pitchFamily="18" charset="0"/>
              </a:rPr>
              <a:t>NULL</a:t>
            </a:r>
            <a:r>
              <a:rPr lang="en-US" alt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6657845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7E45-6EDA-68F8-3761-933765AA7BE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ECCB25-1217-58F7-1499-EA6196D5DDF5}"/>
              </a:ext>
            </a:extLst>
          </p:cNvPr>
          <p:cNvPicPr>
            <a:picLocks noGrp="1" noChangeAspect="1"/>
          </p:cNvPicPr>
          <p:nvPr>
            <p:ph idx="1"/>
          </p:nvPr>
        </p:nvPicPr>
        <p:blipFill>
          <a:blip r:embed="R32b5d24151c1416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3E2E5CC-5104-5B85-D65D-209766299FC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06140A2-17C7-B93F-3290-B67FAAA39368}"/>
              </a:ext>
            </a:extLst>
          </p:cNvPr>
          <p:cNvPicPr>
            <a:picLocks noChangeAspect="1"/>
          </p:cNvPicPr>
          <p:nvPr/>
        </p:nvPicPr>
        <p:blipFill>
          <a:blip r:embed="R3cfa9d49bc8d4f1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4D7408A9-701D-A3F1-B4FF-A71DA197AFFE}"/>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Doubly Linked List </a:t>
            </a:r>
          </a:p>
        </p:txBody>
      </p:sp>
      <p:sp>
        <p:nvSpPr>
          <p:cNvPr id="3" name="Footer Placeholder 2">
            <a:extLst>
              <a:ext uri="{FF2B5EF4-FFF2-40B4-BE49-F238E27FC236}">
                <a16:creationId xmlns:a16="http://schemas.microsoft.com/office/drawing/2014/main" id="{79E0D2B5-51DD-B2FA-CBAB-F3AC8CDA1D8E}"/>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9AEAFA2B-D233-3BB4-BB8F-79129E141DC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0DE3F6B6-ABD7-562B-093F-40FD317E938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6474FEA5-F24F-B94B-44F9-126992F6B869}"/>
              </a:ext>
            </a:extLst>
          </p:cNvPr>
          <p:cNvSpPr/>
          <p:nvPr/>
        </p:nvSpPr>
        <p:spPr>
          <a:xfrm>
            <a:off x="175295" y="1413063"/>
            <a:ext cx="8836025" cy="4031873"/>
          </a:xfrm>
          <a:prstGeom prst="rect">
            <a:avLst/>
          </a:prstGeom>
        </p:spPr>
        <p:txBody>
          <a:bodyPr wrap="square">
            <a:spAutoFit/>
          </a:bodyPr>
          <a:lstStyle/>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Doubly Linked List</a:t>
            </a:r>
            <a:r>
              <a:rPr lang="en-US" sz="2400" dirty="0">
                <a:latin typeface="Times New Roman" panose="02020603050405020304" pitchFamily="18" charset="0"/>
                <a:cs typeface="Times New Roman" panose="02020603050405020304" pitchFamily="18" charset="0"/>
              </a:rPr>
              <a:t> is a linked list in which:</a:t>
            </a: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node contains </a:t>
            </a:r>
            <a:r>
              <a:rPr lang="en-US" sz="2400" b="1" dirty="0">
                <a:latin typeface="Times New Roman" panose="02020603050405020304" pitchFamily="18" charset="0"/>
                <a:cs typeface="Times New Roman" panose="02020603050405020304" pitchFamily="18" charset="0"/>
              </a:rPr>
              <a:t>two pointers</a:t>
            </a:r>
            <a:endParaRPr lang="en-US" sz="2400"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points to the previous node</a:t>
            </a: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points to the next node</a:t>
            </a:r>
          </a:p>
          <a:p>
            <a:pPr>
              <a:spcBef>
                <a:spcPts val="600"/>
              </a:spcBef>
            </a:pPr>
            <a:endParaRPr lang="en-US" sz="2400" b="1"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Node Structure:</a:t>
            </a:r>
            <a:endParaRPr lang="en-US" sz="2400" dirty="0">
              <a:latin typeface="Times New Roman" panose="02020603050405020304" pitchFamily="18" charset="0"/>
              <a:cs typeface="Times New Roman" panose="02020603050405020304" pitchFamily="18" charset="0"/>
            </a:endParaRP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Previous pointer</a:t>
            </a: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field</a:t>
            </a: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Next pointer</a:t>
            </a:r>
          </a:p>
        </p:txBody>
      </p:sp>
      <p:pic>
        <p:nvPicPr>
          <p:cNvPr id="5" name="Picture 2">
            <a:extLst>
              <a:ext uri="{FF2B5EF4-FFF2-40B4-BE49-F238E27FC236}">
                <a16:creationId xmlns:a16="http://schemas.microsoft.com/office/drawing/2014/main" id="{F493F364-12DA-7154-7368-6BB8660D6CB1}"/>
              </a:ext>
            </a:extLst>
          </p:cNvPr>
          <p:cNvPicPr>
            <a:picLocks noChangeAspect="1" noChangeArrowheads="1"/>
          </p:cNvPicPr>
          <p:nvPr/>
        </p:nvPicPr>
        <p:blipFill rotWithShape="1">
          <a:blip r:embed="Rccee448d2279468e">
            <a:extLst>
              <a:ext uri="{28A0092B-C50C-407E-A947-70E740481C1C}">
                <a14:useLocalDpi xmlns:a14="http://schemas.microsoft.com/office/drawing/2010/main" val="0"/>
              </a:ext>
            </a:extLst>
          </a:blip>
          <a:srcRect l="5893" t="43639" r="4256" b="35833"/>
          <a:stretch>
            <a:fillRect/>
          </a:stretch>
        </p:blipFill>
        <p:spPr bwMode="auto">
          <a:xfrm>
            <a:off x="899592" y="5427525"/>
            <a:ext cx="7629774" cy="117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753764"/>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94E7-A239-DC24-374B-3312C2964ED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ECCF72E-2577-DE43-2A5D-862EFC8D7470}"/>
              </a:ext>
            </a:extLst>
          </p:cNvPr>
          <p:cNvPicPr>
            <a:picLocks noGrp="1" noChangeAspect="1"/>
          </p:cNvPicPr>
          <p:nvPr>
            <p:ph idx="1"/>
          </p:nvPr>
        </p:nvPicPr>
        <p:blipFill>
          <a:blip r:embed="R0e514f2a416f4976"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70420A0F-366E-9B1F-5C47-9C155BAEEC9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67AE3BA-BF6E-5217-D40F-29C22C6CB282}"/>
              </a:ext>
            </a:extLst>
          </p:cNvPr>
          <p:cNvPicPr>
            <a:picLocks noChangeAspect="1"/>
          </p:cNvPicPr>
          <p:nvPr/>
        </p:nvPicPr>
        <p:blipFill>
          <a:blip r:embed="R78d4a6ad1984425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C41536F-86D2-90C5-56AD-5C4CF8050C1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Doubly Linked List – Key Features</a:t>
            </a:r>
          </a:p>
        </p:txBody>
      </p:sp>
      <p:sp>
        <p:nvSpPr>
          <p:cNvPr id="3" name="Footer Placeholder 2">
            <a:extLst>
              <a:ext uri="{FF2B5EF4-FFF2-40B4-BE49-F238E27FC236}">
                <a16:creationId xmlns:a16="http://schemas.microsoft.com/office/drawing/2014/main" id="{1E376998-E633-13D8-8E07-258049065578}"/>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B57580D6-D142-427F-21F5-A63AC3C51B9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FE1A82A7-669B-00E3-F9C2-E5813252FDB8}"/>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CE8E971-3070-CC67-1B9B-B78732E0781A}"/>
              </a:ext>
            </a:extLst>
          </p:cNvPr>
          <p:cNvSpPr/>
          <p:nvPr/>
        </p:nvSpPr>
        <p:spPr>
          <a:xfrm>
            <a:off x="155575" y="1219200"/>
            <a:ext cx="8836025" cy="224196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Bidirectional traversal</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Easier deletion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more memory</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Extra pointer increases memory overhead</a:t>
            </a:r>
          </a:p>
        </p:txBody>
      </p:sp>
      <p:pic>
        <p:nvPicPr>
          <p:cNvPr id="5" name="Picture 2">
            <a:extLst>
              <a:ext uri="{FF2B5EF4-FFF2-40B4-BE49-F238E27FC236}">
                <a16:creationId xmlns:a16="http://schemas.microsoft.com/office/drawing/2014/main" id="{B7A66E9C-7CEA-5B3F-AACD-BE8F3A04BC9D}"/>
              </a:ext>
            </a:extLst>
          </p:cNvPr>
          <p:cNvPicPr>
            <a:picLocks noChangeAspect="1" noChangeArrowheads="1"/>
          </p:cNvPicPr>
          <p:nvPr/>
        </p:nvPicPr>
        <p:blipFill rotWithShape="1">
          <a:blip r:embed="R85ef016411734ec1">
            <a:extLst>
              <a:ext uri="{28A0092B-C50C-407E-A947-70E740481C1C}">
                <a14:useLocalDpi xmlns:a14="http://schemas.microsoft.com/office/drawing/2010/main" val="0"/>
              </a:ext>
            </a:extLst>
          </a:blip>
          <a:srcRect l="5893" t="43639" r="4256" b="35833"/>
          <a:stretch>
            <a:fillRect/>
          </a:stretch>
        </p:blipFill>
        <p:spPr bwMode="auto">
          <a:xfrm>
            <a:off x="775369" y="3850306"/>
            <a:ext cx="7629774" cy="117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2171143"/>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78F4-2990-D953-F7AD-8984CCBA4A6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DCD02FB-2619-50DA-5D39-60409D4D274C}"/>
              </a:ext>
            </a:extLst>
          </p:cNvPr>
          <p:cNvPicPr>
            <a:picLocks noGrp="1" noChangeAspect="1"/>
          </p:cNvPicPr>
          <p:nvPr>
            <p:ph idx="1"/>
          </p:nvPr>
        </p:nvPicPr>
        <p:blipFill>
          <a:blip r:embed="R8780aa9fa9974101"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64CEBAE-5985-95D2-9938-A5E0EA8BA67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F83F712-197D-1E60-AFF7-79EA9AFC70E1}"/>
              </a:ext>
            </a:extLst>
          </p:cNvPr>
          <p:cNvPicPr>
            <a:picLocks noChangeAspect="1"/>
          </p:cNvPicPr>
          <p:nvPr/>
        </p:nvPicPr>
        <p:blipFill>
          <a:blip r:embed="Rb3a6ec4535c748b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01B8414D-960B-EC91-FEB9-4F379DCB1136}"/>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 (Answers)</a:t>
            </a:r>
          </a:p>
        </p:txBody>
      </p:sp>
      <p:sp>
        <p:nvSpPr>
          <p:cNvPr id="3" name="Footer Placeholder 2">
            <a:extLst>
              <a:ext uri="{FF2B5EF4-FFF2-40B4-BE49-F238E27FC236}">
                <a16:creationId xmlns:a16="http://schemas.microsoft.com/office/drawing/2014/main" id="{ED6A9BC7-7C66-15BB-A3FE-A1C1704D3939}"/>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C0AE5719-CAA4-03E5-5AAD-ACA3E5D3256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2FF1352-49A0-5935-E188-73FA4720338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FBCF5AFC-19FA-30B2-5835-F190F806734A}"/>
              </a:ext>
            </a:extLst>
          </p:cNvPr>
          <p:cNvSpPr/>
          <p:nvPr/>
        </p:nvSpPr>
        <p:spPr>
          <a:xfrm>
            <a:off x="155575" y="1219200"/>
            <a:ext cx="8836025" cy="2241960"/>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How many pointers are present in a doubly linked list node?</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A doubly linked list node has two pointers (previous and next).</a:t>
            </a:r>
          </a:p>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Can traversal happen in both directions?</a:t>
            </a:r>
          </a:p>
          <a:p>
            <a:pPr marL="442913"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Yes, traversal can happen in both forward and backward directions</a:t>
            </a:r>
          </a:p>
        </p:txBody>
      </p:sp>
    </p:spTree>
    <p:extLst>
      <p:ext uri="{BB962C8B-B14F-4D97-AF65-F5344CB8AC3E}">
        <p14:creationId xmlns:p14="http://schemas.microsoft.com/office/powerpoint/2010/main" val="272988549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E51F4-1BE1-E934-4149-A5CDC3CDFB7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6114DC2-CF61-8BB9-E646-D68642CD096A}"/>
              </a:ext>
            </a:extLst>
          </p:cNvPr>
          <p:cNvPicPr>
            <a:picLocks noGrp="1" noChangeAspect="1"/>
          </p:cNvPicPr>
          <p:nvPr>
            <p:ph idx="1"/>
          </p:nvPr>
        </p:nvPicPr>
        <p:blipFill>
          <a:blip r:embed="R402095581eb54315"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55E1EF6A-8AB5-6307-E2DB-82E3D9CCAFA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FDF16C-522A-84A9-CF7D-ED1FDE9FF35E}"/>
              </a:ext>
            </a:extLst>
          </p:cNvPr>
          <p:cNvPicPr>
            <a:picLocks noChangeAspect="1"/>
          </p:cNvPicPr>
          <p:nvPr/>
        </p:nvPicPr>
        <p:blipFill>
          <a:blip r:embed="R408c9f8a59ba420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C928B11F-1155-33E1-76E5-75464FBB353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Circular Linked List </a:t>
            </a:r>
          </a:p>
        </p:txBody>
      </p:sp>
      <p:sp>
        <p:nvSpPr>
          <p:cNvPr id="3" name="Footer Placeholder 2">
            <a:extLst>
              <a:ext uri="{FF2B5EF4-FFF2-40B4-BE49-F238E27FC236}">
                <a16:creationId xmlns:a16="http://schemas.microsoft.com/office/drawing/2014/main" id="{3B91D512-EF14-06C4-1FD0-9E66C977F2EE}"/>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30914BAF-8D5C-A4B1-4ED5-AB1E9DAFD57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FDB41B29-7D64-57E0-A31B-DF3FC4212AF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9AD649FE-6AEE-1EE4-E313-D3C9FCE40767}"/>
              </a:ext>
            </a:extLst>
          </p:cNvPr>
          <p:cNvSpPr/>
          <p:nvPr/>
        </p:nvSpPr>
        <p:spPr>
          <a:xfrm>
            <a:off x="155575" y="1219200"/>
            <a:ext cx="8836025" cy="313932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Circular Linked List</a:t>
            </a:r>
            <a:r>
              <a:rPr lang="en-US" sz="2400" dirty="0">
                <a:latin typeface="Times New Roman" panose="02020603050405020304" pitchFamily="18" charset="0"/>
                <a:cs typeface="Times New Roman" panose="02020603050405020304" pitchFamily="18" charset="0"/>
              </a:rPr>
              <a:t> is a linked list in which:</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last node does </a:t>
            </a:r>
            <a:r>
              <a:rPr lang="en-US" sz="2400" b="1" dirty="0">
                <a:latin typeface="Times New Roman" panose="02020603050405020304" pitchFamily="18" charset="0"/>
                <a:cs typeface="Times New Roman" panose="02020603050405020304" pitchFamily="18" charset="0"/>
              </a:rPr>
              <a:t>not point to NULL</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points back to the </a:t>
            </a:r>
            <a:r>
              <a:rPr lang="en-US" sz="2400" b="1" dirty="0">
                <a:latin typeface="Times New Roman" panose="02020603050405020304" pitchFamily="18" charset="0"/>
                <a:cs typeface="Times New Roman" panose="02020603050405020304" pitchFamily="18" charset="0"/>
              </a:rPr>
              <a:t>first node (head)</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Circular Linked List – Representation</a:t>
            </a:r>
          </a:p>
          <a:p>
            <a:endParaRPr lang="en-US" dirty="0"/>
          </a:p>
          <a:p>
            <a:endParaRPr lang="en-US" sz="2400" dirty="0"/>
          </a:p>
        </p:txBody>
      </p:sp>
      <p:pic>
        <p:nvPicPr>
          <p:cNvPr id="5" name="Picture 2">
            <a:extLst>
              <a:ext uri="{FF2B5EF4-FFF2-40B4-BE49-F238E27FC236}">
                <a16:creationId xmlns:a16="http://schemas.microsoft.com/office/drawing/2014/main" id="{2E1B6CCC-DC83-7547-6C50-F42C900F4A20}"/>
              </a:ext>
            </a:extLst>
          </p:cNvPr>
          <p:cNvPicPr>
            <a:picLocks noChangeAspect="1" noChangeArrowheads="1"/>
          </p:cNvPicPr>
          <p:nvPr/>
        </p:nvPicPr>
        <p:blipFill rotWithShape="1">
          <a:blip r:embed="Rc2d379b098594db4">
            <a:extLst>
              <a:ext uri="{28A0092B-C50C-407E-A947-70E740481C1C}">
                <a14:useLocalDpi xmlns:a14="http://schemas.microsoft.com/office/drawing/2010/main" val="0"/>
              </a:ext>
            </a:extLst>
          </a:blip>
          <a:srcRect l="5892" t="66732" r="10304" b="7583"/>
          <a:stretch>
            <a:fillRect/>
          </a:stretch>
        </p:blipFill>
        <p:spPr bwMode="auto">
          <a:xfrm>
            <a:off x="1097868" y="3868830"/>
            <a:ext cx="6984776" cy="1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2F04B511-D904-FB65-F958-DE9B494A68B3}"/>
              </a:ext>
            </a:extLst>
          </p:cNvPr>
          <p:cNvSpPr txBox="1"/>
          <p:nvPr/>
        </p:nvSpPr>
        <p:spPr>
          <a:xfrm>
            <a:off x="619772" y="5655994"/>
            <a:ext cx="459970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Note: </a:t>
            </a:r>
            <a:r>
              <a:rPr lang="en-US" sz="2400" dirty="0">
                <a:latin typeface="Times New Roman" panose="02020603050405020304" pitchFamily="18" charset="0"/>
                <a:cs typeface="Times New Roman" panose="02020603050405020304" pitchFamily="18" charset="0"/>
              </a:rPr>
              <a:t>No NULL pointer in the list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89205"/>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14BA-723D-44C1-5ECC-EABA39D143A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6EF2A6E-95F6-4C9A-340D-00734B04AFD8}"/>
              </a:ext>
            </a:extLst>
          </p:cNvPr>
          <p:cNvPicPr>
            <a:picLocks noGrp="1" noChangeAspect="1"/>
          </p:cNvPicPr>
          <p:nvPr>
            <p:ph idx="1"/>
          </p:nvPr>
        </p:nvPicPr>
        <p:blipFill>
          <a:blip r:embed="R8fdd51654fa7499d"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B20FA082-2255-0AE6-D1FB-3D71976CDDB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195793C-8594-CAC1-B711-10E377C0088B}"/>
              </a:ext>
            </a:extLst>
          </p:cNvPr>
          <p:cNvPicPr>
            <a:picLocks noChangeAspect="1"/>
          </p:cNvPicPr>
          <p:nvPr/>
        </p:nvPicPr>
        <p:blipFill>
          <a:blip r:embed="Rb0d33523b24345f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B8BE9D41-E7E7-641D-2889-1EF80380CCBE}"/>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Circular Doubly Linked List</a:t>
            </a:r>
          </a:p>
        </p:txBody>
      </p:sp>
      <p:sp>
        <p:nvSpPr>
          <p:cNvPr id="3" name="Footer Placeholder 2">
            <a:extLst>
              <a:ext uri="{FF2B5EF4-FFF2-40B4-BE49-F238E27FC236}">
                <a16:creationId xmlns:a16="http://schemas.microsoft.com/office/drawing/2014/main" id="{671A0A45-2D80-AAE0-C9B5-689FF09EFA99}"/>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02410FBC-F465-9AC2-BE6B-2F0E43145D5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28D15A44-F69B-D9DC-3FDC-4E7B9CE6FDE9}"/>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F322C769-8DDD-6867-2B46-7C4FC3EBE8BB}"/>
              </a:ext>
            </a:extLst>
          </p:cNvPr>
          <p:cNvSpPr/>
          <p:nvPr/>
        </p:nvSpPr>
        <p:spPr>
          <a:xfrm>
            <a:off x="155575" y="1219200"/>
            <a:ext cx="8836025" cy="249299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Combines features of doubly and circular linked lists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Last node points to first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First node points to last</a:t>
            </a:r>
          </a:p>
          <a:p>
            <a:endParaRPr lang="en-US" sz="2400" dirty="0"/>
          </a:p>
          <a:p>
            <a:pPr marL="342900" indent="-342900">
              <a:buFont typeface="Arial" panose="020B0604020202020204" pitchFamily="34" charset="0"/>
              <a:buChar char="•"/>
            </a:pPr>
            <a:r>
              <a:rPr lang="en-US" sz="2400" b="1" dirty="0"/>
              <a:t>Circular Doubly Linked List – Structure</a:t>
            </a:r>
          </a:p>
        </p:txBody>
      </p:sp>
      <p:pic>
        <p:nvPicPr>
          <p:cNvPr id="11" name="Picture 10">
            <a:extLst>
              <a:ext uri="{FF2B5EF4-FFF2-40B4-BE49-F238E27FC236}">
                <a16:creationId xmlns:a16="http://schemas.microsoft.com/office/drawing/2014/main" id="{FBD611AF-6A9A-2BC4-37D7-60C9630D7D0F}"/>
              </a:ext>
            </a:extLst>
          </p:cNvPr>
          <p:cNvPicPr>
            <a:picLocks noChangeAspect="1"/>
          </p:cNvPicPr>
          <p:nvPr/>
        </p:nvPicPr>
        <p:blipFill>
          <a:blip r:embed="R08706489b40d491f"/>
          <a:stretch>
            <a:fillRect/>
          </a:stretch>
        </p:blipFill>
        <p:spPr>
          <a:xfrm>
            <a:off x="2483768" y="3742393"/>
            <a:ext cx="3888432" cy="2592288"/>
          </a:xfrm>
          <a:prstGeom prst="rect">
            <a:avLst/>
          </a:prstGeom>
        </p:spPr>
      </p:pic>
    </p:spTree>
    <p:extLst>
      <p:ext uri="{BB962C8B-B14F-4D97-AF65-F5344CB8AC3E}">
        <p14:creationId xmlns:p14="http://schemas.microsoft.com/office/powerpoint/2010/main" val="939551392"/>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A1ED-75D2-8D83-9F34-7BB93066A95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F4C12A1-5B00-BEAF-75B2-8BF161FEAD58}"/>
              </a:ext>
            </a:extLst>
          </p:cNvPr>
          <p:cNvPicPr>
            <a:picLocks noGrp="1" noChangeAspect="1"/>
          </p:cNvPicPr>
          <p:nvPr>
            <p:ph idx="1"/>
          </p:nvPr>
        </p:nvPicPr>
        <p:blipFill>
          <a:blip r:embed="Reab0bf3e8641498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7961380E-991D-5F35-91C2-D127BB90069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F89E9CE-19A9-A979-C13C-682EABA4382A}"/>
              </a:ext>
            </a:extLst>
          </p:cNvPr>
          <p:cNvPicPr>
            <a:picLocks noChangeAspect="1"/>
          </p:cNvPicPr>
          <p:nvPr/>
        </p:nvPicPr>
        <p:blipFill>
          <a:blip r:embed="R7e1379a0473f411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B3D9622-88A9-A75A-1157-96F422C217B4}"/>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Applications of Linked List Types</a:t>
            </a:r>
          </a:p>
        </p:txBody>
      </p:sp>
      <p:sp>
        <p:nvSpPr>
          <p:cNvPr id="3" name="Footer Placeholder 2">
            <a:extLst>
              <a:ext uri="{FF2B5EF4-FFF2-40B4-BE49-F238E27FC236}">
                <a16:creationId xmlns:a16="http://schemas.microsoft.com/office/drawing/2014/main" id="{995E7F65-FABF-6A69-D874-D7B6312076E4}"/>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EA94CAFD-8326-E500-51EF-79B7AE39BD3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DF178AD0-0858-4CE2-3A02-A38C53CFD7C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EA4C76FB-C7C2-3F2D-71A8-76B7969519E7}"/>
              </a:ext>
            </a:extLst>
          </p:cNvPr>
          <p:cNvSpPr/>
          <p:nvPr/>
        </p:nvSpPr>
        <p:spPr>
          <a:xfrm>
            <a:off x="155575" y="1219200"/>
            <a:ext cx="8592889" cy="2795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Singly Linked List:</a:t>
            </a:r>
            <a:r>
              <a:rPr lang="en-IN" sz="2400" dirty="0">
                <a:latin typeface="Times New Roman" panose="02020603050405020304" pitchFamily="18" charset="0"/>
                <a:cs typeface="Times New Roman" panose="02020603050405020304" pitchFamily="18" charset="0"/>
              </a:rPr>
              <a:t> Music playlists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Doubly Linked List:</a:t>
            </a:r>
            <a:r>
              <a:rPr lang="en-IN" sz="2400" dirty="0">
                <a:latin typeface="Times New Roman" panose="02020603050405020304" pitchFamily="18" charset="0"/>
                <a:cs typeface="Times New Roman" panose="02020603050405020304" pitchFamily="18" charset="0"/>
              </a:rPr>
              <a:t> Browser back &amp; forward navigation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Circular Linked List:</a:t>
            </a:r>
            <a:r>
              <a:rPr lang="en-IN" sz="2400" dirty="0">
                <a:latin typeface="Times New Roman" panose="02020603050405020304" pitchFamily="18" charset="0"/>
                <a:cs typeface="Times New Roman" panose="02020603050405020304" pitchFamily="18" charset="0"/>
              </a:rPr>
              <a:t> CPU scheduling</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Circular Doubly Linked List:</a:t>
            </a:r>
            <a:r>
              <a:rPr lang="en-IN" sz="2400" dirty="0">
                <a:latin typeface="Times New Roman" panose="02020603050405020304" pitchFamily="18" charset="0"/>
                <a:cs typeface="Times New Roman" panose="02020603050405020304" pitchFamily="18" charset="0"/>
              </a:rPr>
              <a:t> Multiplayer games, navigation systems</a:t>
            </a:r>
          </a:p>
        </p:txBody>
      </p:sp>
    </p:spTree>
    <p:extLst>
      <p:ext uri="{BB962C8B-B14F-4D97-AF65-F5344CB8AC3E}">
        <p14:creationId xmlns:p14="http://schemas.microsoft.com/office/powerpoint/2010/main" val="289733297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4be342eefa34c4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6ce90d7c08d64e4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Identify the type of Linked List </a:t>
            </a:r>
          </a:p>
        </p:txBody>
      </p:sp>
      <p:sp>
        <p:nvSpPr>
          <p:cNvPr id="3" name="Footer Placeholder 2"/>
          <p:cNvSpPr>
            <a:spLocks noGrp="1"/>
          </p:cNvSpPr>
          <p:nvPr>
            <p:ph type="ftr" sz="quarter" idx="11"/>
          </p:nvPr>
        </p:nvSpPr>
        <p:spPr/>
        <p:txBody>
          <a:bodyPr/>
          <a:lstStyle/>
          <a:p>
            <a:r>
              <a:rPr lang="en-IN"/>
              <a:t>Data  Structure         Unit2  </a:t>
            </a:r>
          </a:p>
        </p:txBody>
      </p:sp>
      <p:pic>
        <p:nvPicPr>
          <p:cNvPr id="8" name="Picture 7">
            <a:extLst>
              <a:ext uri="{FF2B5EF4-FFF2-40B4-BE49-F238E27FC236}">
                <a16:creationId xmlns:a16="http://schemas.microsoft.com/office/drawing/2014/main" id="{EE0A1058-C613-3B00-1BB2-99B6DAE080F1}"/>
              </a:ext>
            </a:extLst>
          </p:cNvPr>
          <p:cNvPicPr>
            <a:picLocks noChangeAspect="1"/>
          </p:cNvPicPr>
          <p:nvPr/>
        </p:nvPicPr>
        <p:blipFill>
          <a:blip r:embed="R5612ae9860d64ea8"/>
          <a:stretch>
            <a:fillRect/>
          </a:stretch>
        </p:blipFill>
        <p:spPr>
          <a:xfrm>
            <a:off x="1475656" y="1661940"/>
            <a:ext cx="6336704" cy="4224469"/>
          </a:xfrm>
          <a:prstGeom prst="rect">
            <a:avLst/>
          </a:prstGeom>
        </p:spPr>
      </p:pic>
    </p:spTree>
    <p:extLst>
      <p:ext uri="{BB962C8B-B14F-4D97-AF65-F5344CB8AC3E}">
        <p14:creationId xmlns:p14="http://schemas.microsoft.com/office/powerpoint/2010/main" val="2940173817"/>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49352b7ac22f49a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876ce420cbf4a7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Identify the type of Linked List </a:t>
            </a:r>
          </a:p>
        </p:txBody>
      </p:sp>
      <p:sp>
        <p:nvSpPr>
          <p:cNvPr id="3" name="Footer Placeholder 2"/>
          <p:cNvSpPr>
            <a:spLocks noGrp="1"/>
          </p:cNvSpPr>
          <p:nvPr>
            <p:ph type="ftr" sz="quarter" idx="11"/>
          </p:nvPr>
        </p:nvSpPr>
        <p:spPr/>
        <p:txBody>
          <a:bodyPr/>
          <a:lstStyle/>
          <a:p>
            <a:r>
              <a:rPr lang="en-IN"/>
              <a:t>Data  Structure         Unit2  </a:t>
            </a:r>
          </a:p>
        </p:txBody>
      </p:sp>
      <p:pic>
        <p:nvPicPr>
          <p:cNvPr id="8" name="Picture 7">
            <a:extLst>
              <a:ext uri="{FF2B5EF4-FFF2-40B4-BE49-F238E27FC236}">
                <a16:creationId xmlns:a16="http://schemas.microsoft.com/office/drawing/2014/main" id="{85047FA6-035E-7250-0907-2CE598DDE2C9}"/>
              </a:ext>
            </a:extLst>
          </p:cNvPr>
          <p:cNvPicPr>
            <a:picLocks noChangeAspect="1"/>
          </p:cNvPicPr>
          <p:nvPr/>
        </p:nvPicPr>
        <p:blipFill>
          <a:blip r:embed="R3243c50b690d4c23"/>
          <a:stretch>
            <a:fillRect/>
          </a:stretch>
        </p:blipFill>
        <p:spPr>
          <a:xfrm>
            <a:off x="936104" y="1429767"/>
            <a:ext cx="7308304" cy="4872203"/>
          </a:xfrm>
          <a:prstGeom prst="rect">
            <a:avLst/>
          </a:prstGeom>
        </p:spPr>
      </p:pic>
    </p:spTree>
    <p:extLst>
      <p:ext uri="{BB962C8B-B14F-4D97-AF65-F5344CB8AC3E}">
        <p14:creationId xmlns:p14="http://schemas.microsoft.com/office/powerpoint/2010/main" val="3529459014"/>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F0FB-D984-9DFB-6A7C-8AE34DB47E6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3EF78-FA50-62BC-A07C-AE2CB3B20EAA}"/>
              </a:ext>
            </a:extLst>
          </p:cNvPr>
          <p:cNvPicPr>
            <a:picLocks noGrp="1" noChangeAspect="1"/>
          </p:cNvPicPr>
          <p:nvPr>
            <p:ph idx="1"/>
          </p:nvPr>
        </p:nvPicPr>
        <p:blipFill>
          <a:blip r:embed="Re35c798c3d9849e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0E0906A-3C8D-9DAE-AE94-5885FE2453C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606DB9B-A6E5-B645-57B2-A4FF935CD660}"/>
              </a:ext>
            </a:extLst>
          </p:cNvPr>
          <p:cNvPicPr>
            <a:picLocks noChangeAspect="1"/>
          </p:cNvPicPr>
          <p:nvPr/>
        </p:nvPicPr>
        <p:blipFill>
          <a:blip r:embed="R94fbe12f487247b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71CC475-F861-72EC-E3DA-0CD3898146EA}"/>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Key Takeaways </a:t>
            </a:r>
          </a:p>
        </p:txBody>
      </p:sp>
      <p:sp>
        <p:nvSpPr>
          <p:cNvPr id="3" name="Footer Placeholder 2">
            <a:extLst>
              <a:ext uri="{FF2B5EF4-FFF2-40B4-BE49-F238E27FC236}">
                <a16:creationId xmlns:a16="http://schemas.microsoft.com/office/drawing/2014/main" id="{DDBE034A-9125-C539-5A41-F902553904D2}"/>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2883C25F-961B-569A-AD2B-157CE91A2B7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6F920415-DFD8-88FB-034C-C54C1A5E3CE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D91982E1-E910-EC27-7F6A-463908C3AB7F}"/>
              </a:ext>
            </a:extLst>
          </p:cNvPr>
          <p:cNvSpPr/>
          <p:nvPr/>
        </p:nvSpPr>
        <p:spPr>
          <a:xfrm>
            <a:off x="155575" y="1219200"/>
            <a:ext cx="8592889" cy="2795958"/>
          </a:xfrm>
          <a:prstGeom prst="rect">
            <a:avLst/>
          </a:prstGeom>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Linked lists use pointers to connect nodes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Different types exist based on pointer usage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Singly LL is memory efficient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Doubly LL allows backward traversal</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Circular LL avoids NULL pointers</a:t>
            </a:r>
          </a:p>
        </p:txBody>
      </p:sp>
    </p:spTree>
    <p:extLst>
      <p:ext uri="{BB962C8B-B14F-4D97-AF65-F5344CB8AC3E}">
        <p14:creationId xmlns:p14="http://schemas.microsoft.com/office/powerpoint/2010/main" val="3528048893"/>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F15E-929C-834E-92E3-54F9462972C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6C2562-9012-8558-EAAF-7DDAF2842356}"/>
              </a:ext>
            </a:extLst>
          </p:cNvPr>
          <p:cNvPicPr>
            <a:picLocks noGrp="1" noChangeAspect="1"/>
          </p:cNvPicPr>
          <p:nvPr>
            <p:ph idx="1"/>
          </p:nvPr>
        </p:nvPicPr>
        <p:blipFill>
          <a:blip r:embed="R8b134b8b24e64a9a"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E9D2A6B-4DF1-9B07-1F28-7547AC2FAF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42AC623-A304-8B82-92E2-B464B065FD2E}"/>
              </a:ext>
            </a:extLst>
          </p:cNvPr>
          <p:cNvPicPr>
            <a:picLocks noChangeAspect="1"/>
          </p:cNvPicPr>
          <p:nvPr/>
        </p:nvPicPr>
        <p:blipFill>
          <a:blip r:embed="R4e9231cb5a2a443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6626D18E-D9CF-97F9-D4C1-347E5CF563A8}"/>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Quick Quiz</a:t>
            </a:r>
          </a:p>
        </p:txBody>
      </p:sp>
      <p:sp>
        <p:nvSpPr>
          <p:cNvPr id="3" name="Footer Placeholder 2">
            <a:extLst>
              <a:ext uri="{FF2B5EF4-FFF2-40B4-BE49-F238E27FC236}">
                <a16:creationId xmlns:a16="http://schemas.microsoft.com/office/drawing/2014/main" id="{06D23E64-5CBE-4627-9B49-890D201BDC7A}"/>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A6B2A499-2113-54BD-6D10-ECABCEF8FA8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2008F5F9-6E96-B855-2EBE-BBC41B21BB47}"/>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C8871FE-D4E7-B2B2-7F4C-9D9FC32EBB4B}"/>
              </a:ext>
            </a:extLst>
          </p:cNvPr>
          <p:cNvSpPr/>
          <p:nvPr/>
        </p:nvSpPr>
        <p:spPr>
          <a:xfrm>
            <a:off x="155575" y="1219200"/>
            <a:ext cx="8592889" cy="1687963"/>
          </a:xfrm>
          <a:prstGeom prst="rect">
            <a:avLst/>
          </a:prstGeom>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supports backward traversal?</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has no NULL pointer?</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uses the least memory?</a:t>
            </a:r>
          </a:p>
        </p:txBody>
      </p:sp>
    </p:spTree>
    <p:extLst>
      <p:ext uri="{BB962C8B-B14F-4D97-AF65-F5344CB8AC3E}">
        <p14:creationId xmlns:p14="http://schemas.microsoft.com/office/powerpoint/2010/main" val="273472589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085-1F73-D624-BF56-3278B717413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738F34-93A2-B255-D7AE-47AEBEF86067}"/>
              </a:ext>
            </a:extLst>
          </p:cNvPr>
          <p:cNvPicPr>
            <a:picLocks noGrp="1" noChangeAspect="1"/>
          </p:cNvPicPr>
          <p:nvPr>
            <p:ph idx="1"/>
          </p:nvPr>
        </p:nvPicPr>
        <p:blipFill>
          <a:blip r:embed="Rfd5e4e1aa794405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4CDB478-4B3E-F659-EF94-374188FA6E3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CE43166-59CD-6848-41BB-A245D033D109}"/>
              </a:ext>
            </a:extLst>
          </p:cNvPr>
          <p:cNvPicPr>
            <a:picLocks noChangeAspect="1"/>
          </p:cNvPicPr>
          <p:nvPr/>
        </p:nvPicPr>
        <p:blipFill>
          <a:blip r:embed="Rfa1a94759a3941a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FE28C30F-71E9-A2EE-0F33-1E8E1BB28F80}"/>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Quick Quiz (Answers)</a:t>
            </a:r>
          </a:p>
        </p:txBody>
      </p:sp>
      <p:sp>
        <p:nvSpPr>
          <p:cNvPr id="3" name="Footer Placeholder 2">
            <a:extLst>
              <a:ext uri="{FF2B5EF4-FFF2-40B4-BE49-F238E27FC236}">
                <a16:creationId xmlns:a16="http://schemas.microsoft.com/office/drawing/2014/main" id="{00276D87-1A37-A855-DCB6-EA028ABDE356}"/>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304002ED-CF9E-1959-6A51-B37B0E00275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F8E0474-915F-2CDE-4AC8-B59039F22E0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001F6BD-13C4-F16A-F2D9-4F971A2CA06A}"/>
              </a:ext>
            </a:extLst>
          </p:cNvPr>
          <p:cNvSpPr/>
          <p:nvPr/>
        </p:nvSpPr>
        <p:spPr>
          <a:xfrm>
            <a:off x="180766" y="1290888"/>
            <a:ext cx="8592889" cy="3349507"/>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supports backward traversal?</a:t>
            </a: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Doubly linked list supports backward traversal.</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has no NULL pointer?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Circular linked list has no NULL pointer.</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uses the least memory?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Singly linked list uses the least memory.</a:t>
            </a:r>
          </a:p>
        </p:txBody>
      </p:sp>
    </p:spTree>
    <p:extLst>
      <p:ext uri="{BB962C8B-B14F-4D97-AF65-F5344CB8AC3E}">
        <p14:creationId xmlns:p14="http://schemas.microsoft.com/office/powerpoint/2010/main" val="91328184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1a4b71e8bdba4122"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373efbcdd7034f4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2008" y="175609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Test Your self </a:t>
            </a:r>
            <a:endParaRPr lang="en-IN"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395536" y="1321908"/>
            <a:ext cx="8427489" cy="5247590"/>
          </a:xfrm>
          <a:prstGeom prst="rect">
            <a:avLst/>
          </a:prstGeom>
        </p:spPr>
        <p:txBody>
          <a:bodyPr wrap="square">
            <a:spAutoFit/>
          </a:bodyPr>
          <a:lstStyle/>
          <a:p>
            <a:pPr algn="just">
              <a:spcBef>
                <a:spcPts val="1200"/>
              </a:spcBef>
              <a:spcAft>
                <a:spcPts val="600"/>
              </a:spcAft>
            </a:pPr>
            <a:r>
              <a:rPr lang="en-IN" sz="2400" b="1" dirty="0">
                <a:latin typeface="Times New Roman" panose="02020603050405020304" pitchFamily="18" charset="0"/>
                <a:cs typeface="Times New Roman" panose="02020603050405020304" pitchFamily="18" charset="0"/>
              </a:rPr>
              <a:t>1. As we have the memory address of nodes, can we traverse backwards in a linked list?</a:t>
            </a:r>
          </a:p>
          <a:p>
            <a:pPr algn="just">
              <a:spcBef>
                <a:spcPts val="1200"/>
              </a:spcBef>
              <a:spcAft>
                <a:spcPts val="600"/>
              </a:spcAft>
            </a:pPr>
            <a:r>
              <a:rPr lang="en-IN" sz="2400" b="1" dirty="0">
                <a:latin typeface="Times New Roman" panose="02020603050405020304" pitchFamily="18" charset="0"/>
                <a:cs typeface="Times New Roman" panose="02020603050405020304" pitchFamily="18" charset="0"/>
              </a:rPr>
              <a:t>2. What are the advantages of a linked list?</a:t>
            </a:r>
          </a:p>
          <a:p>
            <a:pPr marL="268288" algn="just">
              <a:spcBef>
                <a:spcPts val="1200"/>
              </a:spcBef>
              <a:spcAft>
                <a:spcPts val="600"/>
              </a:spcAft>
            </a:pPr>
            <a:r>
              <a:rPr lang="en-IN" sz="2400" dirty="0">
                <a:latin typeface="Times New Roman" panose="02020603050405020304" pitchFamily="18" charset="0"/>
                <a:cs typeface="Times New Roman" panose="02020603050405020304" pitchFamily="18" charset="0"/>
              </a:rPr>
              <a:t>a: Dynamic Memory Allocation</a:t>
            </a:r>
          </a:p>
          <a:p>
            <a:pPr marL="268288" algn="just">
              <a:spcBef>
                <a:spcPts val="1200"/>
              </a:spcBef>
              <a:spcAft>
                <a:spcPts val="600"/>
              </a:spcAft>
            </a:pPr>
            <a:r>
              <a:rPr lang="en-IN" sz="2400" dirty="0">
                <a:latin typeface="Times New Roman" panose="02020603050405020304" pitchFamily="18" charset="0"/>
                <a:cs typeface="Times New Roman" panose="02020603050405020304" pitchFamily="18" charset="0"/>
              </a:rPr>
              <a:t>b: They require less memory than an array to store the same data.</a:t>
            </a:r>
          </a:p>
          <a:p>
            <a:pPr marL="268288" algn="just">
              <a:spcBef>
                <a:spcPts val="1200"/>
              </a:spcBef>
              <a:spcAft>
                <a:spcPts val="600"/>
              </a:spcAft>
            </a:pPr>
            <a:r>
              <a:rPr lang="en-IN" sz="2400" dirty="0">
                <a:latin typeface="Times New Roman" panose="02020603050405020304" pitchFamily="18" charset="0"/>
                <a:cs typeface="Times New Roman" panose="02020603050405020304" pitchFamily="18" charset="0"/>
              </a:rPr>
              <a:t>c: We can easily traverse back to previous elements.</a:t>
            </a:r>
          </a:p>
          <a:p>
            <a:pPr marL="268288" algn="just">
              <a:spcBef>
                <a:spcPts val="1200"/>
              </a:spcBef>
              <a:spcAft>
                <a:spcPts val="600"/>
              </a:spcAft>
            </a:pPr>
            <a:r>
              <a:rPr lang="en-IN" sz="2400" dirty="0">
                <a:latin typeface="Times New Roman" panose="02020603050405020304" pitchFamily="18" charset="0"/>
                <a:cs typeface="Times New Roman" panose="02020603050405020304" pitchFamily="18" charset="0"/>
              </a:rPr>
              <a:t>d: None of the above.</a:t>
            </a:r>
          </a:p>
          <a:p>
            <a:pPr algn="just">
              <a:spcBef>
                <a:spcPts val="1200"/>
              </a:spcBef>
              <a:spcAft>
                <a:spcPts val="600"/>
              </a:spcAft>
            </a:pPr>
            <a:r>
              <a:rPr lang="en-IN" sz="2400" b="1" dirty="0">
                <a:latin typeface="Times New Roman" panose="02020603050405020304" pitchFamily="18" charset="0"/>
                <a:cs typeface="Times New Roman" panose="02020603050405020304" pitchFamily="18" charset="0"/>
              </a:rPr>
              <a:t>3. What is the time complexity for the insertion of an element into a linked list?</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530941310"/>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02f89619afc74b9e"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15d91247109c418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2008" y="175609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altLang="en-US" sz="3600" dirty="0">
                <a:solidFill>
                  <a:srgbClr val="FF0000"/>
                </a:solidFill>
              </a:rPr>
              <a:t>Quiz Answers</a:t>
            </a:r>
            <a:endParaRPr lang="en-IN"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5" name="Rectangle 4"/>
          <p:cNvSpPr/>
          <p:nvPr/>
        </p:nvSpPr>
        <p:spPr>
          <a:xfrm>
            <a:off x="301087" y="1537372"/>
            <a:ext cx="3790054" cy="2951064"/>
          </a:xfrm>
          <a:prstGeom prst="rect">
            <a:avLst/>
          </a:prstGeom>
        </p:spPr>
        <p:txBody>
          <a:bodyPr wrap="square">
            <a:spAutoFit/>
          </a:body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a:t>
            </a:r>
            <a:r>
              <a:rPr lang="en-IN" sz="2400" dirty="0">
                <a:latin typeface="Times New Roman" panose="02020603050405020304" pitchFamily="18" charset="0"/>
                <a:cs typeface="Times New Roman" panose="02020603050405020304" pitchFamily="18" charset="0"/>
              </a:rPr>
              <a:t>No, we can’t.</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:a</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 </a:t>
            </a:r>
            <a:r>
              <a:rPr lang="en-IN" sz="2400" dirty="0">
                <a:latin typeface="Times New Roman" panose="02020603050405020304" pitchFamily="18" charset="0"/>
                <a:cs typeface="Times New Roman" panose="02020603050405020304" pitchFamily="18" charset="0"/>
              </a:rPr>
              <a:t>O(n)</a:t>
            </a:r>
            <a:endParaRPr lang="en-IN" sz="2400" b="1" dirty="0">
              <a:latin typeface="Times New Roman" panose="02020603050405020304" pitchFamily="18" charset="0"/>
              <a:cs typeface="Times New Roman" panose="02020603050405020304" pitchFamily="18" charset="0"/>
            </a:endParaRP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endParaRPr lang="en-IN" b="1" dirty="0">
              <a:latin typeface="Times New Roman" panose="02020603050405020304" pitchFamily="18" charset="0"/>
              <a:cs typeface="Times New Roman" panose="02020603050405020304" pitchFamily="18" charset="0"/>
            </a:endParaRPr>
          </a:p>
        </p:txBody>
      </p:sp>
      <p:sp>
        <p:nvSpPr>
          <p:cNvPr id="8" name="Rectangle 7"/>
          <p:cNvSpPr/>
          <p:nvPr/>
        </p:nvSpPr>
        <p:spPr>
          <a:xfrm>
            <a:off x="457200" y="3586906"/>
            <a:ext cx="8686800" cy="1200329"/>
          </a:xfrm>
          <a:prstGeom prst="rect">
            <a:avLst/>
          </a:prstGeom>
        </p:spPr>
        <p:txBody>
          <a:bodyPr wrap="square">
            <a:spAutoFit/>
          </a:bodyPr>
          <a:lstStyle/>
          <a:p>
            <a:r>
              <a:rPr lang="en-IN" dirty="0">
                <a:hlinkClick r:id="rcIdf628b30027894d64"/>
              </a:rPr>
              <a:t>https://questions.examside.com/past-years/gate/question/pconsider-the-problem-of-reversing-a-singly-linked-list-t-gate-cse-theory-of-computation-finite-automata-and-regular-language-zpfpkf4re1g8xuff</a:t>
            </a:r>
            <a:endParaRPr lang="en-IN" dirty="0"/>
          </a:p>
          <a:p>
            <a:endParaRPr lang="en-IN" dirty="0"/>
          </a:p>
        </p:txBody>
      </p:sp>
    </p:spTree>
    <p:extLst>
      <p:ext uri="{BB962C8B-B14F-4D97-AF65-F5344CB8AC3E}">
        <p14:creationId xmlns:p14="http://schemas.microsoft.com/office/powerpoint/2010/main" val="870050547"/>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e8216a38518a4ab5"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dce9b9107ea24907" cstate="print">
            <a:extLst>
              <a:ext uri="{28A0092B-C50C-407E-A947-70E740481C1C}">
                <a14:useLocalDpi xmlns:a14="http://schemas.microsoft.com/office/drawing/2010/main" val="0"/>
              </a:ext>
            </a:extLst>
          </a:blip>
          <a:stretch>
            <a:fillRect/>
          </a:stretch>
        </p:blipFill>
        <p:spPr>
          <a:xfrm>
            <a:off x="6600291" y="6331528"/>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GeeksforGeeks</a:t>
            </a:r>
            <a:r>
              <a:rPr lang="en-US" altLang="en-US" sz="1600" b="1" dirty="0">
                <a:latin typeface="Times New Roman" panose="02020603050405020304" pitchFamily="18" charset="0"/>
                <a:cs typeface="Times New Roman" panose="02020603050405020304" pitchFamily="18" charset="0"/>
              </a:rPr>
              <a:t> – Linked List Introduction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baa10db3a26f473b"/>
              </a:rPr>
              <a:t>https://www.geeksforgeeks.org/what-is-linked-list/</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GeeksforGeeks</a:t>
            </a:r>
            <a:r>
              <a:rPr lang="en-US" altLang="en-US" sz="1600" b="1" dirty="0">
                <a:latin typeface="Times New Roman" panose="02020603050405020304" pitchFamily="18" charset="0"/>
                <a:cs typeface="Times New Roman" panose="02020603050405020304" pitchFamily="18" charset="0"/>
              </a:rPr>
              <a:t> – Types of Linked Lists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7a1367309a674236"/>
              </a:rPr>
              <a:t>https://www.geeksforgeeks.org/types-of-linked-list/</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TutorialsPoint</a:t>
            </a:r>
            <a:r>
              <a:rPr lang="en-US" altLang="en-US" sz="1600" b="1" dirty="0">
                <a:latin typeface="Times New Roman" panose="02020603050405020304" pitchFamily="18" charset="0"/>
                <a:cs typeface="Times New Roman" panose="02020603050405020304" pitchFamily="18" charset="0"/>
              </a:rPr>
              <a:t> – Data Structures: Linked List</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b70ae15d8f9b4a0d"/>
              </a:rPr>
              <a:t>https://www.tutorialspoint.com/data_structures_algorithms/linked_list_algorithms.htm</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a:latin typeface="Times New Roman" panose="02020603050405020304" pitchFamily="18" charset="0"/>
                <a:cs typeface="Times New Roman" panose="02020603050405020304" pitchFamily="18" charset="0"/>
              </a:rPr>
              <a:t>MIT </a:t>
            </a:r>
            <a:r>
              <a:rPr lang="en-US" altLang="en-US" sz="1600" b="1" dirty="0" err="1">
                <a:latin typeface="Times New Roman" panose="02020603050405020304" pitchFamily="18" charset="0"/>
                <a:cs typeface="Times New Roman" panose="02020603050405020304" pitchFamily="18" charset="0"/>
              </a:rPr>
              <a:t>OpenCourseWare</a:t>
            </a:r>
            <a:r>
              <a:rPr lang="en-US" altLang="en-US" sz="1600" b="1" dirty="0">
                <a:latin typeface="Times New Roman" panose="02020603050405020304" pitchFamily="18" charset="0"/>
                <a:cs typeface="Times New Roman" panose="02020603050405020304" pitchFamily="18" charset="0"/>
              </a:rPr>
              <a:t> – Introduction to Algorithms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732da258aaee4ccf"/>
              </a:rPr>
              <a:t>https://ocw.mit.edu</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Programiz</a:t>
            </a:r>
            <a:r>
              <a:rPr lang="en-US" altLang="en-US" sz="1600" b="1" dirty="0">
                <a:latin typeface="Times New Roman" panose="02020603050405020304" pitchFamily="18" charset="0"/>
                <a:cs typeface="Times New Roman" panose="02020603050405020304" pitchFamily="18" charset="0"/>
              </a:rPr>
              <a:t> – Linked List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cIde61ba1f59ed7419c"/>
              </a:rPr>
              <a:t>https://www.programiz.com/dsa/linked-list</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37</a:t>
            </a:fld>
            <a:endParaRPr lang="en-IN"/>
          </a:p>
        </p:txBody>
      </p:sp>
      <p:sp>
        <p:nvSpPr>
          <p:cNvPr id="3" name="Rectangle 1">
            <a:extLst>
              <a:ext uri="{FF2B5EF4-FFF2-40B4-BE49-F238E27FC236}">
                <a16:creationId xmlns:a16="http://schemas.microsoft.com/office/drawing/2014/main" id="{DACD63A8-35FC-E8F0-BBC5-7CCA6D1598B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2830457"/>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4ba1992138b8425c"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0564ba95c09740e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38</a:t>
            </a:fld>
            <a:endParaRPr lang="en-IN"/>
          </a:p>
        </p:txBody>
      </p:sp>
    </p:spTree>
    <p:extLst>
      <p:ext uri="{BB962C8B-B14F-4D97-AF65-F5344CB8AC3E}">
        <p14:creationId xmlns:p14="http://schemas.microsoft.com/office/powerpoint/2010/main" val="3858198192"/>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fcfc3ab4efcc475e"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6e162db66ced45a5"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59cb4c5ac514d09"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51af51919ffa4b4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85c2054d65b0494a"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b5facea8bbbd4d93"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12</a:t>
            </a:r>
          </a:p>
        </p:txBody>
      </p:sp>
      <p:sp>
        <p:nvSpPr>
          <p:cNvPr id="2" name="TextBox 1"/>
          <p:cNvSpPr txBox="1"/>
          <p:nvPr/>
        </p:nvSpPr>
        <p:spPr>
          <a:xfrm>
            <a:off x="976848" y="1656803"/>
            <a:ext cx="5861364" cy="4078039"/>
          </a:xfrm>
          <a:prstGeom prst="rect">
            <a:avLst/>
          </a:prstGeom>
          <a:noFill/>
        </p:spPr>
        <p:txBody>
          <a:bodyPr wrap="square" rtlCol="0">
            <a:spAutoFit/>
          </a:bodyPr>
          <a:lstStyle/>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Introduction to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Recapitulation: 1-D and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Classification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Static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Dynamic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Advantages and Limitations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Real-World Applications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Practice Questions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Static and Dynamic Arrays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9104c564ec34c7b"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ba7c6e130bf0435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3f587c43d13e49f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7075" y="1322871"/>
            <a:ext cx="8496942" cy="4199611"/>
          </a:xfrm>
          <a:prstGeom prst="rect">
            <a:avLst/>
          </a:prstGeom>
          <a:noFill/>
        </p:spPr>
        <p:txBody>
          <a:bodyPr wrap="square" rtlCol="0">
            <a:spAutoFit/>
          </a:bodyPr>
          <a:lstStyle/>
          <a:p>
            <a:pPr>
              <a:lnSpc>
                <a:spcPct val="20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Define </a:t>
            </a:r>
            <a:r>
              <a:rPr lang="en-US" sz="2400" b="1" dirty="0">
                <a:latin typeface="Times New Roman" panose="02020603050405020304" pitchFamily="18" charset="0"/>
                <a:cs typeface="Times New Roman" panose="02020603050405020304" pitchFamily="18" charset="0"/>
              </a:rPr>
              <a:t>static arrays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dynamic arrays</a:t>
            </a:r>
            <a:endParaRPr lang="en-US" sz="24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Differentiate between static and dynamic arrays</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Write programs using static and dynamic arrays</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Decide when to use which type of array</a:t>
            </a:r>
          </a:p>
          <a:p>
            <a:pPr marL="268288" lvl="0" indent="-268288" algn="just" eaLnBrk="0" fontAlgn="base" hangingPunct="0">
              <a:lnSpc>
                <a:spcPct val="150000"/>
              </a:lnSpc>
              <a:spcBef>
                <a:spcPct val="0"/>
              </a:spcBef>
              <a:spcAft>
                <a:spcPct val="0"/>
              </a:spcAft>
              <a:buFontTx/>
              <a:buChar char="•"/>
            </a:pP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743d97269b0452a"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375389ff2bd4b36"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(Unit-2: </a:t>
            </a:r>
            <a:r>
              <a:rPr lang="en-IN" sz="2800" b="1" dirty="0">
                <a:solidFill>
                  <a:srgbClr val="E31E24"/>
                </a:solidFill>
              </a:rPr>
              <a:t>1-D Array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09507" y="1450864"/>
            <a:ext cx="8580969" cy="3983655"/>
          </a:xfrm>
          <a:prstGeom prst="rect">
            <a:avLst/>
          </a:prstGeom>
          <a:noFill/>
        </p:spPr>
        <p:txBody>
          <a:bodyPr wrap="square" rtlCol="0">
            <a:spAutoFit/>
          </a:bodyPr>
          <a:lstStyle/>
          <a:p>
            <a:pPr marL="342900" indent="-342900" algn="just">
              <a:lnSpc>
                <a:spcPct val="150000"/>
              </a:lnSpc>
              <a:spcBef>
                <a:spcPts val="600"/>
              </a:spcBef>
              <a:spcAft>
                <a:spcPts val="600"/>
              </a:spcAft>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Arrays: </a:t>
            </a:r>
            <a:r>
              <a:rPr lang="en-US" sz="2300" dirty="0">
                <a:latin typeface="Times New Roman" panose="02020603050405020304" pitchFamily="18" charset="0"/>
                <a:cs typeface="Times New Roman" panose="02020603050405020304" pitchFamily="18" charset="0"/>
              </a:rPr>
              <a:t>Store elements of the same data type</a:t>
            </a:r>
          </a:p>
          <a:p>
            <a:pPr marL="342900" indent="-342900" algn="just">
              <a:lnSpc>
                <a:spcPct val="150000"/>
              </a:lnSpc>
              <a:spcBef>
                <a:spcPts val="600"/>
              </a:spcBef>
              <a:spcAft>
                <a:spcPts val="600"/>
              </a:spcAf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Elements are stored in contiguous memory locations</a:t>
            </a:r>
          </a:p>
          <a:p>
            <a:pPr marL="342900" indent="-342900" algn="just">
              <a:lnSpc>
                <a:spcPct val="150000"/>
              </a:lnSpc>
              <a:spcBef>
                <a:spcPts val="600"/>
              </a:spcBef>
              <a:spcAft>
                <a:spcPts val="600"/>
              </a:spcAf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Each element is accessed using an index (starts from 0)</a:t>
            </a:r>
          </a:p>
          <a:p>
            <a:pPr algn="just">
              <a:lnSpc>
                <a:spcPct val="150000"/>
              </a:lnSpc>
              <a:spcBef>
                <a:spcPts val="600"/>
              </a:spcBef>
              <a:spcAft>
                <a:spcPts val="600"/>
              </a:spcAft>
            </a:pPr>
            <a:r>
              <a:rPr lang="en-US" sz="2300" b="1" dirty="0">
                <a:latin typeface="Times New Roman" panose="02020603050405020304" pitchFamily="18" charset="0"/>
                <a:cs typeface="Times New Roman" panose="02020603050405020304" pitchFamily="18" charset="0"/>
              </a:rPr>
              <a:t>     Why Arrays are Used?</a:t>
            </a:r>
            <a:endParaRPr lang="en-US" sz="2300"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spcAft>
                <a:spcPts val="600"/>
              </a:spcAf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Random access using index</a:t>
            </a:r>
          </a:p>
          <a:p>
            <a:pPr marL="342900" indent="-342900" algn="just">
              <a:lnSpc>
                <a:spcPct val="150000"/>
              </a:lnSpc>
              <a:spcBef>
                <a:spcPts val="600"/>
              </a:spcBef>
              <a:spcAft>
                <a:spcPts val="600"/>
              </a:spcAf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Simplifies repetitive operations using loops</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d73b3fc980a84f8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ebbe50c3ca66420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33659d6e9f324b2f"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(Unit-2: </a:t>
            </a:r>
            <a:r>
              <a:rPr lang="en-IN" sz="2800" b="1" dirty="0">
                <a:solidFill>
                  <a:srgbClr val="E31E24"/>
                </a:solidFill>
                <a:cs typeface="Times New Roman" panose="02020603050405020304" pitchFamily="18" charset="0"/>
                <a:sym typeface="Arial"/>
              </a:rPr>
              <a:t>2</a:t>
            </a:r>
            <a:r>
              <a:rPr lang="en-IN" sz="2800" b="1" dirty="0">
                <a:solidFill>
                  <a:srgbClr val="E31E24"/>
                </a:solidFill>
              </a:rPr>
              <a:t>-D Array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E8009213-D4D2-E2C9-27C9-02B227D89D1F}"/>
              </a:ext>
            </a:extLst>
          </p:cNvPr>
          <p:cNvSpPr txBox="1"/>
          <p:nvPr/>
        </p:nvSpPr>
        <p:spPr>
          <a:xfrm>
            <a:off x="180628" y="1362301"/>
            <a:ext cx="8580969" cy="4673395"/>
          </a:xfrm>
          <a:prstGeom prst="rect">
            <a:avLst/>
          </a:prstGeom>
          <a:noFill/>
        </p:spPr>
        <p:txBody>
          <a:bodyPr wrap="square" rtlCol="0">
            <a:spAutoFit/>
          </a:bodyPr>
          <a:lstStyle/>
          <a:p>
            <a:pPr marL="342900" indent="-342900" algn="just">
              <a:lnSpc>
                <a:spcPct val="150000"/>
              </a:lnSpc>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1-D Arrays</a:t>
            </a:r>
            <a:endParaRPr lang="en-US" sz="2400" dirty="0">
              <a:latin typeface="Times New Roman" panose="02020603050405020304" pitchFamily="18" charset="0"/>
              <a:cs typeface="Times New Roman" panose="02020603050405020304" pitchFamily="18" charset="0"/>
            </a:endParaRPr>
          </a:p>
          <a:p>
            <a:pPr marL="720725" indent="-360363" algn="just">
              <a:lnSpc>
                <a:spcPct val="150000"/>
              </a:lnSpc>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Store elements in a single row (linear form)</a:t>
            </a:r>
          </a:p>
          <a:p>
            <a:pPr marL="720725" indent="-360363" algn="just">
              <a:lnSpc>
                <a:spcPct val="150000"/>
              </a:lnSpc>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Common operations: Traversal, Sum of elements, Searching elements</a:t>
            </a:r>
          </a:p>
          <a:p>
            <a:pPr marL="342900" indent="-342900">
              <a:lnSpc>
                <a:spcPct val="150000"/>
              </a:lnSpc>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Two-Dimensional Arrays (2-D Arrays)</a:t>
            </a:r>
            <a:endParaRPr lang="en-US" sz="2400" dirty="0">
              <a:latin typeface="Times New Roman" panose="02020603050405020304" pitchFamily="18" charset="0"/>
              <a:cs typeface="Times New Roman" panose="02020603050405020304" pitchFamily="18" charset="0"/>
            </a:endParaRPr>
          </a:p>
          <a:p>
            <a:pPr marL="720725" indent="-360363">
              <a:lnSpc>
                <a:spcPct val="150000"/>
              </a:lnSpc>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stored in rows and columns</a:t>
            </a:r>
          </a:p>
          <a:p>
            <a:pPr marL="720725" indent="-360363">
              <a:lnSpc>
                <a:spcPct val="150000"/>
              </a:lnSpc>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Index format: </a:t>
            </a:r>
            <a:r>
              <a:rPr lang="en-US" dirty="0">
                <a:latin typeface="Times New Roman" panose="02020603050405020304" pitchFamily="18" charset="0"/>
                <a:cs typeface="Times New Roman" panose="02020603050405020304" pitchFamily="18" charset="0"/>
              </a:rPr>
              <a:t>array[row][column]</a:t>
            </a:r>
            <a:endParaRPr lang="en-US"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eee419e7fd1a412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261809309"/>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93fc537b192475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e56d3093e29460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4777" y="1463202"/>
            <a:ext cx="8153168" cy="4478149"/>
          </a:xfrm>
          <a:prstGeom prst="rect">
            <a:avLst/>
          </a:prstGeom>
          <a:noFill/>
        </p:spPr>
        <p:txBody>
          <a:bodyPr wrap="square" rtlCol="0">
            <a:spAutoFit/>
          </a:bodyPr>
          <a:lstStyle/>
          <a:p>
            <a:pPr>
              <a:spcBef>
                <a:spcPts val="1200"/>
              </a:spcBef>
              <a:spcAft>
                <a:spcPts val="600"/>
              </a:spcAft>
            </a:pPr>
            <a:r>
              <a:rPr lang="en-US" sz="2300" b="1" dirty="0">
                <a:latin typeface="Times New Roman" panose="02020603050405020304" pitchFamily="18" charset="0"/>
                <a:cs typeface="Times New Roman" panose="02020603050405020304" pitchFamily="18" charset="0"/>
              </a:rPr>
              <a:t>Q1. What is an array?</a:t>
            </a:r>
          </a:p>
          <a:p>
            <a:pPr>
              <a:spcBef>
                <a:spcPts val="1200"/>
              </a:spcBef>
              <a:spcAft>
                <a:spcPts val="600"/>
              </a:spcAft>
            </a:pPr>
            <a:r>
              <a:rPr lang="en-US" sz="2300" dirty="0">
                <a:latin typeface="Times New Roman" panose="02020603050405020304" pitchFamily="18" charset="0"/>
                <a:cs typeface="Times New Roman" panose="02020603050405020304" pitchFamily="18" charset="0"/>
              </a:rPr>
              <a:t>a) A non-linear data structure</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b) A collection of elements of different types</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c) A collection of elements of the same type stored contiguously</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d) A dynamic data structure</a:t>
            </a:r>
          </a:p>
          <a:p>
            <a:pPr>
              <a:spcBef>
                <a:spcPts val="1200"/>
              </a:spcBef>
              <a:spcAft>
                <a:spcPts val="600"/>
              </a:spcAft>
            </a:pPr>
            <a:r>
              <a:rPr lang="en-US" sz="2300" b="1" dirty="0">
                <a:latin typeface="Times New Roman" panose="02020603050405020304" pitchFamily="18" charset="0"/>
                <a:cs typeface="Times New Roman" panose="02020603050405020304" pitchFamily="18" charset="0"/>
              </a:rPr>
              <a:t>Q2. What is the index of the first element in an array?</a:t>
            </a:r>
          </a:p>
          <a:p>
            <a:pPr>
              <a:spcBef>
                <a:spcPts val="1200"/>
              </a:spcBef>
              <a:spcAft>
                <a:spcPts val="600"/>
              </a:spcAft>
            </a:pPr>
            <a:r>
              <a:rPr lang="en-US" sz="2300" dirty="0">
                <a:latin typeface="Times New Roman" panose="02020603050405020304" pitchFamily="18" charset="0"/>
                <a:cs typeface="Times New Roman" panose="02020603050405020304" pitchFamily="18" charset="0"/>
              </a:rPr>
              <a:t>a) 1</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b) -1</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c) 0</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d) Depends on compiler</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339f7c6b321d4b3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7</a:t>
            </a:fld>
            <a:endParaRPr lang="en-IN"/>
          </a:p>
        </p:txBody>
      </p:sp>
    </p:spTree>
    <p:extLst>
      <p:ext uri="{BB962C8B-B14F-4D97-AF65-F5344CB8AC3E}">
        <p14:creationId xmlns:p14="http://schemas.microsoft.com/office/powerpoint/2010/main" val="27840576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0F21E-4ACB-438A-153A-0AA29CCE5EA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0920DE-4C79-FECB-3A83-20CC14FDD870}"/>
              </a:ext>
            </a:extLst>
          </p:cNvPr>
          <p:cNvPicPr>
            <a:picLocks noGrp="1" noChangeAspect="1"/>
          </p:cNvPicPr>
          <p:nvPr>
            <p:ph idx="1"/>
          </p:nvPr>
        </p:nvPicPr>
        <p:blipFill>
          <a:blip r:embed="Rfe99e8173a294e4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53F79621-9E6C-1655-9103-5DB153145B18}"/>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40BAEB7-C3B3-05E7-C69C-FBCBC2E5441E}"/>
              </a:ext>
            </a:extLst>
          </p:cNvPr>
          <p:cNvPicPr>
            <a:picLocks noChangeAspect="1"/>
          </p:cNvPicPr>
          <p:nvPr/>
        </p:nvPicPr>
        <p:blipFill>
          <a:blip r:embed="Rabab9374852f434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1EE6971-AEA6-B022-C197-8E650B68A11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D9213C-B987-4305-AD33-421006CF600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DAD1485E-0EFA-D759-9262-1DEC6EB77166}"/>
              </a:ext>
            </a:extLst>
          </p:cNvPr>
          <p:cNvSpPr txBox="1"/>
          <p:nvPr/>
        </p:nvSpPr>
        <p:spPr>
          <a:xfrm>
            <a:off x="323530" y="1353791"/>
            <a:ext cx="8363270" cy="4847481"/>
          </a:xfrm>
          <a:prstGeom prst="rect">
            <a:avLst/>
          </a:prstGeom>
          <a:noFill/>
        </p:spPr>
        <p:txBody>
          <a:bodyPr wrap="square" rtlCol="0">
            <a:spAutoFit/>
          </a:bodyPr>
          <a:lstStyle/>
          <a:p>
            <a:pPr>
              <a:spcBef>
                <a:spcPts val="1200"/>
              </a:spcBef>
              <a:spcAft>
                <a:spcPts val="600"/>
              </a:spcAft>
            </a:pPr>
            <a:r>
              <a:rPr lang="en-US" sz="2300" b="1" dirty="0">
                <a:latin typeface="Times New Roman" panose="02020603050405020304" pitchFamily="18" charset="0"/>
                <a:cs typeface="Times New Roman" panose="02020603050405020304" pitchFamily="18" charset="0"/>
              </a:rPr>
              <a:t>Q3. Which of the following is true about arrays?</a:t>
            </a:r>
          </a:p>
          <a:p>
            <a:pPr>
              <a:spcBef>
                <a:spcPts val="1200"/>
              </a:spcBef>
              <a:spcAft>
                <a:spcPts val="600"/>
              </a:spcAft>
            </a:pPr>
            <a:r>
              <a:rPr lang="en-US" sz="2300" dirty="0">
                <a:latin typeface="Times New Roman" panose="02020603050405020304" pitchFamily="18" charset="0"/>
                <a:cs typeface="Times New Roman" panose="02020603050405020304" pitchFamily="18" charset="0"/>
              </a:rPr>
              <a:t>a) Arrays store elements of different data types</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b) Arrays grow automatically in size</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c) Arrays store elements in contiguous memory locations</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d) Arrays do not support indexing</a:t>
            </a:r>
          </a:p>
          <a:p>
            <a:pPr>
              <a:spcBef>
                <a:spcPts val="1200"/>
              </a:spcBef>
              <a:spcAft>
                <a:spcPts val="600"/>
              </a:spcAft>
            </a:pPr>
            <a:r>
              <a:rPr lang="en-US" sz="2300" b="1" dirty="0">
                <a:latin typeface="Times New Roman" panose="02020603050405020304" pitchFamily="18" charset="0"/>
                <a:cs typeface="Times New Roman" panose="02020603050405020304" pitchFamily="18" charset="0"/>
              </a:rPr>
              <a:t>Q4. How many indices are required to access an element in a 2-D array?</a:t>
            </a:r>
          </a:p>
          <a:p>
            <a:pPr>
              <a:spcBef>
                <a:spcPts val="1200"/>
              </a:spcBef>
              <a:spcAft>
                <a:spcPts val="600"/>
              </a:spcAft>
            </a:pPr>
            <a:r>
              <a:rPr lang="en-US" sz="2300" dirty="0">
                <a:latin typeface="Times New Roman" panose="02020603050405020304" pitchFamily="18" charset="0"/>
                <a:cs typeface="Times New Roman" panose="02020603050405020304" pitchFamily="18" charset="0"/>
              </a:rPr>
              <a:t>a) One</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b) Two</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c) Three</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d) Depends on data type</a:t>
            </a:r>
          </a:p>
        </p:txBody>
      </p:sp>
      <p:sp>
        <p:nvSpPr>
          <p:cNvPr id="5" name="Rectangle 4">
            <a:extLst>
              <a:ext uri="{FF2B5EF4-FFF2-40B4-BE49-F238E27FC236}">
                <a16:creationId xmlns:a16="http://schemas.microsoft.com/office/drawing/2014/main" id="{C01F4F22-1807-E787-044F-502F64B4ECE2}"/>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07E75786-0A59-BE56-F25D-A03F7B66B204}"/>
              </a:ext>
            </a:extLst>
          </p:cNvPr>
          <p:cNvPicPr>
            <a:picLocks noChangeAspect="1" noChangeArrowheads="1"/>
          </p:cNvPicPr>
          <p:nvPr/>
        </p:nvPicPr>
        <p:blipFill>
          <a:blip r:embed="R118c0f05df374859">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7251F44-5174-421C-E09C-58672FAC252C}"/>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5933FCE6-8E3A-87EA-4E73-CF4318A78715}"/>
              </a:ext>
            </a:extLst>
          </p:cNvPr>
          <p:cNvSpPr>
            <a:spLocks noGrp="1"/>
          </p:cNvSpPr>
          <p:nvPr>
            <p:ph type="sldNum" sz="quarter" idx="12"/>
          </p:nvPr>
        </p:nvSpPr>
        <p:spPr/>
        <p:txBody>
          <a:bodyPr/>
          <a:lstStyle/>
          <a:p>
            <a:fld id="{C421C46D-3F04-4F73-BF36-E6D9DA5AE143}" type="slidenum">
              <a:rPr lang="en-IN"/>
              <a:t>8</a:t>
            </a:fld>
            <a:endParaRPr lang="en-IN"/>
          </a:p>
        </p:txBody>
      </p:sp>
    </p:spTree>
    <p:extLst>
      <p:ext uri="{BB962C8B-B14F-4D97-AF65-F5344CB8AC3E}">
        <p14:creationId xmlns:p14="http://schemas.microsoft.com/office/powerpoint/2010/main" val="31108136"/>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39d13c278c004635"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a513328d5774fa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8640958" cy="2888291"/>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Quiz (Answers)</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Q1:</a:t>
            </a:r>
            <a:r>
              <a:rPr lang="en-US" altLang="en-US" sz="2400" dirty="0">
                <a:latin typeface="Times New Roman" panose="02020603050405020304" pitchFamily="18" charset="0"/>
                <a:cs typeface="Times New Roman" panose="02020603050405020304" pitchFamily="18" charset="0"/>
              </a:rPr>
              <a:t> c) A collection of elements of the same type stored contiguously</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Q2:</a:t>
            </a:r>
            <a:r>
              <a:rPr lang="en-US" altLang="en-US" sz="2400" dirty="0">
                <a:latin typeface="Times New Roman" panose="02020603050405020304" pitchFamily="18" charset="0"/>
                <a:cs typeface="Times New Roman" panose="02020603050405020304" pitchFamily="18" charset="0"/>
              </a:rPr>
              <a:t> c) 0</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Q3:</a:t>
            </a:r>
            <a:r>
              <a:rPr lang="en-US" altLang="en-US" sz="2400" dirty="0">
                <a:latin typeface="Times New Roman" panose="02020603050405020304" pitchFamily="18" charset="0"/>
                <a:cs typeface="Times New Roman" panose="02020603050405020304" pitchFamily="18" charset="0"/>
              </a:rPr>
              <a:t> c) Arrays store elements in contiguous memory locations</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Q4:</a:t>
            </a:r>
            <a:r>
              <a:rPr lang="en-US" altLang="en-US" sz="2400" dirty="0">
                <a:latin typeface="Times New Roman" panose="02020603050405020304" pitchFamily="18" charset="0"/>
                <a:cs typeface="Times New Roman" panose="02020603050405020304" pitchFamily="18" charset="0"/>
              </a:rPr>
              <a:t> b) Two</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aeaf3e2b5b8e4a9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9</a:t>
            </a:fld>
            <a:endParaRPr lang="en-IN"/>
          </a:p>
        </p:txBody>
      </p:sp>
    </p:spTree>
    <p:extLst>
      <p:ext uri="{BB962C8B-B14F-4D97-AF65-F5344CB8AC3E}">
        <p14:creationId xmlns:p14="http://schemas.microsoft.com/office/powerpoint/2010/main" val="127797014"/>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a697acc305d46f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ee4585c7d8de445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What is an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c1ba5fc2649849c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3F68384C-A5AE-475C-73B4-6FB7016AD858}"/>
              </a:ext>
            </a:extLst>
          </p:cNvPr>
          <p:cNvSpPr txBox="1"/>
          <p:nvPr/>
        </p:nvSpPr>
        <p:spPr>
          <a:xfrm>
            <a:off x="373224" y="1132112"/>
            <a:ext cx="8591264" cy="334995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array is a </a:t>
            </a:r>
            <a:r>
              <a:rPr lang="en-US" sz="2400" b="1" dirty="0">
                <a:latin typeface="Times New Roman" panose="02020603050405020304" pitchFamily="18" charset="0"/>
                <a:cs typeface="Times New Roman" panose="02020603050405020304" pitchFamily="18" charset="0"/>
              </a:rPr>
              <a:t>collection of elements of the same data type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Stored in </a:t>
            </a:r>
            <a:r>
              <a:rPr lang="en-US" sz="2400" b="1" dirty="0">
                <a:latin typeface="Times New Roman" panose="02020603050405020304" pitchFamily="18" charset="0"/>
                <a:cs typeface="Times New Roman" panose="02020603050405020304" pitchFamily="18" charset="0"/>
              </a:rPr>
              <a:t>contiguous memory</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Accessed using </a:t>
            </a:r>
            <a:r>
              <a:rPr lang="en-US" sz="2400" b="1" dirty="0">
                <a:latin typeface="Times New Roman" panose="02020603050405020304" pitchFamily="18" charset="0"/>
                <a:cs typeface="Times New Roman" panose="02020603050405020304" pitchFamily="18" charset="0"/>
              </a:rPr>
              <a:t>index values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Index starts from </a:t>
            </a:r>
            <a:r>
              <a:rPr lang="en-US" sz="2400" b="1"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[5] = {10, 20, 30, 40, 50};</a:t>
            </a:r>
          </a:p>
        </p:txBody>
      </p:sp>
    </p:spTree>
    <p:extLst>
      <p:ext uri="{BB962C8B-B14F-4D97-AF65-F5344CB8AC3E}">
        <p14:creationId xmlns:p14="http://schemas.microsoft.com/office/powerpoint/2010/main" val="74001587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802C-D8DA-44A1-0722-8EE9752C90C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9E578A1-725A-B284-DBBB-C8B5C8378063}"/>
              </a:ext>
            </a:extLst>
          </p:cNvPr>
          <p:cNvPicPr>
            <a:picLocks noGrp="1" noChangeAspect="1"/>
          </p:cNvPicPr>
          <p:nvPr>
            <p:ph idx="1"/>
          </p:nvPr>
        </p:nvPicPr>
        <p:blipFill>
          <a:blip r:embed="R53488f97fbc94f5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E479961-3659-0BE8-4E95-EAF29AF93F51}"/>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C172FDC-A976-CC81-47C9-AF26CB4731F6}"/>
              </a:ext>
            </a:extLst>
          </p:cNvPr>
          <p:cNvPicPr>
            <a:picLocks noChangeAspect="1"/>
          </p:cNvPicPr>
          <p:nvPr/>
        </p:nvPicPr>
        <p:blipFill>
          <a:blip r:embed="Rcc62071e3e7c491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5F8F91E-BBD5-7D7F-924D-BC05C9A7F91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2145C86-2351-7691-9DB0-CE47DBA8F04A}"/>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Classification of arrays</a:t>
            </a:r>
          </a:p>
        </p:txBody>
      </p:sp>
      <p:sp>
        <p:nvSpPr>
          <p:cNvPr id="3" name="TextBox 2">
            <a:extLst>
              <a:ext uri="{FF2B5EF4-FFF2-40B4-BE49-F238E27FC236}">
                <a16:creationId xmlns:a16="http://schemas.microsoft.com/office/drawing/2014/main" id="{F8823D5D-824E-93CD-FF12-5DE7B202AED4}"/>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7E6D2F1D-6C5A-3C38-1205-232B51D1F378}"/>
              </a:ext>
            </a:extLst>
          </p:cNvPr>
          <p:cNvPicPr>
            <a:picLocks noChangeAspect="1" noChangeArrowheads="1"/>
          </p:cNvPicPr>
          <p:nvPr/>
        </p:nvPicPr>
        <p:blipFill>
          <a:blip r:embed="R937d8cc6fae8494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3FA38BC-3AFA-8CD0-7212-3E89AFC2716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4" name="Picture 13">
            <a:extLst>
              <a:ext uri="{FF2B5EF4-FFF2-40B4-BE49-F238E27FC236}">
                <a16:creationId xmlns:a16="http://schemas.microsoft.com/office/drawing/2014/main" id="{79481534-0452-4934-25E3-1987BC2098D2}"/>
              </a:ext>
            </a:extLst>
          </p:cNvPr>
          <p:cNvPicPr>
            <a:picLocks noChangeAspect="1"/>
          </p:cNvPicPr>
          <p:nvPr/>
        </p:nvPicPr>
        <p:blipFill>
          <a:blip r:embed="R985ca988dabf48ae"/>
          <a:srcRect l="4852" t="10430" r="5043" b="14652"/>
          <a:stretch>
            <a:fillRect/>
          </a:stretch>
        </p:blipFill>
        <p:spPr>
          <a:xfrm>
            <a:off x="1137929" y="2790797"/>
            <a:ext cx="7344817" cy="3427183"/>
          </a:xfrm>
          <a:prstGeom prst="rect">
            <a:avLst/>
          </a:prstGeom>
        </p:spPr>
      </p:pic>
      <p:sp>
        <p:nvSpPr>
          <p:cNvPr id="13" name="TextBox 12">
            <a:extLst>
              <a:ext uri="{FF2B5EF4-FFF2-40B4-BE49-F238E27FC236}">
                <a16:creationId xmlns:a16="http://schemas.microsoft.com/office/drawing/2014/main" id="{3898DB34-22C7-987D-A5C9-E0873FBD9E11}"/>
              </a:ext>
            </a:extLst>
          </p:cNvPr>
          <p:cNvSpPr txBox="1"/>
          <p:nvPr/>
        </p:nvSpPr>
        <p:spPr>
          <a:xfrm>
            <a:off x="373224" y="5832251"/>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Types of  Arrays </a:t>
            </a:r>
          </a:p>
        </p:txBody>
      </p:sp>
      <p:sp>
        <p:nvSpPr>
          <p:cNvPr id="11" name="TextBox 10">
            <a:extLst>
              <a:ext uri="{FF2B5EF4-FFF2-40B4-BE49-F238E27FC236}">
                <a16:creationId xmlns:a16="http://schemas.microsoft.com/office/drawing/2014/main" id="{E1937BD3-F808-7B6F-0C96-260FB298FD93}"/>
              </a:ext>
            </a:extLst>
          </p:cNvPr>
          <p:cNvSpPr txBox="1"/>
          <p:nvPr/>
        </p:nvSpPr>
        <p:spPr>
          <a:xfrm>
            <a:off x="373224" y="1132112"/>
            <a:ext cx="4645890" cy="1555041"/>
          </a:xfrm>
          <a:prstGeom prst="rect">
            <a:avLst/>
          </a:prstGeom>
          <a:noFill/>
        </p:spPr>
        <p:txBody>
          <a:bodyPr wrap="square">
            <a:spAutoFit/>
          </a:bodyPr>
          <a:lstStyle/>
          <a:p>
            <a:pPr>
              <a:lnSpc>
                <a:spcPct val="150000"/>
              </a:lnSpc>
              <a:buNone/>
            </a:pPr>
            <a:r>
              <a:rPr lang="en-US" sz="2200" dirty="0">
                <a:latin typeface="Times New Roman" panose="02020603050405020304" pitchFamily="18" charset="0"/>
                <a:cs typeface="Times New Roman" panose="02020603050405020304" pitchFamily="18" charset="0"/>
              </a:rPr>
              <a:t>Arrays can be classified based on:</a:t>
            </a:r>
          </a:p>
          <a:p>
            <a:pPr marL="176213" indent="-176213">
              <a:lnSpc>
                <a:spcPct val="150000"/>
              </a:lnSpc>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Size declaration (Dimensions)</a:t>
            </a:r>
            <a:endParaRPr lang="en-US" sz="2200" dirty="0">
              <a:latin typeface="Times New Roman" panose="02020603050405020304" pitchFamily="18" charset="0"/>
              <a:cs typeface="Times New Roman" panose="02020603050405020304" pitchFamily="18" charset="0"/>
            </a:endParaRPr>
          </a:p>
          <a:p>
            <a:pPr marL="176213" indent="-176213">
              <a:lnSpc>
                <a:spcPct val="150000"/>
              </a:lnSpc>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Memory allocation time</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7037485"/>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3e5aed90f85144d2"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b3bdf03586d4fa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Static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6370975"/>
          </a:xfrm>
          <a:prstGeom prst="rect">
            <a:avLst/>
          </a:prstGeom>
        </p:spPr>
        <p:txBody>
          <a:bodyPr wrap="square">
            <a:spAutoFit/>
          </a:bodyPr>
          <a:lstStyle/>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Example: Fixed seating in a classroom</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Memory allocated at compile time.</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Array is of fixed size.</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Size must be known </a:t>
            </a:r>
            <a:r>
              <a:rPr lang="en-US" sz="2400" b="1" dirty="0">
                <a:latin typeface="Times New Roman" panose="02020603050405020304" pitchFamily="18" charset="0"/>
                <a:cs typeface="Times New Roman" panose="02020603050405020304" pitchFamily="18" charset="0"/>
              </a:rPr>
              <a:t>before execution</a:t>
            </a:r>
          </a:p>
          <a:p>
            <a:pPr marL="342900" indent="-342900" algn="just">
              <a:buFont typeface="Wingdings" panose="05000000000000000000" pitchFamily="2" charset="2"/>
              <a:buChar char="§"/>
              <a:defRP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Size cannot be changed later during program execution</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Size in square brackets [ ].</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Example: </a:t>
            </a:r>
          </a:p>
          <a:p>
            <a:pPr lvl="0" algn="ct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int </a:t>
            </a:r>
            <a:r>
              <a:rPr lang="en-US" sz="2400" dirty="0" err="1">
                <a:solidFill>
                  <a:srgbClr val="273239"/>
                </a:solidFill>
                <a:highlight>
                  <a:srgbClr val="FFFFFF"/>
                </a:highlight>
                <a:latin typeface="Times New Roman" panose="02020603050405020304" pitchFamily="18" charset="0"/>
                <a:cs typeface="Times New Roman" panose="02020603050405020304" pitchFamily="18" charset="0"/>
              </a:rPr>
              <a:t>arr</a:t>
            </a: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[5] = {1, 2, 3, 4, 5};</a:t>
            </a: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343bba4bbae74b7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06708407"/>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18B1D-38F3-33D7-899E-A3D7789335A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5F2B57-8C76-7494-3A3D-6D15306E5E05}"/>
              </a:ext>
            </a:extLst>
          </p:cNvPr>
          <p:cNvPicPr>
            <a:picLocks noGrp="1" noChangeAspect="1"/>
          </p:cNvPicPr>
          <p:nvPr>
            <p:ph idx="1"/>
          </p:nvPr>
        </p:nvPicPr>
        <p:blipFill>
          <a:blip r:embed="Rd245abc6c48a4ef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A389C9DF-4BAC-D037-9DEA-C2EE4E1F9203}"/>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D997AE2-B298-12CF-DEF9-0F6F92F54AF8}"/>
              </a:ext>
            </a:extLst>
          </p:cNvPr>
          <p:cNvPicPr>
            <a:picLocks noChangeAspect="1"/>
          </p:cNvPicPr>
          <p:nvPr/>
        </p:nvPicPr>
        <p:blipFill>
          <a:blip r:embed="R2286e7a2dd5b4c0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C7E46EB-1714-B636-4871-8677FAE7CC2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61058BAF-6B20-DC0F-214C-AB0ACBFD4812}"/>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Static Array – Syntax and Initialization (Python)</a:t>
            </a:r>
          </a:p>
        </p:txBody>
      </p:sp>
      <p:pic>
        <p:nvPicPr>
          <p:cNvPr id="1026" name="Picture 2" descr="Ezoic">
            <a:extLst>
              <a:ext uri="{FF2B5EF4-FFF2-40B4-BE49-F238E27FC236}">
                <a16:creationId xmlns:a16="http://schemas.microsoft.com/office/drawing/2014/main" id="{8F5D160F-BEF6-5495-54F8-001304BA494B}"/>
              </a:ext>
            </a:extLst>
          </p:cNvPr>
          <p:cNvPicPr>
            <a:picLocks noChangeAspect="1" noChangeArrowheads="1"/>
          </p:cNvPicPr>
          <p:nvPr/>
        </p:nvPicPr>
        <p:blipFill>
          <a:blip r:embed="Raf39c1b67d18443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5A08904F-AFBB-46A8-9C96-B796422E71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 2">
            <a:extLst>
              <a:ext uri="{FF2B5EF4-FFF2-40B4-BE49-F238E27FC236}">
                <a16:creationId xmlns:a16="http://schemas.microsoft.com/office/drawing/2014/main" id="{76225A98-BD96-7EF6-A87A-6607778DFE84}"/>
              </a:ext>
            </a:extLst>
          </p:cNvPr>
          <p:cNvGraphicFramePr>
            <a:graphicFrameLocks noGrp="1"/>
          </p:cNvGraphicFramePr>
          <p:nvPr>
            <p:extLst>
              <p:ext uri="{D42A27DB-BD31-4B8C-83A1-F6EECF244321}">
                <p14:modId xmlns:p14="http://schemas.microsoft.com/office/powerpoint/2010/main" val="3263435836"/>
              </p:ext>
            </p:extLst>
          </p:nvPr>
        </p:nvGraphicFramePr>
        <p:xfrm>
          <a:off x="683567" y="1465910"/>
          <a:ext cx="7776865" cy="4474465"/>
        </p:xfrm>
        <a:graphic>
          <a:graphicData uri="http://schemas.openxmlformats.org/drawingml/2006/table">
            <a:tbl>
              <a:tblPr firstRow="1" bandRow="1">
                <a:tableStyleId>{5C22544A-7EE6-4342-B048-85BDC9FD1C3A}</a:tableStyleId>
              </a:tblPr>
              <a:tblGrid>
                <a:gridCol w="1556923">
                  <a:extLst>
                    <a:ext uri="{9D8B030D-6E8A-4147-A177-3AD203B41FA5}">
                      <a16:colId xmlns:a16="http://schemas.microsoft.com/office/drawing/2014/main" val="628795679"/>
                    </a:ext>
                  </a:extLst>
                </a:gridCol>
                <a:gridCol w="2653842">
                  <a:extLst>
                    <a:ext uri="{9D8B030D-6E8A-4147-A177-3AD203B41FA5}">
                      <a16:colId xmlns:a16="http://schemas.microsoft.com/office/drawing/2014/main" val="450335016"/>
                    </a:ext>
                  </a:extLst>
                </a:gridCol>
                <a:gridCol w="3566100">
                  <a:extLst>
                    <a:ext uri="{9D8B030D-6E8A-4147-A177-3AD203B41FA5}">
                      <a16:colId xmlns:a16="http://schemas.microsoft.com/office/drawing/2014/main" val="674293293"/>
                    </a:ext>
                  </a:extLst>
                </a:gridCol>
              </a:tblGrid>
              <a:tr h="342751">
                <a:tc>
                  <a:txBody>
                    <a:bodyPr/>
                    <a:lstStyle/>
                    <a:p>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Method-1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Method-2</a:t>
                      </a:r>
                    </a:p>
                  </a:txBody>
                  <a:tcPr/>
                </a:tc>
                <a:extLst>
                  <a:ext uri="{0D108BD9-81ED-4DB2-BD59-A6C34878D82A}">
                    <a16:rowId xmlns:a16="http://schemas.microsoft.com/office/drawing/2014/main" val="4118526908"/>
                  </a:ext>
                </a:extLst>
              </a:tr>
              <a:tr h="908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Syntax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err="1">
                          <a:latin typeface="Times New Roman" panose="02020603050405020304" pitchFamily="18" charset="0"/>
                          <a:cs typeface="Times New Roman" panose="02020603050405020304" pitchFamily="18" charset="0"/>
                        </a:rPr>
                        <a:t>arr</a:t>
                      </a:r>
                      <a:r>
                        <a:rPr lang="en-IN" sz="1800" dirty="0">
                          <a:latin typeface="Times New Roman" panose="02020603050405020304" pitchFamily="18" charset="0"/>
                          <a:cs typeface="Times New Roman" panose="02020603050405020304" pitchFamily="18" charset="0"/>
                        </a:rPr>
                        <a:t> = [0] *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import array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arr</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array.array</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[0, 0, 0, 0, 0])</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4238632"/>
                  </a:ext>
                </a:extLst>
              </a:tr>
              <a:tr h="586605">
                <a:tc>
                  <a:txBody>
                    <a:bodyPr/>
                    <a:lstStyle/>
                    <a:p>
                      <a:r>
                        <a:rPr lang="en-IN" sz="1800" b="1" dirty="0">
                          <a:latin typeface="Times New Roman" panose="02020603050405020304" pitchFamily="18" charset="0"/>
                          <a:cs typeface="Times New Roman" panose="02020603050405020304" pitchFamily="18" charset="0"/>
                        </a:rPr>
                        <a:t>Initialization</a:t>
                      </a:r>
                    </a:p>
                  </a:txBody>
                  <a:tcPr/>
                </a:tc>
                <a:tc>
                  <a:txBody>
                    <a:bodyPr/>
                    <a:lstStyle/>
                    <a:p>
                      <a:r>
                        <a:rPr lang="en-IN" sz="1800" dirty="0" err="1">
                          <a:latin typeface="Times New Roman" panose="02020603050405020304" pitchFamily="18" charset="0"/>
                          <a:cs typeface="Times New Roman" panose="02020603050405020304" pitchFamily="18" charset="0"/>
                        </a:rPr>
                        <a:t>arr</a:t>
                      </a:r>
                      <a:r>
                        <a:rPr lang="en-IN" sz="1800" dirty="0">
                          <a:latin typeface="Times New Roman" panose="02020603050405020304" pitchFamily="18" charset="0"/>
                          <a:cs typeface="Times New Roman" panose="02020603050405020304" pitchFamily="18" charset="0"/>
                        </a:rPr>
                        <a:t> = [10, 20, 30, 40, 50]</a:t>
                      </a:r>
                    </a:p>
                  </a:txBody>
                  <a:tcPr/>
                </a:tc>
                <a:tc>
                  <a:txBody>
                    <a:bodyPr/>
                    <a:lstStyle/>
                    <a:p>
                      <a:r>
                        <a:rPr lang="en-US" sz="1800" dirty="0">
                          <a:latin typeface="Times New Roman" panose="02020603050405020304" pitchFamily="18" charset="0"/>
                          <a:cs typeface="Times New Roman" panose="02020603050405020304" pitchFamily="18" charset="0"/>
                        </a:rPr>
                        <a:t>import array</a:t>
                      </a:r>
                    </a:p>
                    <a:p>
                      <a:r>
                        <a:rPr lang="en-US" sz="1800" dirty="0" err="1">
                          <a:latin typeface="Times New Roman" panose="02020603050405020304" pitchFamily="18" charset="0"/>
                          <a:cs typeface="Times New Roman" panose="02020603050405020304" pitchFamily="18" charset="0"/>
                        </a:rPr>
                        <a:t>arr</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array.array</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[1, 2, 3, 4, 5])</a:t>
                      </a:r>
                    </a:p>
                  </a:txBody>
                  <a:tcPr/>
                </a:tc>
                <a:extLst>
                  <a:ext uri="{0D108BD9-81ED-4DB2-BD59-A6C34878D82A}">
                    <a16:rowId xmlns:a16="http://schemas.microsoft.com/office/drawing/2014/main" val="222218822"/>
                  </a:ext>
                </a:extLst>
              </a:tr>
              <a:tr h="2051664">
                <a:tc>
                  <a:txBody>
                    <a:bodyPr/>
                    <a:lstStyle/>
                    <a:p>
                      <a:r>
                        <a:rPr lang="en-IN" sz="1800" b="1" dirty="0">
                          <a:latin typeface="Times New Roman" panose="02020603050405020304" pitchFamily="18" charset="0"/>
                          <a:cs typeface="Times New Roman" panose="02020603050405020304" pitchFamily="18" charset="0"/>
                        </a:rPr>
                        <a:t>Explanation</a:t>
                      </a:r>
                    </a:p>
                  </a:txBody>
                  <a:tcPr/>
                </a:tc>
                <a:tc>
                  <a:txBody>
                    <a:bodyPr/>
                    <a:lstStyle/>
                    <a:p>
                      <a:pPr marL="176213" indent="-176213"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Size is decided at creation</a:t>
                      </a:r>
                    </a:p>
                    <a:p>
                      <a:pPr marL="176213" indent="-176213"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Index-based access</a:t>
                      </a:r>
                    </a:p>
                    <a:p>
                      <a:pPr marL="176213" indent="-176213"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Size is </a:t>
                      </a:r>
                      <a:r>
                        <a:rPr lang="en-US" sz="1800" i="1" dirty="0">
                          <a:latin typeface="Times New Roman" panose="02020603050405020304" pitchFamily="18" charset="0"/>
                          <a:cs typeface="Times New Roman" panose="02020603050405020304" pitchFamily="18" charset="0"/>
                        </a:rPr>
                        <a:t>treated as fixed</a:t>
                      </a:r>
                      <a:r>
                        <a:rPr lang="en-US" sz="1800" dirty="0">
                          <a:latin typeface="Times New Roman" panose="02020603050405020304" pitchFamily="18" charset="0"/>
                          <a:cs typeface="Times New Roman" panose="02020603050405020304" pitchFamily="18" charset="0"/>
                        </a:rPr>
                        <a:t> in logic</a:t>
                      </a:r>
                    </a:p>
                    <a:p>
                      <a:pPr marL="176213" indent="-176213"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Python allows resizing, but </a:t>
                      </a:r>
                      <a:r>
                        <a:rPr lang="en-US" sz="1800" b="1" dirty="0">
                          <a:latin typeface="Times New Roman" panose="02020603050405020304" pitchFamily="18" charset="0"/>
                          <a:cs typeface="Times New Roman" panose="02020603050405020304" pitchFamily="18" charset="0"/>
                        </a:rPr>
                        <a:t>we do not resize it → behaves like static array</a:t>
                      </a:r>
                      <a:endParaRPr lang="en-IN" sz="1800" dirty="0">
                        <a:latin typeface="Times New Roman" panose="02020603050405020304" pitchFamily="18" charset="0"/>
                        <a:cs typeface="Times New Roman" panose="02020603050405020304" pitchFamily="18" charset="0"/>
                      </a:endParaRPr>
                    </a:p>
                  </a:txBody>
                  <a:tcPr/>
                </a:tc>
                <a:tc>
                  <a:txBody>
                    <a:bodyPr/>
                    <a:lstStyle/>
                    <a:p>
                      <a:pPr marL="176213" indent="-176213" algn="just">
                        <a:buFont typeface="Arial" panose="020B0604020202020204" pitchFamily="34" charset="0"/>
                        <a:buChar char="•"/>
                      </a:pPr>
                      <a:r>
                        <a:rPr lang="en-US" sz="1800" kern="1200" dirty="0">
                          <a:solidFill>
                            <a:schemeClr val="dk1"/>
                          </a:solidFill>
                          <a:latin typeface="Times New Roman" panose="02020603050405020304" pitchFamily="18" charset="0"/>
                          <a:ea typeface="+mn-ea"/>
                          <a:cs typeface="Times New Roman" panose="02020603050405020304" pitchFamily="18" charset="0"/>
                        </a:rPr>
                        <a:t>'</a:t>
                      </a:r>
                      <a:r>
                        <a:rPr lang="en-US" sz="1800" kern="1200" dirty="0" err="1">
                          <a:solidFill>
                            <a:schemeClr val="dk1"/>
                          </a:solidFill>
                          <a:latin typeface="Times New Roman" panose="02020603050405020304" pitchFamily="18" charset="0"/>
                          <a:ea typeface="+mn-ea"/>
                          <a:cs typeface="Times New Roman" panose="02020603050405020304" pitchFamily="18" charset="0"/>
                        </a:rPr>
                        <a:t>i</a:t>
                      </a:r>
                      <a:r>
                        <a:rPr lang="en-US" sz="1800" kern="1200" dirty="0">
                          <a:solidFill>
                            <a:schemeClr val="dk1"/>
                          </a:solidFill>
                          <a:latin typeface="Times New Roman" panose="02020603050405020304" pitchFamily="18" charset="0"/>
                          <a:ea typeface="+mn-ea"/>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 integer type</a:t>
                      </a:r>
                    </a:p>
                    <a:p>
                      <a:pPr marL="176213" indent="-176213"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All elements must be of the </a:t>
                      </a:r>
                      <a:r>
                        <a:rPr lang="en-US" sz="1800" b="1" dirty="0">
                          <a:latin typeface="Times New Roman" panose="02020603050405020304" pitchFamily="18" charset="0"/>
                          <a:cs typeface="Times New Roman" panose="02020603050405020304" pitchFamily="18" charset="0"/>
                        </a:rPr>
                        <a:t>same type</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8591888"/>
                  </a:ext>
                </a:extLst>
              </a:tr>
            </a:tbl>
          </a:graphicData>
        </a:graphic>
      </p:graphicFrame>
    </p:spTree>
    <p:extLst>
      <p:ext uri="{BB962C8B-B14F-4D97-AF65-F5344CB8AC3E}">
        <p14:creationId xmlns:p14="http://schemas.microsoft.com/office/powerpoint/2010/main" val="3981596479"/>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26C6A-B9E1-4C4C-C906-3EAE804F38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3E716DE-929E-44FA-143C-8E29064EFDA9}"/>
              </a:ext>
            </a:extLst>
          </p:cNvPr>
          <p:cNvPicPr>
            <a:picLocks noGrp="1" noChangeAspect="1"/>
          </p:cNvPicPr>
          <p:nvPr>
            <p:ph idx="1"/>
          </p:nvPr>
        </p:nvPicPr>
        <p:blipFill>
          <a:blip r:embed="R0471c2ddabfb4f4e" cstate="print">
            <a:extLst>
              <a:ext uri="{28A0092B-C50C-407E-A947-70E740481C1C}">
                <a14:useLocalDpi xmlns:a14="http://schemas.microsoft.com/office/drawing/2010/main" val="0"/>
              </a:ext>
            </a:extLst>
          </a:blip>
          <a:stretch>
            <a:fillRect/>
          </a:stretch>
        </p:blipFill>
        <p:spPr>
          <a:xfrm>
            <a:off x="0" y="0"/>
            <a:ext cx="9180512" cy="6885384"/>
          </a:xfrm>
        </p:spPr>
      </p:pic>
      <p:cxnSp>
        <p:nvCxnSpPr>
          <p:cNvPr id="7" name="Straight Connector 6">
            <a:extLst>
              <a:ext uri="{FF2B5EF4-FFF2-40B4-BE49-F238E27FC236}">
                <a16:creationId xmlns:a16="http://schemas.microsoft.com/office/drawing/2014/main" id="{F5119C58-B986-7970-2E52-D7207ABFBA88}"/>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25BD57-EDDA-0D6A-4358-2D2F26F7B120}"/>
              </a:ext>
            </a:extLst>
          </p:cNvPr>
          <p:cNvPicPr>
            <a:picLocks noChangeAspect="1"/>
          </p:cNvPicPr>
          <p:nvPr/>
        </p:nvPicPr>
        <p:blipFill>
          <a:blip r:embed="R237928877aca40a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14F3BDA-E4A8-5E5D-0ED0-3DD644DE596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F89364A-FE39-E2C3-A689-0B7F7B8FC25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Example Program (Static Array Simulation in Python)</a:t>
            </a:r>
          </a:p>
        </p:txBody>
      </p:sp>
      <p:pic>
        <p:nvPicPr>
          <p:cNvPr id="1026" name="Picture 2" descr="Ezoic">
            <a:extLst>
              <a:ext uri="{FF2B5EF4-FFF2-40B4-BE49-F238E27FC236}">
                <a16:creationId xmlns:a16="http://schemas.microsoft.com/office/drawing/2014/main" id="{212AEF8C-3BFC-EE8A-D7FA-83A0A3DB2A30}"/>
              </a:ext>
            </a:extLst>
          </p:cNvPr>
          <p:cNvPicPr>
            <a:picLocks noChangeAspect="1" noChangeArrowheads="1"/>
          </p:cNvPicPr>
          <p:nvPr/>
        </p:nvPicPr>
        <p:blipFill>
          <a:blip r:embed="R404a4831aa74418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069EA11-83B5-1B84-0765-068977E7BF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975DF248-E800-81FB-C643-50A7E9A089F8}"/>
              </a:ext>
            </a:extLst>
          </p:cNvPr>
          <p:cNvSpPr txBox="1"/>
          <p:nvPr/>
        </p:nvSpPr>
        <p:spPr>
          <a:xfrm>
            <a:off x="395536" y="1536174"/>
            <a:ext cx="5113731" cy="4401205"/>
          </a:xfrm>
          <a:prstGeom prst="rect">
            <a:avLst/>
          </a:prstGeom>
          <a:noFill/>
        </p:spPr>
        <p:txBody>
          <a:bodyPr wrap="square">
            <a:spAutoFit/>
          </a:bodyPr>
          <a:lstStyle/>
          <a:p>
            <a:pPr>
              <a:spcBef>
                <a:spcPts val="600"/>
              </a:spcBef>
              <a:spcAft>
                <a:spcPts val="600"/>
              </a:spcAft>
            </a:pPr>
            <a:r>
              <a:rPr lang="en-US" sz="2000" b="1" dirty="0">
                <a:latin typeface="Times New Roman" panose="02020603050405020304" pitchFamily="18" charset="0"/>
                <a:cs typeface="Times New Roman" panose="02020603050405020304" pitchFamily="18" charset="0"/>
              </a:rPr>
              <a:t># Static array simulation in Python</a:t>
            </a:r>
          </a:p>
          <a:p>
            <a:pPr>
              <a:spcBef>
                <a:spcPts val="600"/>
              </a:spcBef>
              <a:spcAft>
                <a:spcPts val="600"/>
              </a:spcAft>
            </a:pP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 = [10, 20, 30, 40, 50]   </a:t>
            </a:r>
            <a:r>
              <a:rPr lang="en-US" sz="2000" b="1" dirty="0">
                <a:latin typeface="Times New Roman" panose="02020603050405020304" pitchFamily="18" charset="0"/>
                <a:cs typeface="Times New Roman" panose="02020603050405020304" pitchFamily="18" charset="0"/>
              </a:rPr>
              <a:t># size fixed at creation</a:t>
            </a:r>
          </a:p>
          <a:p>
            <a:pPr>
              <a:spcBef>
                <a:spcPts val="600"/>
              </a:spcBef>
              <a:spcAft>
                <a:spcPts val="600"/>
              </a:spcAft>
            </a:pPr>
            <a:endParaRPr lang="en-US" sz="2000"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dirty="0">
                <a:latin typeface="Times New Roman" panose="02020603050405020304" pitchFamily="18" charset="0"/>
                <a:cs typeface="Times New Roman" panose="02020603050405020304" pitchFamily="18" charset="0"/>
              </a:rPr>
              <a:t>print("Static Array Elements:")</a:t>
            </a:r>
          </a:p>
          <a:p>
            <a:pPr>
              <a:spcBef>
                <a:spcPts val="600"/>
              </a:spcBef>
              <a:spcAft>
                <a:spcPts val="600"/>
              </a:spcAft>
            </a:pP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 range(5):</a:t>
            </a:r>
          </a:p>
          <a:p>
            <a:pPr>
              <a:spcBef>
                <a:spcPts val="600"/>
              </a:spcBef>
              <a:spcAft>
                <a:spcPts val="600"/>
              </a:spcAft>
            </a:pPr>
            <a:r>
              <a:rPr lang="en-US" sz="2000" dirty="0">
                <a:latin typeface="Times New Roman" panose="02020603050405020304" pitchFamily="18" charset="0"/>
                <a:cs typeface="Times New Roman" panose="02020603050405020304" pitchFamily="18" charset="0"/>
              </a:rPr>
              <a:t>    print(</a:t>
            </a: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a:spcBef>
                <a:spcPts val="600"/>
              </a:spcBef>
              <a:spcAft>
                <a:spcPts val="600"/>
              </a:spcAft>
            </a:pPr>
            <a:endParaRPr lang="en-US" sz="2000" b="1"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b="1" dirty="0">
                <a:latin typeface="Times New Roman" panose="02020603050405020304" pitchFamily="18" charset="0"/>
                <a:cs typeface="Times New Roman" panose="02020603050405020304" pitchFamily="18" charset="0"/>
              </a:rPr>
              <a:t>Output:</a:t>
            </a:r>
          </a:p>
          <a:p>
            <a:pPr>
              <a:spcBef>
                <a:spcPts val="600"/>
              </a:spcBef>
              <a:spcAft>
                <a:spcPts val="600"/>
              </a:spcAft>
            </a:pPr>
            <a:r>
              <a:rPr lang="en-US" sz="2000" dirty="0">
                <a:latin typeface="Times New Roman" panose="02020603050405020304" pitchFamily="18" charset="0"/>
                <a:cs typeface="Times New Roman" panose="02020603050405020304" pitchFamily="18" charset="0"/>
              </a:rPr>
              <a:t>20</a:t>
            </a:r>
          </a:p>
        </p:txBody>
      </p:sp>
      <p:sp>
        <p:nvSpPr>
          <p:cNvPr id="5" name="TextBox 4">
            <a:extLst>
              <a:ext uri="{FF2B5EF4-FFF2-40B4-BE49-F238E27FC236}">
                <a16:creationId xmlns:a16="http://schemas.microsoft.com/office/drawing/2014/main" id="{228178B1-F740-57F6-F5C0-B66E50E286FF}"/>
              </a:ext>
            </a:extLst>
          </p:cNvPr>
          <p:cNvSpPr txBox="1"/>
          <p:nvPr/>
        </p:nvSpPr>
        <p:spPr>
          <a:xfrm>
            <a:off x="4073415" y="4250992"/>
            <a:ext cx="4896544" cy="1554272"/>
          </a:xfrm>
          <a:prstGeom prst="rect">
            <a:avLst/>
          </a:prstGeom>
          <a:noFill/>
        </p:spPr>
        <p:txBody>
          <a:bodyPr wrap="square">
            <a:spAutoFit/>
          </a:bodyPr>
          <a:lstStyle/>
          <a:p>
            <a:pPr>
              <a:spcBef>
                <a:spcPts val="600"/>
              </a:spcBef>
            </a:pPr>
            <a:r>
              <a:rPr lang="en-US" sz="2000" b="1" dirty="0">
                <a:latin typeface="Times New Roman" panose="02020603050405020304" pitchFamily="18" charset="0"/>
                <a:cs typeface="Times New Roman" panose="02020603050405020304" pitchFamily="18" charset="0"/>
              </a:rPr>
              <a:t>    Key Points:</a:t>
            </a:r>
            <a:endParaRPr lang="en-US" sz="2000" dirty="0">
              <a:latin typeface="Times New Roman" panose="02020603050405020304" pitchFamily="18" charset="0"/>
              <a:cs typeface="Times New Roman" panose="02020603050405020304" pitchFamily="18" charset="0"/>
            </a:endParaRPr>
          </a:p>
          <a:p>
            <a:pPr marL="534988" indent="-285750">
              <a:spcBef>
                <a:spcPts val="600"/>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Size decided at creation</a:t>
            </a:r>
          </a:p>
          <a:p>
            <a:pPr marL="534988" indent="-285750">
              <a:spcBef>
                <a:spcPts val="600"/>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No append or resize operation used</a:t>
            </a:r>
          </a:p>
          <a:p>
            <a:pPr marL="534988" indent="-285750">
              <a:spcBef>
                <a:spcPts val="600"/>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Behaves like a static array conceptually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178436"/>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A7ABE-F239-DDE8-8DEA-04B1CEAF38F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8E1FB9-687F-E701-F755-883B76047991}"/>
              </a:ext>
            </a:extLst>
          </p:cNvPr>
          <p:cNvPicPr>
            <a:picLocks noGrp="1" noChangeAspect="1"/>
          </p:cNvPicPr>
          <p:nvPr>
            <p:ph idx="1"/>
          </p:nvPr>
        </p:nvPicPr>
        <p:blipFill>
          <a:blip r:embed="R527955ee136b4e7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DCEE8AEC-288A-8E39-0445-D392C102CA8C}"/>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280A830-5DA6-331F-1A46-24096F6FCE82}"/>
              </a:ext>
            </a:extLst>
          </p:cNvPr>
          <p:cNvPicPr>
            <a:picLocks noChangeAspect="1"/>
          </p:cNvPicPr>
          <p:nvPr/>
        </p:nvPicPr>
        <p:blipFill>
          <a:blip r:embed="R723076e4b5ca47f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3E6F3BC-1C36-2F18-7D59-7596AADACFD1}"/>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6A38533-B1A1-3CEB-A9B1-0C4478BD1EE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Static Array – Memory Allocation</a:t>
            </a:r>
          </a:p>
        </p:txBody>
      </p:sp>
      <p:sp>
        <p:nvSpPr>
          <p:cNvPr id="3" name="TextBox 2">
            <a:extLst>
              <a:ext uri="{FF2B5EF4-FFF2-40B4-BE49-F238E27FC236}">
                <a16:creationId xmlns:a16="http://schemas.microsoft.com/office/drawing/2014/main" id="{F5CCEF1D-8F62-472A-99EA-B8D94EC21F7F}"/>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0D7A61FB-FF8D-EC40-1C18-6A1232754DC5}"/>
              </a:ext>
            </a:extLst>
          </p:cNvPr>
          <p:cNvSpPr/>
          <p:nvPr/>
        </p:nvSpPr>
        <p:spPr>
          <a:xfrm>
            <a:off x="107504" y="1107776"/>
            <a:ext cx="8784976" cy="4524315"/>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Memory allocated at compile time.</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Usually stored in stack memory</a:t>
            </a:r>
          </a:p>
          <a:p>
            <a:pPr marL="342900" indent="-342900" algn="just">
              <a:buFont typeface="Wingdings" panose="05000000000000000000" pitchFamily="2" charset="2"/>
              <a:buChar char="§"/>
              <a:defRP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Faster access</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Limited flexibility</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If array size is exceeded → </a:t>
            </a:r>
            <a:r>
              <a:rPr lang="en-US" sz="2400" b="1" dirty="0">
                <a:latin typeface="Times New Roman" panose="02020603050405020304" pitchFamily="18" charset="0"/>
                <a:cs typeface="Times New Roman" panose="02020603050405020304" pitchFamily="18" charset="0"/>
              </a:rPr>
              <a:t>memory wastage or overflow risk</a:t>
            </a: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79A51D4F-52BC-DB43-5A46-462782207EA6}"/>
              </a:ext>
            </a:extLst>
          </p:cNvPr>
          <p:cNvPicPr>
            <a:picLocks noChangeAspect="1" noChangeArrowheads="1"/>
          </p:cNvPicPr>
          <p:nvPr/>
        </p:nvPicPr>
        <p:blipFill>
          <a:blip r:embed="R04071a6110d74c5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8353341-BD03-98B0-F4FD-B6AB5E87EE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9701978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8D963-2B3A-F5E4-13E4-AD8CCF97996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D25B94E-3021-AEA6-5FC9-3EE12A1A46EF}"/>
              </a:ext>
            </a:extLst>
          </p:cNvPr>
          <p:cNvPicPr>
            <a:picLocks noGrp="1" noChangeAspect="1"/>
          </p:cNvPicPr>
          <p:nvPr>
            <p:ph idx="1"/>
          </p:nvPr>
        </p:nvPicPr>
        <p:blipFill>
          <a:blip r:embed="R4c0fc1ad2fec4bab"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8BF3EE63-16B7-9707-67E3-E98AD149FE72}"/>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3395903-4861-3A80-4D1D-EA9BF503A267}"/>
              </a:ext>
            </a:extLst>
          </p:cNvPr>
          <p:cNvPicPr>
            <a:picLocks noChangeAspect="1"/>
          </p:cNvPicPr>
          <p:nvPr/>
        </p:nvPicPr>
        <p:blipFill>
          <a:blip r:embed="R58efc35679ea426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F48B7B8-0426-E809-A97E-8A85D7E7CAA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3E36B05-0C9B-C354-D206-AB5AA7A156E4}"/>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Static Array – Advantages &amp; Limitations</a:t>
            </a:r>
          </a:p>
        </p:txBody>
      </p:sp>
      <p:sp>
        <p:nvSpPr>
          <p:cNvPr id="3" name="TextBox 2">
            <a:extLst>
              <a:ext uri="{FF2B5EF4-FFF2-40B4-BE49-F238E27FC236}">
                <a16:creationId xmlns:a16="http://schemas.microsoft.com/office/drawing/2014/main" id="{E1E0758F-FD47-5401-5D13-08BB17ECA622}"/>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01B63E47-FF83-E1E4-2A12-CC8F6B8702C9}"/>
              </a:ext>
            </a:extLst>
          </p:cNvPr>
          <p:cNvSpPr/>
          <p:nvPr/>
        </p:nvSpPr>
        <p:spPr>
          <a:xfrm>
            <a:off x="146420" y="1313489"/>
            <a:ext cx="8784976" cy="4457952"/>
          </a:xfrm>
          <a:prstGeom prst="rect">
            <a:avLst/>
          </a:prstGeom>
        </p:spPr>
        <p:txBody>
          <a:bodyPr wrap="square">
            <a:spAutoFit/>
          </a:bodyPr>
          <a:lstStyle/>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Advantages:</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Simple to declare and use</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Fast access</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Less overhead</a:t>
            </a:r>
          </a:p>
          <a:p>
            <a:pPr marL="342900" indent="-342900" algn="just">
              <a:lnSpc>
                <a:spcPct val="150000"/>
              </a:lnSpc>
              <a:buFont typeface="Wingdings" panose="05000000000000000000" pitchFamily="2" charset="2"/>
              <a:buChar char="§"/>
              <a:defRPr/>
            </a:pPr>
            <a:r>
              <a:rPr lang="en-US" sz="2400" b="1" dirty="0">
                <a:latin typeface="Times New Roman" panose="02020603050405020304" pitchFamily="18" charset="0"/>
                <a:cs typeface="Times New Roman" panose="02020603050405020304" pitchFamily="18" charset="0"/>
              </a:rPr>
              <a:t>Limitations:</a:t>
            </a:r>
            <a:endParaRPr lang="en-US" sz="2400" dirty="0">
              <a:solidFill>
                <a:prstClr val="black"/>
              </a:solidFill>
              <a:latin typeface="Times New Roman" panose="02020603050405020304" pitchFamily="18" charset="0"/>
              <a:cs typeface="Times New Roman" panose="02020603050405020304" pitchFamily="18" charset="0"/>
            </a:endParaRP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Fixed size</a:t>
            </a: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Memory wastage possible</a:t>
            </a: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Not suitable when size is unknown</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C4CCF547-F0BA-C042-9670-4B7A95337AAE}"/>
              </a:ext>
            </a:extLst>
          </p:cNvPr>
          <p:cNvPicPr>
            <a:picLocks noChangeAspect="1" noChangeArrowheads="1"/>
          </p:cNvPicPr>
          <p:nvPr/>
        </p:nvPicPr>
        <p:blipFill>
          <a:blip r:embed="Re6404997c34f4f8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E8E9F4F2-5554-96E1-6EC7-A9DEBBD1CF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30746216"/>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54CCD-BDE0-5E39-7AC7-3D79A4B09EF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69D3BF1-43C2-8A56-022A-CEB84680C1DC}"/>
              </a:ext>
            </a:extLst>
          </p:cNvPr>
          <p:cNvPicPr>
            <a:picLocks noGrp="1" noChangeAspect="1"/>
          </p:cNvPicPr>
          <p:nvPr>
            <p:ph idx="1"/>
          </p:nvPr>
        </p:nvPicPr>
        <p:blipFill>
          <a:blip r:embed="R2801c85064d44ff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5FD1B16-5DD7-A786-6FB4-785C6E0B76E0}"/>
              </a:ext>
            </a:extLst>
          </p:cNvPr>
          <p:cNvCxnSpPr/>
          <p:nvPr/>
        </p:nvCxnSpPr>
        <p:spPr>
          <a:xfrm>
            <a:off x="-1825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5DFB446-0564-AEF2-ECA0-006A2486E368}"/>
              </a:ext>
            </a:extLst>
          </p:cNvPr>
          <p:cNvPicPr>
            <a:picLocks noChangeAspect="1"/>
          </p:cNvPicPr>
          <p:nvPr/>
        </p:nvPicPr>
        <p:blipFill>
          <a:blip r:embed="Rd894f24150aa4cb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E7537AC-8802-D262-FB31-816D673D01E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D372D21-707C-CF73-1163-FA547D7BEC6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Check Your Understanding</a:t>
            </a:r>
          </a:p>
        </p:txBody>
      </p:sp>
      <p:sp>
        <p:nvSpPr>
          <p:cNvPr id="3" name="TextBox 2">
            <a:extLst>
              <a:ext uri="{FF2B5EF4-FFF2-40B4-BE49-F238E27FC236}">
                <a16:creationId xmlns:a16="http://schemas.microsoft.com/office/drawing/2014/main" id="{E486EEE6-EAB6-B2D2-4766-D7C1CDEAD325}"/>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6AFD2936-0BF1-5955-3E01-5ED00FCD4E5D}"/>
              </a:ext>
            </a:extLst>
          </p:cNvPr>
          <p:cNvSpPr/>
          <p:nvPr/>
        </p:nvSpPr>
        <p:spPr>
          <a:xfrm>
            <a:off x="68078" y="1399882"/>
            <a:ext cx="8784976" cy="1569660"/>
          </a:xfrm>
          <a:prstGeom prst="rect">
            <a:avLst/>
          </a:prstGeom>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 Can the size of a static array be changed at runtime?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What happens if the array size is exceeded?</a:t>
            </a: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6897C323-A4DF-B323-1A72-A9C04C7A377D}"/>
              </a:ext>
            </a:extLst>
          </p:cNvPr>
          <p:cNvPicPr>
            <a:picLocks noChangeAspect="1" noChangeArrowheads="1"/>
          </p:cNvPicPr>
          <p:nvPr/>
        </p:nvPicPr>
        <p:blipFill>
          <a:blip r:embed="R5ee61fd6a9a24ee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CE47A85B-32E3-0341-54E0-85BE35BBB2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24098579"/>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41405-29D7-54C8-5B51-6674F93C915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42B8F7B-FCD1-2F4A-AE15-C9D32147FD69}"/>
              </a:ext>
            </a:extLst>
          </p:cNvPr>
          <p:cNvPicPr>
            <a:picLocks noGrp="1" noChangeAspect="1"/>
          </p:cNvPicPr>
          <p:nvPr>
            <p:ph idx="1"/>
          </p:nvPr>
        </p:nvPicPr>
        <p:blipFill>
          <a:blip r:embed="R0fdc7469a9e442f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CF179FCE-7E5E-DD26-C08E-ECF009DA9852}"/>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EF43521-0FE2-CF01-F18F-72010245E1F0}"/>
              </a:ext>
            </a:extLst>
          </p:cNvPr>
          <p:cNvPicPr>
            <a:picLocks noChangeAspect="1"/>
          </p:cNvPicPr>
          <p:nvPr/>
        </p:nvPicPr>
        <p:blipFill>
          <a:blip r:embed="R38397ffc06f245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96B459F-8F2F-E344-4009-30B9E9DE66A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894FDCA-9982-782A-190D-4F3F73162C99}"/>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Check Your Understanding (Answers)</a:t>
            </a:r>
          </a:p>
        </p:txBody>
      </p:sp>
      <p:sp>
        <p:nvSpPr>
          <p:cNvPr id="3" name="TextBox 2">
            <a:extLst>
              <a:ext uri="{FF2B5EF4-FFF2-40B4-BE49-F238E27FC236}">
                <a16:creationId xmlns:a16="http://schemas.microsoft.com/office/drawing/2014/main" id="{EF1790A5-7AD1-82DC-BF4A-B72DA4ECDD4A}"/>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384B6A17-6AA2-5AB1-D26E-593418AB9EA5}"/>
              </a:ext>
            </a:extLst>
          </p:cNvPr>
          <p:cNvSpPr/>
          <p:nvPr/>
        </p:nvSpPr>
        <p:spPr>
          <a:xfrm>
            <a:off x="95787" y="1324513"/>
            <a:ext cx="8784976" cy="2949846"/>
          </a:xfrm>
          <a:prstGeom prst="rect">
            <a:avLst/>
          </a:prstGeom>
        </p:spPr>
        <p:txBody>
          <a:bodyPr wrap="square">
            <a:spAutoFit/>
          </a:bodyPr>
          <a:lstStyle/>
          <a:p>
            <a:pPr lvl="0" algn="just" eaLnBrk="0" fontAlgn="base" hangingPunct="0">
              <a:lnSpc>
                <a:spcPct val="150000"/>
              </a:lnSpc>
              <a:spcBef>
                <a:spcPts val="600"/>
              </a:spcBef>
              <a:spcAft>
                <a:spcPct val="0"/>
              </a:spcAft>
            </a:pPr>
            <a:r>
              <a:rPr lang="en-US" altLang="en-US" sz="2400" b="1" dirty="0">
                <a:latin typeface="Times New Roman" panose="02020603050405020304" pitchFamily="18" charset="0"/>
                <a:cs typeface="Times New Roman" panose="02020603050405020304" pitchFamily="18" charset="0"/>
              </a:rPr>
              <a:t>❓Can the size of a static array be changed at runtime?</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No</a:t>
            </a:r>
            <a:r>
              <a:rPr lang="en-US" altLang="en-US" sz="2400" dirty="0">
                <a:latin typeface="Times New Roman" panose="02020603050405020304" pitchFamily="18" charset="0"/>
                <a:cs typeface="Times New Roman" panose="02020603050405020304" pitchFamily="18" charset="0"/>
              </a:rPr>
              <a:t>, the size of a static array cannot be changed during runtime.</a:t>
            </a:r>
          </a:p>
          <a:p>
            <a:pPr marL="542925" lvl="0" indent="-542925" algn="just" eaLnBrk="0" fontAlgn="base" hangingPunct="0">
              <a:lnSpc>
                <a:spcPct val="150000"/>
              </a:lnSpc>
              <a:spcBef>
                <a:spcPts val="600"/>
              </a:spcBef>
              <a:spcAft>
                <a:spcPct val="0"/>
              </a:spcAft>
              <a:tabLst>
                <a:tab pos="714375" algn="l"/>
              </a:tabLst>
            </a:pPr>
            <a:r>
              <a:rPr lang="en-US" altLang="en-US" sz="2400" b="1" dirty="0">
                <a:latin typeface="Times New Roman" panose="02020603050405020304" pitchFamily="18" charset="0"/>
                <a:cs typeface="Times New Roman" panose="02020603050405020304" pitchFamily="18" charset="0"/>
              </a:rPr>
              <a:t>❓What happens if the array size is exceeded?</a:t>
            </a:r>
          </a:p>
          <a:p>
            <a:pPr marL="442913" lvl="0" indent="-442913" algn="just" eaLnBrk="0" fontAlgn="base" hangingPunct="0">
              <a:lnSpc>
                <a:spcPct val="150000"/>
              </a:lnSpc>
              <a:spcBef>
                <a:spcPts val="600"/>
              </a:spcBef>
              <a:spcAft>
                <a:spcPct val="0"/>
              </a:spcAft>
              <a:tabLst>
                <a:tab pos="714375" algn="l"/>
              </a:tabLst>
            </a:pPr>
            <a:r>
              <a:rPr lang="en-US" altLang="en-US" sz="2400" dirty="0">
                <a:latin typeface="Times New Roman" panose="02020603050405020304" pitchFamily="18" charset="0"/>
                <a:cs typeface="Times New Roman" panose="02020603050405020304" pitchFamily="18" charset="0"/>
              </a:rPr>
              <a:t>      It may cause memory overflow or runtime errors, leading to unexpected behavior.</a:t>
            </a:r>
          </a:p>
        </p:txBody>
      </p:sp>
      <p:pic>
        <p:nvPicPr>
          <p:cNvPr id="1026" name="Picture 2" descr="Ezoic">
            <a:extLst>
              <a:ext uri="{FF2B5EF4-FFF2-40B4-BE49-F238E27FC236}">
                <a16:creationId xmlns:a16="http://schemas.microsoft.com/office/drawing/2014/main" id="{A033EFD8-4ADD-0B2D-B06D-8199A37CAE5F}"/>
              </a:ext>
            </a:extLst>
          </p:cNvPr>
          <p:cNvPicPr>
            <a:picLocks noChangeAspect="1" noChangeArrowheads="1"/>
          </p:cNvPicPr>
          <p:nvPr/>
        </p:nvPicPr>
        <p:blipFill>
          <a:blip r:embed="R359851cd24e1442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10092C8-2D76-8FB0-D950-9DD740634C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65736379"/>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4712cd21f461417c"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085be30980e49c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6740307"/>
          </a:xfrm>
          <a:prstGeom prst="rect">
            <a:avLst/>
          </a:prstGeom>
        </p:spPr>
        <p:txBody>
          <a:bodyPr wrap="square">
            <a:spAutoFit/>
          </a:bodyPr>
          <a:lstStyle/>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Example: Expanding waiting list for admissions</a:t>
            </a:r>
          </a:p>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Memory allocated at run time.</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Array is not of fixed size.</a:t>
            </a: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Specify size during run time.</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highlight>
                  <a:srgbClr val="FFFFFF"/>
                </a:highlight>
                <a:latin typeface="Times New Roman" panose="02020603050405020304" pitchFamily="18" charset="0"/>
                <a:cs typeface="Times New Roman" panose="02020603050405020304" pitchFamily="18" charset="0"/>
              </a:rPr>
              <a:t>Stored in </a:t>
            </a:r>
            <a:r>
              <a:rPr lang="en-US" sz="2400" b="1" dirty="0">
                <a:highlight>
                  <a:srgbClr val="FFFFFF"/>
                </a:highlight>
                <a:latin typeface="Times New Roman" panose="02020603050405020304" pitchFamily="18" charset="0"/>
                <a:cs typeface="Times New Roman" panose="02020603050405020304" pitchFamily="18" charset="0"/>
              </a:rPr>
              <a:t>heap memory</a:t>
            </a:r>
            <a:endParaRPr lang="en-US" sz="2400" dirty="0">
              <a:highlight>
                <a:srgbClr val="FFFFFF"/>
              </a:highligh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Size can be modified using memory management functions.</a:t>
            </a: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Example:      </a:t>
            </a:r>
          </a:p>
          <a:p>
            <a:pPr algn="just">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new int[5];</a:t>
            </a:r>
          </a:p>
          <a:p>
            <a:pPr lvl="0" algn="just">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8e7e381ff6bd4c8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p:cNvPicPr>
            <a:picLocks noChangeAspect="1"/>
          </p:cNvPicPr>
          <p:nvPr/>
        </p:nvPicPr>
        <p:blipFill>
          <a:blip r:embed="Rc6babcfafbd348fc"/>
          <a:srcRect l="5803" t="11815" r="5535" b="12838"/>
          <a:stretch>
            <a:fillRect/>
          </a:stretch>
        </p:blipFill>
        <p:spPr>
          <a:xfrm>
            <a:off x="4415453" y="1758327"/>
            <a:ext cx="4611915" cy="3046646"/>
          </a:xfrm>
          <a:prstGeom prst="rect">
            <a:avLst/>
          </a:prstGeom>
        </p:spPr>
      </p:pic>
    </p:spTree>
    <p:extLst>
      <p:ext uri="{BB962C8B-B14F-4D97-AF65-F5344CB8AC3E}">
        <p14:creationId xmlns:p14="http://schemas.microsoft.com/office/powerpoint/2010/main" val="319402475"/>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7B19B-E55C-7BCB-436D-C37784CEB9E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AAE13E-4AFD-3A20-3155-293775EABDEB}"/>
              </a:ext>
            </a:extLst>
          </p:cNvPr>
          <p:cNvPicPr>
            <a:picLocks noGrp="1" noChangeAspect="1"/>
          </p:cNvPicPr>
          <p:nvPr>
            <p:ph idx="1"/>
          </p:nvPr>
        </p:nvPicPr>
        <p:blipFill>
          <a:blip r:embed="R9269cbb881f14a9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AF996644-9AE9-A187-6EF0-E0543BCB18AB}"/>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94F88CD-0820-CA51-C17A-E57D50DD6C63}"/>
              </a:ext>
            </a:extLst>
          </p:cNvPr>
          <p:cNvPicPr>
            <a:picLocks noChangeAspect="1"/>
          </p:cNvPicPr>
          <p:nvPr/>
        </p:nvPicPr>
        <p:blipFill>
          <a:blip r:embed="Re5e44a544861453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B90DCB1-50FE-32D7-DC34-E0AA92DF3E7A}"/>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2ACE1C8-F8A5-7CBC-64FD-4E76C6B2A642}"/>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 – Advantages &amp; Limitations</a:t>
            </a:r>
          </a:p>
        </p:txBody>
      </p:sp>
      <p:sp>
        <p:nvSpPr>
          <p:cNvPr id="3" name="TextBox 2">
            <a:extLst>
              <a:ext uri="{FF2B5EF4-FFF2-40B4-BE49-F238E27FC236}">
                <a16:creationId xmlns:a16="http://schemas.microsoft.com/office/drawing/2014/main" id="{3D7F61C1-D2E6-E15C-DB87-CFF9432EDAE0}"/>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860727BE-275E-67B8-7869-F9DFC493E010}"/>
              </a:ext>
            </a:extLst>
          </p:cNvPr>
          <p:cNvSpPr/>
          <p:nvPr/>
        </p:nvSpPr>
        <p:spPr>
          <a:xfrm>
            <a:off x="107504" y="1107776"/>
            <a:ext cx="8784976" cy="5262979"/>
          </a:xfrm>
          <a:prstGeom prst="rect">
            <a:avLst/>
          </a:prstGeom>
        </p:spPr>
        <p:txBody>
          <a:bodyPr wrap="square">
            <a:spAutoFit/>
          </a:bodyPr>
          <a:lstStyle/>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Advantages:</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Flexible size</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Efficient memory utilization</a:t>
            </a:r>
          </a:p>
          <a:p>
            <a:pPr marL="628650" lvl="0" indent="-342900" algn="just">
              <a:lnSpc>
                <a:spcPct val="150000"/>
              </a:lnSpc>
              <a:buFont typeface="Wingdings" panose="05000000000000000000" pitchFamily="2" charset="2"/>
              <a:buChar char="v"/>
              <a:defRPr/>
            </a:pPr>
            <a:r>
              <a:rPr lang="en-US" sz="2400" dirty="0">
                <a:solidFill>
                  <a:prstClr val="black"/>
                </a:solidFill>
                <a:latin typeface="Times New Roman" panose="02020603050405020304" pitchFamily="18" charset="0"/>
                <a:cs typeface="Times New Roman" panose="02020603050405020304" pitchFamily="18" charset="0"/>
              </a:rPr>
              <a:t>Suitable for large data</a:t>
            </a:r>
          </a:p>
          <a:p>
            <a:pPr marL="342900" indent="-342900" algn="just">
              <a:lnSpc>
                <a:spcPct val="150000"/>
              </a:lnSpc>
              <a:buFont typeface="Wingdings" panose="05000000000000000000" pitchFamily="2" charset="2"/>
              <a:buChar char="§"/>
              <a:defRPr/>
            </a:pPr>
            <a:r>
              <a:rPr lang="en-US" sz="2400" b="1" dirty="0">
                <a:latin typeface="Times New Roman" panose="02020603050405020304" pitchFamily="18" charset="0"/>
                <a:cs typeface="Times New Roman" panose="02020603050405020304" pitchFamily="18" charset="0"/>
              </a:rPr>
              <a:t>Limitations:</a:t>
            </a:r>
            <a:endParaRPr lang="en-US" sz="2400" dirty="0">
              <a:solidFill>
                <a:prstClr val="black"/>
              </a:solidFill>
              <a:latin typeface="Times New Roman" panose="02020603050405020304" pitchFamily="18" charset="0"/>
              <a:cs typeface="Times New Roman" panose="02020603050405020304" pitchFamily="18" charset="0"/>
            </a:endParaRP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Slower than static arrays</a:t>
            </a: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Memory leaks if not freed</a:t>
            </a:r>
          </a:p>
          <a:p>
            <a:pPr marL="628650" lvl="0" indent="-360363" algn="just">
              <a:lnSpc>
                <a:spcPct val="150000"/>
              </a:lnSpc>
              <a:buFont typeface="Wingdings" panose="05000000000000000000" pitchFamily="2" charset="2"/>
              <a:buChar char="v"/>
              <a:defRPr/>
            </a:pPr>
            <a:r>
              <a:rPr lang="en-US" sz="2400" dirty="0">
                <a:latin typeface="Times New Roman" panose="02020603050405020304" pitchFamily="18" charset="0"/>
                <a:cs typeface="Times New Roman" panose="02020603050405020304" pitchFamily="18" charset="0"/>
              </a:rPr>
              <a:t>More complex to manage</a:t>
            </a:r>
            <a:endParaRPr lang="en-US" sz="2400" dirty="0">
              <a:solidFill>
                <a:prstClr val="black"/>
              </a:solidFill>
              <a:latin typeface="Times New Roman" panose="02020603050405020304" pitchFamily="18" charset="0"/>
              <a:cs typeface="Times New Roman" panose="02020603050405020304" pitchFamily="18" charset="0"/>
            </a:endParaRPr>
          </a:p>
          <a:p>
            <a:pPr marL="628650" lvl="0" indent="-360363" algn="just">
              <a:buFont typeface="Wingdings" panose="05000000000000000000" pitchFamily="2" charset="2"/>
              <a:buChar char="v"/>
              <a:defRPr/>
            </a:pPr>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00264E8B-10F9-0AF1-DB86-6FB96A7D8BBB}"/>
              </a:ext>
            </a:extLst>
          </p:cNvPr>
          <p:cNvPicPr>
            <a:picLocks noChangeAspect="1" noChangeArrowheads="1"/>
          </p:cNvPicPr>
          <p:nvPr/>
        </p:nvPicPr>
        <p:blipFill>
          <a:blip r:embed="Re80c5bb764ee420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C454D9EC-CBB2-AC38-269A-D64CFE9928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69470685"/>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b8dd042b42704c6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56e7617acf6a40f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Example of Static and Dynamic Arrays </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a230b7e78b5147c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10"/>
          <p:cNvPicPr>
            <a:picLocks noChangeAspect="1"/>
          </p:cNvPicPr>
          <p:nvPr/>
        </p:nvPicPr>
        <p:blipFill>
          <a:blip r:embed="Rd3771e86be92425c"/>
          <a:stretch>
            <a:fillRect/>
          </a:stretch>
        </p:blipFill>
        <p:spPr>
          <a:xfrm>
            <a:off x="464666" y="1381972"/>
            <a:ext cx="8222134" cy="3738118"/>
          </a:xfrm>
          <a:prstGeom prst="rect">
            <a:avLst/>
          </a:prstGeom>
        </p:spPr>
      </p:pic>
      <p:sp>
        <p:nvSpPr>
          <p:cNvPr id="15" name="TextBox 14"/>
          <p:cNvSpPr txBox="1"/>
          <p:nvPr/>
        </p:nvSpPr>
        <p:spPr>
          <a:xfrm>
            <a:off x="467544" y="551723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Example of Static and Dynamic Arrays </a:t>
            </a:r>
          </a:p>
        </p:txBody>
      </p:sp>
    </p:spTree>
    <p:extLst>
      <p:ext uri="{BB962C8B-B14F-4D97-AF65-F5344CB8AC3E}">
        <p14:creationId xmlns:p14="http://schemas.microsoft.com/office/powerpoint/2010/main" val="1610540120"/>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BEDC3-E062-3CF2-8D7C-F073B8F0F40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957D0F-DE68-0CFD-8F5D-57BA1EE5F31C}"/>
              </a:ext>
            </a:extLst>
          </p:cNvPr>
          <p:cNvPicPr>
            <a:picLocks noGrp="1" noChangeAspect="1"/>
          </p:cNvPicPr>
          <p:nvPr>
            <p:ph idx="1"/>
          </p:nvPr>
        </p:nvPicPr>
        <p:blipFill>
          <a:blip r:embed="Rc22a01edd2064e27"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0AB3242-02A6-CC6D-B0B1-6848BC7EF964}"/>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8E35F66-E9D1-EA8F-2AEC-57720B422161}"/>
              </a:ext>
            </a:extLst>
          </p:cNvPr>
          <p:cNvPicPr>
            <a:picLocks noChangeAspect="1"/>
          </p:cNvPicPr>
          <p:nvPr/>
        </p:nvPicPr>
        <p:blipFill>
          <a:blip r:embed="Rfa57c38ccb924ea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0E30600-2C66-44BE-CCF9-ABBA7B231D8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F6610D7-B9B3-6F31-7015-A8AA21F3B854}"/>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 Using Python List</a:t>
            </a:r>
          </a:p>
        </p:txBody>
      </p:sp>
      <p:sp>
        <p:nvSpPr>
          <p:cNvPr id="3" name="TextBox 2">
            <a:extLst>
              <a:ext uri="{FF2B5EF4-FFF2-40B4-BE49-F238E27FC236}">
                <a16:creationId xmlns:a16="http://schemas.microsoft.com/office/drawing/2014/main" id="{444D2689-9084-435D-3796-3F83C9E10D53}"/>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8D41AFE7-B05C-25E1-01AE-C0371EEA8689}"/>
              </a:ext>
            </a:extLst>
          </p:cNvPr>
          <p:cNvSpPr/>
          <p:nvPr/>
        </p:nvSpPr>
        <p:spPr>
          <a:xfrm>
            <a:off x="107504" y="1107776"/>
            <a:ext cx="8784976" cy="4647426"/>
          </a:xfrm>
          <a:prstGeom prst="rect">
            <a:avLst/>
          </a:prstGeom>
        </p:spPr>
        <p:txBody>
          <a:bodyPr wrap="square">
            <a:spAutoFit/>
          </a:bodyPr>
          <a:lstStyle/>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Syntax</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a:t>
            </a:r>
          </a:p>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Initialization</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[10, 20, 30]</a:t>
            </a:r>
          </a:p>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Adding Elements (Dynamic Growth)</a:t>
            </a:r>
          </a:p>
          <a:p>
            <a:pPr marL="360363">
              <a:spcBef>
                <a:spcPts val="600"/>
              </a:spcBef>
              <a:spcAft>
                <a:spcPts val="600"/>
              </a:spcAft>
            </a:pPr>
            <a:r>
              <a:rPr lang="en-US" sz="2400" dirty="0" err="1">
                <a:latin typeface="Times New Roman" panose="02020603050405020304" pitchFamily="18" charset="0"/>
                <a:cs typeface="Times New Roman" panose="02020603050405020304" pitchFamily="18" charset="0"/>
              </a:rPr>
              <a:t>arr.append</a:t>
            </a:r>
            <a:r>
              <a:rPr lang="en-US" sz="2400" dirty="0">
                <a:latin typeface="Times New Roman" panose="02020603050405020304" pitchFamily="18" charset="0"/>
                <a:cs typeface="Times New Roman" panose="02020603050405020304" pitchFamily="18" charset="0"/>
              </a:rPr>
              <a:t>(40)</a:t>
            </a:r>
          </a:p>
          <a:p>
            <a:pPr marL="360363">
              <a:spcBef>
                <a:spcPts val="600"/>
              </a:spcBef>
              <a:spcAft>
                <a:spcPts val="600"/>
              </a:spcAft>
            </a:pPr>
            <a:r>
              <a:rPr lang="en-US" sz="2400" dirty="0" err="1">
                <a:latin typeface="Times New Roman" panose="02020603050405020304" pitchFamily="18" charset="0"/>
                <a:cs typeface="Times New Roman" panose="02020603050405020304" pitchFamily="18" charset="0"/>
              </a:rPr>
              <a:t>arr.append</a:t>
            </a:r>
            <a:r>
              <a:rPr lang="en-US" sz="2400" dirty="0">
                <a:latin typeface="Times New Roman" panose="02020603050405020304" pitchFamily="18" charset="0"/>
                <a:cs typeface="Times New Roman" panose="02020603050405020304" pitchFamily="18" charset="0"/>
              </a:rPr>
              <a:t>(50)</a:t>
            </a:r>
          </a:p>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Accessing Elements</a:t>
            </a:r>
          </a:p>
          <a:p>
            <a:pPr marL="360363">
              <a:spcBef>
                <a:spcPts val="600"/>
              </a:spcBef>
              <a:spcAft>
                <a:spcPts val="600"/>
              </a:spcAft>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[2])   # Output: 30</a:t>
            </a:r>
          </a:p>
        </p:txBody>
      </p:sp>
      <p:pic>
        <p:nvPicPr>
          <p:cNvPr id="1026" name="Picture 2" descr="Ezoic">
            <a:extLst>
              <a:ext uri="{FF2B5EF4-FFF2-40B4-BE49-F238E27FC236}">
                <a16:creationId xmlns:a16="http://schemas.microsoft.com/office/drawing/2014/main" id="{99018EC3-3F04-F6A8-2F5D-EFFE1D8FF752}"/>
              </a:ext>
            </a:extLst>
          </p:cNvPr>
          <p:cNvPicPr>
            <a:picLocks noChangeAspect="1" noChangeArrowheads="1"/>
          </p:cNvPicPr>
          <p:nvPr/>
        </p:nvPicPr>
        <p:blipFill>
          <a:blip r:embed="Ra895ab4c321747e8">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3A5C624C-9F6B-EB37-9B2C-76E1B31A03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12674139"/>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9230-1D79-3992-1435-9639D6A5F8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3C7D385-7A9F-751C-442E-9DB980EF7C73}"/>
              </a:ext>
            </a:extLst>
          </p:cNvPr>
          <p:cNvPicPr>
            <a:picLocks noGrp="1" noChangeAspect="1"/>
          </p:cNvPicPr>
          <p:nvPr>
            <p:ph idx="1"/>
          </p:nvPr>
        </p:nvPicPr>
        <p:blipFill>
          <a:blip r:embed="Re071ca860f0a4bed"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B8B54FA-3052-2BAA-B408-B0D5AF0F4332}"/>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56B8FE9-9414-D2DC-9A98-75DDE6161D59}"/>
              </a:ext>
            </a:extLst>
          </p:cNvPr>
          <p:cNvPicPr>
            <a:picLocks noChangeAspect="1"/>
          </p:cNvPicPr>
          <p:nvPr/>
        </p:nvPicPr>
        <p:blipFill>
          <a:blip r:embed="Ree04498cec0644d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229C67-8C86-F2DE-B6C1-19B769EF51EB}"/>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D422C72-44CA-10EF-F32E-2DF3DA29526F}"/>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 – Example</a:t>
            </a:r>
          </a:p>
        </p:txBody>
      </p:sp>
      <p:pic>
        <p:nvPicPr>
          <p:cNvPr id="1026" name="Picture 2" descr="Ezoic">
            <a:extLst>
              <a:ext uri="{FF2B5EF4-FFF2-40B4-BE49-F238E27FC236}">
                <a16:creationId xmlns:a16="http://schemas.microsoft.com/office/drawing/2014/main" id="{2C4DAD4E-917C-AC99-CA8A-693CC5FC65AA}"/>
              </a:ext>
            </a:extLst>
          </p:cNvPr>
          <p:cNvPicPr>
            <a:picLocks noChangeAspect="1" noChangeArrowheads="1"/>
          </p:cNvPicPr>
          <p:nvPr/>
        </p:nvPicPr>
        <p:blipFill>
          <a:blip r:embed="R7f1ad7ac9e16471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0829D065-E904-0031-65C7-C5266549E8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B948320B-A9D8-2A52-A0BE-F3131720B664}"/>
              </a:ext>
            </a:extLst>
          </p:cNvPr>
          <p:cNvSpPr txBox="1"/>
          <p:nvPr/>
        </p:nvSpPr>
        <p:spPr>
          <a:xfrm>
            <a:off x="395536" y="1222097"/>
            <a:ext cx="7664595" cy="5047536"/>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Example Program</a:t>
            </a:r>
          </a:p>
          <a:p>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 range(5):</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arr.append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10)</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Output: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[0, 10, 20, 30, 40]</a:t>
            </a:r>
          </a:p>
          <a:p>
            <a:endParaRPr lang="en-US" sz="2400"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Python automatically </a:t>
            </a:r>
            <a:r>
              <a:rPr lang="en-US" sz="2400" b="1" dirty="0">
                <a:latin typeface="Times New Roman" panose="02020603050405020304" pitchFamily="18" charset="0"/>
                <a:cs typeface="Times New Roman" panose="02020603050405020304" pitchFamily="18" charset="0"/>
              </a:rPr>
              <a:t>resizes memory</a:t>
            </a:r>
            <a:r>
              <a:rPr lang="en-US" sz="2400" dirty="0">
                <a:latin typeface="Times New Roman" panose="02020603050405020304" pitchFamily="18" charset="0"/>
                <a:cs typeface="Times New Roman" panose="02020603050405020304" pitchFamily="18" charset="0"/>
              </a:rPr>
              <a:t> when needed.</a:t>
            </a:r>
          </a:p>
          <a:p>
            <a:pPr marL="342900" indent="-342900">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Python lists are dynamic arrays by default.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4650203"/>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62AF0-B522-1483-366B-3995C41A6A3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DDDCE50-2F81-4234-CB96-61F95FF2FFC9}"/>
              </a:ext>
            </a:extLst>
          </p:cNvPr>
          <p:cNvPicPr>
            <a:picLocks noGrp="1" noChangeAspect="1"/>
          </p:cNvPicPr>
          <p:nvPr>
            <p:ph idx="1"/>
          </p:nvPr>
        </p:nvPicPr>
        <p:blipFill>
          <a:blip r:embed="Rcb828109bf3f4fb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C8A27A28-AA7E-0370-1647-A57D3D4D7E7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0895034-4EB9-CE39-A8EA-01EF3F6FF29A}"/>
              </a:ext>
            </a:extLst>
          </p:cNvPr>
          <p:cNvPicPr>
            <a:picLocks noChangeAspect="1"/>
          </p:cNvPicPr>
          <p:nvPr/>
        </p:nvPicPr>
        <p:blipFill>
          <a:blip r:embed="R85a20c679940445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656BC81-35A0-A7D6-B2EA-2FF0F07B2FF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6BB2973-A2F8-660E-138E-8A164C6AAF1C}"/>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Comparison: Static vs Dynamic Array in Python</a:t>
            </a:r>
          </a:p>
        </p:txBody>
      </p:sp>
      <p:sp>
        <p:nvSpPr>
          <p:cNvPr id="3" name="TextBox 2">
            <a:extLst>
              <a:ext uri="{FF2B5EF4-FFF2-40B4-BE49-F238E27FC236}">
                <a16:creationId xmlns:a16="http://schemas.microsoft.com/office/drawing/2014/main" id="{0BFCA04C-5BE6-188A-E1E2-07E490176E34}"/>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CEDA9153-5751-6506-C3A8-5881403DC7AA}"/>
              </a:ext>
            </a:extLst>
          </p:cNvPr>
          <p:cNvPicPr>
            <a:picLocks noChangeAspect="1" noChangeArrowheads="1"/>
          </p:cNvPicPr>
          <p:nvPr/>
        </p:nvPicPr>
        <p:blipFill>
          <a:blip r:embed="Rd2782f1a4219426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489E890-39E9-170F-9F49-731C620A96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8" name="Table 7">
            <a:extLst>
              <a:ext uri="{FF2B5EF4-FFF2-40B4-BE49-F238E27FC236}">
                <a16:creationId xmlns:a16="http://schemas.microsoft.com/office/drawing/2014/main" id="{11B8BF4B-398F-5CDC-2C40-7E1D36283387}"/>
              </a:ext>
            </a:extLst>
          </p:cNvPr>
          <p:cNvGraphicFramePr>
            <a:graphicFrameLocks noGrp="1"/>
          </p:cNvGraphicFramePr>
          <p:nvPr>
            <p:extLst>
              <p:ext uri="{D42A27DB-BD31-4B8C-83A1-F6EECF244321}">
                <p14:modId xmlns:p14="http://schemas.microsoft.com/office/powerpoint/2010/main" val="174534305"/>
              </p:ext>
            </p:extLst>
          </p:nvPr>
        </p:nvGraphicFramePr>
        <p:xfrm>
          <a:off x="590870" y="1324923"/>
          <a:ext cx="8229600" cy="4023360"/>
        </p:xfrm>
        <a:graphic>
          <a:graphicData uri="http://schemas.openxmlformats.org/drawingml/2006/table">
            <a:tbl>
              <a:tblPr>
                <a:tableStyleId>{69CF1AB2-1976-4502-BF36-3FF5EA218861}</a:tableStyleId>
              </a:tblPr>
              <a:tblGrid>
                <a:gridCol w="2743200">
                  <a:extLst>
                    <a:ext uri="{9D8B030D-6E8A-4147-A177-3AD203B41FA5}">
                      <a16:colId xmlns:a16="http://schemas.microsoft.com/office/drawing/2014/main" val="1009330825"/>
                    </a:ext>
                  </a:extLst>
                </a:gridCol>
                <a:gridCol w="2743200">
                  <a:extLst>
                    <a:ext uri="{9D8B030D-6E8A-4147-A177-3AD203B41FA5}">
                      <a16:colId xmlns:a16="http://schemas.microsoft.com/office/drawing/2014/main" val="2533490889"/>
                    </a:ext>
                  </a:extLst>
                </a:gridCol>
                <a:gridCol w="2743200">
                  <a:extLst>
                    <a:ext uri="{9D8B030D-6E8A-4147-A177-3AD203B41FA5}">
                      <a16:colId xmlns:a16="http://schemas.microsoft.com/office/drawing/2014/main" val="2400903583"/>
                    </a:ext>
                  </a:extLst>
                </a:gridCol>
              </a:tblGrid>
              <a:tr h="0">
                <a:tc>
                  <a:txBody>
                    <a:bodyPr/>
                    <a:lstStyle/>
                    <a:p>
                      <a:pPr>
                        <a:buNone/>
                      </a:pPr>
                      <a:r>
                        <a:rPr lang="en-IN" b="1">
                          <a:latin typeface="Times New Roman" panose="02020603050405020304" pitchFamily="18" charset="0"/>
                          <a:cs typeface="Times New Roman" panose="02020603050405020304" pitchFamily="18" charset="0"/>
                        </a:rPr>
                        <a:t>Feature</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Static-like Array</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Dynamic Array</a:t>
                      </a:r>
                    </a:p>
                  </a:txBody>
                  <a:tcPr anchor="ctr"/>
                </a:tc>
                <a:extLst>
                  <a:ext uri="{0D108BD9-81ED-4DB2-BD59-A6C34878D82A}">
                    <a16:rowId xmlns:a16="http://schemas.microsoft.com/office/drawing/2014/main" val="533236974"/>
                  </a:ext>
                </a:extLst>
              </a:tr>
              <a:tr h="0">
                <a:tc>
                  <a:txBody>
                    <a:bodyPr/>
                    <a:lstStyle/>
                    <a:p>
                      <a:pPr>
                        <a:buNone/>
                      </a:pPr>
                      <a:r>
                        <a:rPr lang="en-IN" dirty="0">
                          <a:latin typeface="Times New Roman" panose="02020603050405020304" pitchFamily="18" charset="0"/>
                          <a:cs typeface="Times New Roman" panose="02020603050405020304" pitchFamily="18" charset="0"/>
                        </a:rPr>
                        <a:t>Size</a:t>
                      </a:r>
                    </a:p>
                  </a:txBody>
                  <a:tcPr anchor="ctr"/>
                </a:tc>
                <a:tc>
                  <a:txBody>
                    <a:bodyPr/>
                    <a:lstStyle/>
                    <a:p>
                      <a:pPr>
                        <a:buNone/>
                      </a:pPr>
                      <a:r>
                        <a:rPr lang="en-IN">
                          <a:latin typeface="Times New Roman" panose="02020603050405020304" pitchFamily="18" charset="0"/>
                          <a:cs typeface="Times New Roman" panose="02020603050405020304" pitchFamily="18" charset="0"/>
                        </a:rPr>
                        <a:t>Fixed logically</a:t>
                      </a:r>
                    </a:p>
                  </a:txBody>
                  <a:tcPr anchor="ctr"/>
                </a:tc>
                <a:tc>
                  <a:txBody>
                    <a:bodyPr/>
                    <a:lstStyle/>
                    <a:p>
                      <a:pPr>
                        <a:buNone/>
                      </a:pPr>
                      <a:r>
                        <a:rPr lang="en-IN">
                          <a:latin typeface="Times New Roman" panose="02020603050405020304" pitchFamily="18" charset="0"/>
                          <a:cs typeface="Times New Roman" panose="02020603050405020304" pitchFamily="18" charset="0"/>
                        </a:rPr>
                        <a:t>Changes at runtime</a:t>
                      </a:r>
                    </a:p>
                  </a:txBody>
                  <a:tcPr anchor="ctr"/>
                </a:tc>
                <a:extLst>
                  <a:ext uri="{0D108BD9-81ED-4DB2-BD59-A6C34878D82A}">
                    <a16:rowId xmlns:a16="http://schemas.microsoft.com/office/drawing/2014/main" val="1045732218"/>
                  </a:ext>
                </a:extLst>
              </a:tr>
              <a:tr h="0">
                <a:tc>
                  <a:txBody>
                    <a:bodyPr/>
                    <a:lstStyle/>
                    <a:p>
                      <a:pPr>
                        <a:buNone/>
                      </a:pPr>
                      <a:r>
                        <a:rPr lang="en-IN">
                          <a:latin typeface="Times New Roman" panose="02020603050405020304" pitchFamily="18" charset="0"/>
                          <a:cs typeface="Times New Roman" panose="02020603050405020304" pitchFamily="18" charset="0"/>
                        </a:rPr>
                        <a:t>Structure</a:t>
                      </a:r>
                    </a:p>
                  </a:txBody>
                  <a:tcPr anchor="ctr"/>
                </a:tc>
                <a:tc>
                  <a:txBody>
                    <a:bodyPr/>
                    <a:lstStyle/>
                    <a:p>
                      <a:pPr>
                        <a:buNone/>
                      </a:pPr>
                      <a:r>
                        <a:rPr lang="en-IN">
                          <a:latin typeface="Times New Roman" panose="02020603050405020304" pitchFamily="18" charset="0"/>
                          <a:cs typeface="Times New Roman" panose="02020603050405020304" pitchFamily="18" charset="0"/>
                        </a:rPr>
                        <a:t>List / array</a:t>
                      </a:r>
                    </a:p>
                  </a:txBody>
                  <a:tcPr anchor="ctr"/>
                </a:tc>
                <a:tc>
                  <a:txBody>
                    <a:bodyPr/>
                    <a:lstStyle/>
                    <a:p>
                      <a:pPr>
                        <a:buNone/>
                      </a:pPr>
                      <a:r>
                        <a:rPr lang="en-IN">
                          <a:latin typeface="Times New Roman" panose="02020603050405020304" pitchFamily="18" charset="0"/>
                          <a:cs typeface="Times New Roman" panose="02020603050405020304" pitchFamily="18" charset="0"/>
                        </a:rPr>
                        <a:t>List</a:t>
                      </a:r>
                    </a:p>
                  </a:txBody>
                  <a:tcPr anchor="ctr"/>
                </a:tc>
                <a:extLst>
                  <a:ext uri="{0D108BD9-81ED-4DB2-BD59-A6C34878D82A}">
                    <a16:rowId xmlns:a16="http://schemas.microsoft.com/office/drawing/2014/main" val="417170033"/>
                  </a:ext>
                </a:extLst>
              </a:tr>
              <a:tr h="0">
                <a:tc>
                  <a:txBody>
                    <a:bodyPr/>
                    <a:lstStyle/>
                    <a:p>
                      <a:pPr>
                        <a:buNone/>
                      </a:pPr>
                      <a:r>
                        <a:rPr lang="en-IN">
                          <a:latin typeface="Times New Roman" panose="02020603050405020304" pitchFamily="18" charset="0"/>
                          <a:cs typeface="Times New Roman" panose="02020603050405020304" pitchFamily="18" charset="0"/>
                        </a:rPr>
                        <a:t>Memory</a:t>
                      </a:r>
                    </a:p>
                  </a:txBody>
                  <a:tcPr anchor="ctr"/>
                </a:tc>
                <a:tc>
                  <a:txBody>
                    <a:bodyPr/>
                    <a:lstStyle/>
                    <a:p>
                      <a:pPr>
                        <a:buNone/>
                      </a:pPr>
                      <a:r>
                        <a:rPr lang="en-IN">
                          <a:latin typeface="Times New Roman" panose="02020603050405020304" pitchFamily="18" charset="0"/>
                          <a:cs typeface="Times New Roman" panose="02020603050405020304" pitchFamily="18" charset="0"/>
                        </a:rPr>
                        <a:t>Heap</a:t>
                      </a:r>
                    </a:p>
                  </a:txBody>
                  <a:tcPr anchor="ctr"/>
                </a:tc>
                <a:tc>
                  <a:txBody>
                    <a:bodyPr/>
                    <a:lstStyle/>
                    <a:p>
                      <a:pPr>
                        <a:buNone/>
                      </a:pPr>
                      <a:r>
                        <a:rPr lang="en-IN">
                          <a:latin typeface="Times New Roman" panose="02020603050405020304" pitchFamily="18" charset="0"/>
                          <a:cs typeface="Times New Roman" panose="02020603050405020304" pitchFamily="18" charset="0"/>
                        </a:rPr>
                        <a:t>Heap</a:t>
                      </a:r>
                    </a:p>
                  </a:txBody>
                  <a:tcPr anchor="ctr"/>
                </a:tc>
                <a:extLst>
                  <a:ext uri="{0D108BD9-81ED-4DB2-BD59-A6C34878D82A}">
                    <a16:rowId xmlns:a16="http://schemas.microsoft.com/office/drawing/2014/main" val="2589157522"/>
                  </a:ext>
                </a:extLst>
              </a:tr>
              <a:tr h="0">
                <a:tc>
                  <a:txBody>
                    <a:bodyPr/>
                    <a:lstStyle/>
                    <a:p>
                      <a:pPr>
                        <a:buNone/>
                      </a:pPr>
                      <a:r>
                        <a:rPr lang="en-IN" dirty="0">
                          <a:latin typeface="Times New Roman" panose="02020603050405020304" pitchFamily="18" charset="0"/>
                          <a:cs typeface="Times New Roman" panose="02020603050405020304" pitchFamily="18" charset="0"/>
                        </a:rPr>
                        <a:t>Resize</a:t>
                      </a:r>
                    </a:p>
                  </a:txBody>
                  <a:tcPr anchor="ctr"/>
                </a:tc>
                <a:tc>
                  <a:txBody>
                    <a:bodyPr/>
                    <a:lstStyle/>
                    <a:p>
                      <a:pPr>
                        <a:buNone/>
                      </a:pPr>
                      <a:r>
                        <a:rPr lang="en-IN">
                          <a:latin typeface="Times New Roman" panose="02020603050405020304" pitchFamily="18" charset="0"/>
                          <a:cs typeface="Times New Roman" panose="02020603050405020304" pitchFamily="18" charset="0"/>
                        </a:rPr>
                        <a:t>Not allowed</a:t>
                      </a:r>
                    </a:p>
                  </a:txBody>
                  <a:tcPr anchor="ctr"/>
                </a:tc>
                <a:tc>
                  <a:txBody>
                    <a:bodyPr/>
                    <a:lstStyle/>
                    <a:p>
                      <a:pPr>
                        <a:buNone/>
                      </a:pPr>
                      <a:r>
                        <a:rPr lang="en-IN">
                          <a:latin typeface="Times New Roman" panose="02020603050405020304" pitchFamily="18" charset="0"/>
                          <a:cs typeface="Times New Roman" panose="02020603050405020304" pitchFamily="18" charset="0"/>
                        </a:rPr>
                        <a:t>Allowed</a:t>
                      </a:r>
                    </a:p>
                  </a:txBody>
                  <a:tcPr anchor="ctr"/>
                </a:tc>
                <a:extLst>
                  <a:ext uri="{0D108BD9-81ED-4DB2-BD59-A6C34878D82A}">
                    <a16:rowId xmlns:a16="http://schemas.microsoft.com/office/drawing/2014/main" val="1366385964"/>
                  </a:ext>
                </a:extLst>
              </a:tr>
              <a:tr h="0">
                <a:tc>
                  <a:txBody>
                    <a:bodyPr/>
                    <a:lstStyle/>
                    <a:p>
                      <a:pPr>
                        <a:buNone/>
                      </a:pPr>
                      <a:r>
                        <a:rPr lang="en-IN">
                          <a:latin typeface="Times New Roman" panose="02020603050405020304" pitchFamily="18" charset="0"/>
                          <a:cs typeface="Times New Roman" panose="02020603050405020304" pitchFamily="18" charset="0"/>
                        </a:rPr>
                        <a:t>Flexibility</a:t>
                      </a:r>
                    </a:p>
                  </a:txBody>
                  <a:tcPr anchor="ctr"/>
                </a:tc>
                <a:tc>
                  <a:txBody>
                    <a:bodyPr/>
                    <a:lstStyle/>
                    <a:p>
                      <a:pPr>
                        <a:buNone/>
                      </a:pPr>
                      <a:r>
                        <a:rPr lang="en-IN">
                          <a:latin typeface="Times New Roman" panose="02020603050405020304" pitchFamily="18" charset="0"/>
                          <a:cs typeface="Times New Roman" panose="02020603050405020304" pitchFamily="18" charset="0"/>
                        </a:rPr>
                        <a:t>Low</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3311078903"/>
                  </a:ext>
                </a:extLst>
              </a:tr>
              <a:tr h="0">
                <a:tc gridSpan="3">
                  <a:txBody>
                    <a:bodyPr/>
                    <a:lstStyle/>
                    <a:p>
                      <a:pPr algn="ctr">
                        <a:buNone/>
                      </a:pPr>
                      <a:r>
                        <a:rPr lang="en-IN" b="1" dirty="0">
                          <a:latin typeface="Times New Roman" panose="02020603050405020304" pitchFamily="18" charset="0"/>
                          <a:cs typeface="Times New Roman" panose="02020603050405020304" pitchFamily="18" charset="0"/>
                        </a:rPr>
                        <a:t>Code Perspective</a:t>
                      </a:r>
                    </a:p>
                  </a:txBody>
                  <a:tcPr anchor="ctr"/>
                </a:tc>
                <a:tc hMerge="1">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0489783"/>
                  </a:ext>
                </a:extLst>
              </a:tr>
              <a:tr h="0">
                <a:tc>
                  <a:txBody>
                    <a:bodyPr/>
                    <a:lstStyle/>
                    <a:p>
                      <a:pPr>
                        <a:buNone/>
                      </a:pPr>
                      <a:r>
                        <a:rPr lang="en-IN" dirty="0">
                          <a:latin typeface="Times New Roman" panose="02020603050405020304" pitchFamily="18" charset="0"/>
                          <a:cs typeface="Times New Roman" panose="02020603050405020304" pitchFamily="18" charset="0"/>
                        </a:rPr>
                        <a:t>Initial size</a:t>
                      </a:r>
                    </a:p>
                  </a:txBody>
                  <a:tcPr anchor="ctr"/>
                </a:tc>
                <a:tc>
                  <a:txBody>
                    <a:bodyPr/>
                    <a:lstStyle/>
                    <a:p>
                      <a:pPr>
                        <a:buNone/>
                      </a:pPr>
                      <a:r>
                        <a:rPr lang="en-IN" dirty="0">
                          <a:latin typeface="Times New Roman" panose="02020603050405020304" pitchFamily="18" charset="0"/>
                          <a:cs typeface="Times New Roman" panose="02020603050405020304" pitchFamily="18" charset="0"/>
                        </a:rPr>
                        <a:t>Fixed</a:t>
                      </a:r>
                    </a:p>
                  </a:txBody>
                  <a:tcPr anchor="ctr"/>
                </a:tc>
                <a:tc>
                  <a:txBody>
                    <a:bodyPr/>
                    <a:lstStyle/>
                    <a:p>
                      <a:pPr>
                        <a:buNone/>
                      </a:pPr>
                      <a:r>
                        <a:rPr lang="en-IN" dirty="0">
                          <a:latin typeface="Times New Roman" panose="02020603050405020304" pitchFamily="18" charset="0"/>
                          <a:cs typeface="Times New Roman" panose="02020603050405020304" pitchFamily="18" charset="0"/>
                        </a:rPr>
                        <a:t>Zero</a:t>
                      </a:r>
                    </a:p>
                  </a:txBody>
                  <a:tcPr anchor="ctr"/>
                </a:tc>
                <a:extLst>
                  <a:ext uri="{0D108BD9-81ED-4DB2-BD59-A6C34878D82A}">
                    <a16:rowId xmlns:a16="http://schemas.microsoft.com/office/drawing/2014/main" val="210007483"/>
                  </a:ext>
                </a:extLst>
              </a:tr>
              <a:tr h="0">
                <a:tc>
                  <a:txBody>
                    <a:bodyPr/>
                    <a:lstStyle/>
                    <a:p>
                      <a:pPr>
                        <a:buNone/>
                      </a:pPr>
                      <a:r>
                        <a:rPr lang="en-IN" dirty="0">
                          <a:latin typeface="Times New Roman" panose="02020603050405020304" pitchFamily="18" charset="0"/>
                          <a:cs typeface="Times New Roman" panose="02020603050405020304" pitchFamily="18" charset="0"/>
                        </a:rPr>
                        <a:t>Resize allowed</a:t>
                      </a:r>
                    </a:p>
                  </a:txBody>
                  <a:tcPr anchor="ctr"/>
                </a:tc>
                <a:tc>
                  <a:txBody>
                    <a:bodyPr/>
                    <a:lstStyle/>
                    <a:p>
                      <a:pPr>
                        <a:buNone/>
                      </a:pPr>
                      <a:r>
                        <a:rPr lang="en-IN" dirty="0">
                          <a:latin typeface="Times New Roman" panose="02020603050405020304" pitchFamily="18" charset="0"/>
                          <a:cs typeface="Times New Roman" panose="02020603050405020304" pitchFamily="18" charset="0"/>
                        </a:rPr>
                        <a:t>No (by logic)</a:t>
                      </a:r>
                    </a:p>
                  </a:txBody>
                  <a:tcPr anchor="ctr"/>
                </a:tc>
                <a:tc>
                  <a:txBody>
                    <a:bodyPr/>
                    <a:lstStyle/>
                    <a:p>
                      <a:pPr>
                        <a:buNone/>
                      </a:pPr>
                      <a:r>
                        <a:rPr lang="en-IN" dirty="0">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2637423092"/>
                  </a:ext>
                </a:extLst>
              </a:tr>
              <a:tr h="0">
                <a:tc>
                  <a:txBody>
                    <a:bodyPr/>
                    <a:lstStyle/>
                    <a:p>
                      <a:pPr>
                        <a:buNone/>
                      </a:pPr>
                      <a:r>
                        <a:rPr lang="en-IN">
                          <a:latin typeface="Times New Roman" panose="02020603050405020304" pitchFamily="18" charset="0"/>
                          <a:cs typeface="Times New Roman" panose="02020603050405020304" pitchFamily="18" charset="0"/>
                        </a:rPr>
                        <a:t>append() used</a:t>
                      </a:r>
                    </a:p>
                  </a:txBody>
                  <a:tcPr anchor="ctr"/>
                </a:tc>
                <a:tc>
                  <a:txBody>
                    <a:bodyPr/>
                    <a:lstStyle/>
                    <a:p>
                      <a:pPr>
                        <a:buNone/>
                      </a:pPr>
                      <a:r>
                        <a:rPr lang="en-IN" dirty="0">
                          <a:latin typeface="Times New Roman" panose="02020603050405020304" pitchFamily="18" charset="0"/>
                          <a:cs typeface="Times New Roman" panose="02020603050405020304" pitchFamily="18" charset="0"/>
                        </a:rPr>
                        <a:t>Avoided</a:t>
                      </a:r>
                    </a:p>
                  </a:txBody>
                  <a:tcPr anchor="ctr"/>
                </a:tc>
                <a:tc>
                  <a:txBody>
                    <a:bodyPr/>
                    <a:lstStyle/>
                    <a:p>
                      <a:pPr>
                        <a:buNone/>
                      </a:pPr>
                      <a:r>
                        <a:rPr lang="en-IN" dirty="0">
                          <a:latin typeface="Times New Roman" panose="02020603050405020304" pitchFamily="18" charset="0"/>
                          <a:cs typeface="Times New Roman" panose="02020603050405020304" pitchFamily="18" charset="0"/>
                        </a:rPr>
                        <a:t>Used</a:t>
                      </a:r>
                    </a:p>
                  </a:txBody>
                  <a:tcPr anchor="ctr"/>
                </a:tc>
                <a:extLst>
                  <a:ext uri="{0D108BD9-81ED-4DB2-BD59-A6C34878D82A}">
                    <a16:rowId xmlns:a16="http://schemas.microsoft.com/office/drawing/2014/main" val="1951706704"/>
                  </a:ext>
                </a:extLst>
              </a:tr>
              <a:tr h="0">
                <a:tc>
                  <a:txBody>
                    <a:bodyPr/>
                    <a:lstStyle/>
                    <a:p>
                      <a:pPr>
                        <a:buNone/>
                      </a:pPr>
                      <a:r>
                        <a:rPr lang="en-IN" dirty="0">
                          <a:latin typeface="Times New Roman" panose="02020603050405020304" pitchFamily="18" charset="0"/>
                          <a:cs typeface="Times New Roman" panose="02020603050405020304" pitchFamily="18" charset="0"/>
                        </a:rPr>
                        <a:t>Flexibility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Low</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2398245718"/>
                  </a:ext>
                </a:extLst>
              </a:tr>
            </a:tbl>
          </a:graphicData>
        </a:graphic>
      </p:graphicFrame>
      <p:sp>
        <p:nvSpPr>
          <p:cNvPr id="13" name="TextBox 12">
            <a:extLst>
              <a:ext uri="{FF2B5EF4-FFF2-40B4-BE49-F238E27FC236}">
                <a16:creationId xmlns:a16="http://schemas.microsoft.com/office/drawing/2014/main" id="{B2C1C127-F8F1-6E1B-77FF-9782DE7ABE0D}"/>
              </a:ext>
            </a:extLst>
          </p:cNvPr>
          <p:cNvSpPr txBox="1"/>
          <p:nvPr/>
        </p:nvSpPr>
        <p:spPr>
          <a:xfrm>
            <a:off x="590870" y="5379372"/>
            <a:ext cx="8229600" cy="64633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In Python, a dynamic array is implemented using lists, which automatically resize themselves when elements are added or removed during program execution.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4952560"/>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312A7-60AA-7D3A-053C-D60BF8341A0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332245-6AAF-95C9-A537-053D2E048B6D}"/>
              </a:ext>
            </a:extLst>
          </p:cNvPr>
          <p:cNvPicPr>
            <a:picLocks noGrp="1" noChangeAspect="1"/>
          </p:cNvPicPr>
          <p:nvPr>
            <p:ph idx="1"/>
          </p:nvPr>
        </p:nvPicPr>
        <p:blipFill>
          <a:blip r:embed="R6b5f6f08e137424b"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C29CB71D-1E6E-4493-3DCD-EF5CB7F00FA2}"/>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C0F85CF-025A-2D5A-341C-FAE2311C30C3}"/>
              </a:ext>
            </a:extLst>
          </p:cNvPr>
          <p:cNvPicPr>
            <a:picLocks noChangeAspect="1"/>
          </p:cNvPicPr>
          <p:nvPr/>
        </p:nvPicPr>
        <p:blipFill>
          <a:blip r:embed="Rcf74368e6442429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B5AD0CC-E81A-52EF-6E47-09291325765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091B279-6EBA-5712-789C-56891B80FB14}"/>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Check Your Understanding</a:t>
            </a:r>
          </a:p>
        </p:txBody>
      </p:sp>
      <p:sp>
        <p:nvSpPr>
          <p:cNvPr id="3" name="TextBox 2">
            <a:extLst>
              <a:ext uri="{FF2B5EF4-FFF2-40B4-BE49-F238E27FC236}">
                <a16:creationId xmlns:a16="http://schemas.microsoft.com/office/drawing/2014/main" id="{F7E97B32-9084-D2BB-16C7-869AB09F3B2D}"/>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7464A300-9F60-AF3B-BAAD-A1A395A2F3C7}"/>
              </a:ext>
            </a:extLst>
          </p:cNvPr>
          <p:cNvSpPr/>
          <p:nvPr/>
        </p:nvSpPr>
        <p:spPr>
          <a:xfrm>
            <a:off x="112020" y="1332305"/>
            <a:ext cx="8784976" cy="1694631"/>
          </a:xfrm>
          <a:prstGeom prst="rect">
            <a:avLst/>
          </a:prstGeom>
        </p:spPr>
        <p:txBody>
          <a:bodyPr wrap="square">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Python data structure behaves as a dynamic array?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happens internally when a list grows beyond capacity?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When to Use Dynamic Arrays?</a:t>
            </a:r>
          </a:p>
        </p:txBody>
      </p:sp>
      <p:pic>
        <p:nvPicPr>
          <p:cNvPr id="1026" name="Picture 2" descr="Ezoic">
            <a:extLst>
              <a:ext uri="{FF2B5EF4-FFF2-40B4-BE49-F238E27FC236}">
                <a16:creationId xmlns:a16="http://schemas.microsoft.com/office/drawing/2014/main" id="{85C6C876-7F7E-DC2A-51FA-DAB85FE0991E}"/>
              </a:ext>
            </a:extLst>
          </p:cNvPr>
          <p:cNvPicPr>
            <a:picLocks noChangeAspect="1" noChangeArrowheads="1"/>
          </p:cNvPicPr>
          <p:nvPr/>
        </p:nvPicPr>
        <p:blipFill>
          <a:blip r:embed="R07316b3161d4486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1B08090-BA09-4AD7-A6F2-A14B1E586F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38495220"/>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1DBA-CDE2-F985-78D8-476127635FF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DFCF0C-CAB3-FC4C-C3A4-C2DC84C4400B}"/>
              </a:ext>
            </a:extLst>
          </p:cNvPr>
          <p:cNvPicPr>
            <a:picLocks noGrp="1" noChangeAspect="1"/>
          </p:cNvPicPr>
          <p:nvPr>
            <p:ph idx="1"/>
          </p:nvPr>
        </p:nvPicPr>
        <p:blipFill>
          <a:blip r:embed="R7f3246ab931d40fc"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AA7183F2-156F-ECF9-8593-68FAC0A72316}"/>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5D0371E-114E-FEBD-861A-B641761C486C}"/>
              </a:ext>
            </a:extLst>
          </p:cNvPr>
          <p:cNvPicPr>
            <a:picLocks noChangeAspect="1"/>
          </p:cNvPicPr>
          <p:nvPr/>
        </p:nvPicPr>
        <p:blipFill>
          <a:blip r:embed="R12ccd04959c744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AA21F07-F212-882B-393B-7ABC52411B9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B50DA62-9E46-711E-2BBD-83FD992BB4C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Check Your Understanding (Answers)</a:t>
            </a:r>
          </a:p>
        </p:txBody>
      </p:sp>
      <p:sp>
        <p:nvSpPr>
          <p:cNvPr id="3" name="TextBox 2">
            <a:extLst>
              <a:ext uri="{FF2B5EF4-FFF2-40B4-BE49-F238E27FC236}">
                <a16:creationId xmlns:a16="http://schemas.microsoft.com/office/drawing/2014/main" id="{D3C38043-4E19-6314-1ECA-3C910456C63A}"/>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37B357E7-8AB9-8EA4-4D21-42D51C457500}"/>
              </a:ext>
            </a:extLst>
          </p:cNvPr>
          <p:cNvSpPr/>
          <p:nvPr/>
        </p:nvSpPr>
        <p:spPr>
          <a:xfrm>
            <a:off x="359532" y="1756479"/>
            <a:ext cx="8208912" cy="3893374"/>
          </a:xfrm>
          <a:prstGeom prst="rect">
            <a:avLst/>
          </a:prstGeom>
        </p:spPr>
        <p:txBody>
          <a:bodyPr wrap="square">
            <a:spAutoFit/>
          </a:bodyPr>
          <a:lstStyle/>
          <a:p>
            <a:pPr>
              <a:spcBef>
                <a:spcPts val="1200"/>
              </a:spcBef>
              <a:spcAft>
                <a:spcPts val="600"/>
              </a:spcAft>
            </a:pPr>
            <a:r>
              <a:rPr lang="en-IN" sz="2400" dirty="0">
                <a:latin typeface="Times New Roman" panose="02020603050405020304" pitchFamily="18" charset="0"/>
                <a:cs typeface="Times New Roman" panose="02020603050405020304" pitchFamily="18" charset="0"/>
              </a:rPr>
              <a:t>1.  Python list behaves as a dynamic array.</a:t>
            </a:r>
          </a:p>
          <a:p>
            <a:pPr marL="360363" indent="-360363" algn="just">
              <a:spcBef>
                <a:spcPts val="1200"/>
              </a:spcBef>
              <a:spcAft>
                <a:spcPts val="600"/>
              </a:spcAft>
            </a:pPr>
            <a:r>
              <a:rPr lang="en-IN" sz="2400" dirty="0">
                <a:latin typeface="Times New Roman" panose="02020603050405020304" pitchFamily="18" charset="0"/>
                <a:cs typeface="Times New Roman" panose="02020603050405020304" pitchFamily="18" charset="0"/>
              </a:rPr>
              <a:t>2. Python allocates a larger memory block, copies existing elements to it, and updates the list reference, enabling amortized O(1) growth.</a:t>
            </a:r>
          </a:p>
          <a:p>
            <a:pPr marL="442913" indent="-442913">
              <a:spcBef>
                <a:spcPts val="600"/>
              </a:spcBef>
              <a:spcAft>
                <a:spcPts val="600"/>
              </a:spcAft>
            </a:pPr>
            <a:r>
              <a:rPr lang="en-US" sz="2400" dirty="0">
                <a:latin typeface="Times New Roman" panose="02020603050405020304" pitchFamily="18" charset="0"/>
                <a:cs typeface="Times New Roman" panose="02020603050405020304" pitchFamily="18" charset="0"/>
              </a:rPr>
              <a:t>3. Dynamic Arrays are used: </a:t>
            </a:r>
          </a:p>
          <a:p>
            <a:pPr marL="80327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When input size is unknown</a:t>
            </a:r>
          </a:p>
          <a:p>
            <a:pPr marL="80327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When frequent insertions are required</a:t>
            </a:r>
          </a:p>
          <a:p>
            <a:pPr marL="80327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When memory flexibility is needed</a:t>
            </a:r>
          </a:p>
        </p:txBody>
      </p:sp>
      <p:pic>
        <p:nvPicPr>
          <p:cNvPr id="1026" name="Picture 2" descr="Ezoic">
            <a:extLst>
              <a:ext uri="{FF2B5EF4-FFF2-40B4-BE49-F238E27FC236}">
                <a16:creationId xmlns:a16="http://schemas.microsoft.com/office/drawing/2014/main" id="{63715332-278C-9219-7179-E2A632E25A8E}"/>
              </a:ext>
            </a:extLst>
          </p:cNvPr>
          <p:cNvPicPr>
            <a:picLocks noChangeAspect="1" noChangeArrowheads="1"/>
          </p:cNvPicPr>
          <p:nvPr/>
        </p:nvPicPr>
        <p:blipFill>
          <a:blip r:embed="Rcc61908dcdd2488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DABCCA7-B705-C888-5E9C-E13FDE9711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0680061"/>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675F-F380-5171-C497-3318838D80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886BACE-6284-A13C-83B5-895286332CD5}"/>
              </a:ext>
            </a:extLst>
          </p:cNvPr>
          <p:cNvPicPr>
            <a:picLocks noGrp="1" noChangeAspect="1"/>
          </p:cNvPicPr>
          <p:nvPr>
            <p:ph idx="1"/>
          </p:nvPr>
        </p:nvPicPr>
        <p:blipFill>
          <a:blip r:embed="R26edba001317495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D371535-6B09-F892-179C-423FCD78D6C1}"/>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75720EE-7903-9189-3629-AC9F62FDEDFA}"/>
              </a:ext>
            </a:extLst>
          </p:cNvPr>
          <p:cNvPicPr>
            <a:picLocks noChangeAspect="1"/>
          </p:cNvPicPr>
          <p:nvPr/>
        </p:nvPicPr>
        <p:blipFill>
          <a:blip r:embed="Rcf647f87ab84484a"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EC51ACE-5E61-B210-94A8-925618240B64}"/>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77AD9FE-F51E-554B-D222-47D142B45869}"/>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 (Resizable) in Python</a:t>
            </a:r>
          </a:p>
        </p:txBody>
      </p:sp>
      <p:pic>
        <p:nvPicPr>
          <p:cNvPr id="1026" name="Picture 2" descr="Ezoic">
            <a:extLst>
              <a:ext uri="{FF2B5EF4-FFF2-40B4-BE49-F238E27FC236}">
                <a16:creationId xmlns:a16="http://schemas.microsoft.com/office/drawing/2014/main" id="{D29BFDEA-AB30-D966-9424-4E8DB792999D}"/>
              </a:ext>
            </a:extLst>
          </p:cNvPr>
          <p:cNvPicPr>
            <a:picLocks noChangeAspect="1" noChangeArrowheads="1"/>
          </p:cNvPicPr>
          <p:nvPr/>
        </p:nvPicPr>
        <p:blipFill>
          <a:blip r:embed="R2beefbd0a08f4770">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95B9FCF-86C2-80D0-B95B-9B5EB03FE1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B42FC78B-2C5D-3CE3-F2FA-FE308FE039FC}"/>
              </a:ext>
            </a:extLst>
          </p:cNvPr>
          <p:cNvSpPr txBox="1"/>
          <p:nvPr/>
        </p:nvSpPr>
        <p:spPr>
          <a:xfrm>
            <a:off x="395536" y="1252875"/>
            <a:ext cx="7962042" cy="5016758"/>
          </a:xfrm>
          <a:prstGeom prst="rect">
            <a:avLst/>
          </a:prstGeom>
          <a:noFill/>
        </p:spPr>
        <p:txBody>
          <a:bodyPr wrap="square">
            <a:spAutoFit/>
          </a:bodyPr>
          <a:lstStyle/>
          <a:p>
            <a:pPr>
              <a:spcBef>
                <a:spcPts val="300"/>
              </a:spcBef>
              <a:spcAft>
                <a:spcPts val="300"/>
              </a:spcAft>
            </a:pPr>
            <a:r>
              <a:rPr lang="en-IN" sz="2000" b="1" dirty="0">
                <a:latin typeface="Times New Roman" panose="02020603050405020304" pitchFamily="18" charset="0"/>
                <a:cs typeface="Times New Roman" panose="02020603050405020304" pitchFamily="18" charset="0"/>
              </a:rPr>
              <a:t># Dynamic array in Python</a:t>
            </a:r>
          </a:p>
          <a:p>
            <a:pPr>
              <a:spcBef>
                <a:spcPts val="300"/>
              </a:spcBef>
              <a:spcAft>
                <a:spcPts val="300"/>
              </a:spcAft>
            </a:pPr>
            <a:r>
              <a:rPr lang="en-IN" sz="2000" dirty="0" err="1">
                <a:latin typeface="Times New Roman" panose="02020603050405020304" pitchFamily="18" charset="0"/>
                <a:cs typeface="Times New Roman" panose="02020603050405020304" pitchFamily="18" charset="0"/>
              </a:rPr>
              <a:t>arr</a:t>
            </a:r>
            <a:r>
              <a:rPr lang="en-IN" sz="2000" dirty="0">
                <a:latin typeface="Times New Roman" panose="02020603050405020304" pitchFamily="18" charset="0"/>
                <a:cs typeface="Times New Roman" panose="02020603050405020304" pitchFamily="18" charset="0"/>
              </a:rPr>
              <a:t> = []   # empty list (dynamic array)</a:t>
            </a:r>
          </a:p>
          <a:p>
            <a:pPr>
              <a:spcBef>
                <a:spcPts val="300"/>
              </a:spcBef>
              <a:spcAft>
                <a:spcPts val="300"/>
              </a:spcAft>
            </a:pPr>
            <a:endParaRPr lang="en-IN" sz="2000" dirty="0">
              <a:latin typeface="Times New Roman" panose="02020603050405020304" pitchFamily="18" charset="0"/>
              <a:cs typeface="Times New Roman" panose="02020603050405020304" pitchFamily="18" charset="0"/>
            </a:endParaRPr>
          </a:p>
          <a:p>
            <a:pPr>
              <a:spcBef>
                <a:spcPts val="300"/>
              </a:spcBef>
              <a:spcAft>
                <a:spcPts val="300"/>
              </a:spcAft>
            </a:pPr>
            <a:r>
              <a:rPr lang="en-IN" sz="2000" dirty="0">
                <a:latin typeface="Times New Roman" panose="02020603050405020304" pitchFamily="18" charset="0"/>
                <a:cs typeface="Times New Roman" panose="02020603050405020304" pitchFamily="18" charset="0"/>
              </a:rPr>
              <a:t>for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in range(5):</a:t>
            </a:r>
          </a:p>
          <a:p>
            <a:pPr>
              <a:spcBef>
                <a:spcPts val="300"/>
              </a:spcBef>
              <a:spcAft>
                <a:spcPts val="300"/>
              </a:spcAft>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arr.append</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10)</a:t>
            </a:r>
          </a:p>
          <a:p>
            <a:pPr>
              <a:spcBef>
                <a:spcPts val="300"/>
              </a:spcBef>
              <a:spcAft>
                <a:spcPts val="300"/>
              </a:spcAft>
            </a:pPr>
            <a:endParaRPr lang="en-IN" sz="2000" dirty="0">
              <a:latin typeface="Times New Roman" panose="02020603050405020304" pitchFamily="18" charset="0"/>
              <a:cs typeface="Times New Roman" panose="02020603050405020304" pitchFamily="18" charset="0"/>
            </a:endParaRPr>
          </a:p>
          <a:p>
            <a:pPr>
              <a:spcBef>
                <a:spcPts val="300"/>
              </a:spcBef>
              <a:spcAft>
                <a:spcPts val="300"/>
              </a:spcAft>
            </a:pPr>
            <a:r>
              <a:rPr lang="en-IN" sz="2000" dirty="0">
                <a:latin typeface="Times New Roman" panose="02020603050405020304" pitchFamily="18" charset="0"/>
                <a:cs typeface="Times New Roman" panose="02020603050405020304" pitchFamily="18" charset="0"/>
              </a:rPr>
              <a:t>print("Dynamic Array Elements:")</a:t>
            </a:r>
          </a:p>
          <a:p>
            <a:pPr>
              <a:spcBef>
                <a:spcPts val="300"/>
              </a:spcBef>
              <a:spcAft>
                <a:spcPts val="300"/>
              </a:spcAft>
            </a:pPr>
            <a:r>
              <a:rPr lang="en-IN" sz="2000" dirty="0">
                <a:latin typeface="Times New Roman" panose="02020603050405020304" pitchFamily="18" charset="0"/>
                <a:cs typeface="Times New Roman" panose="02020603050405020304" pitchFamily="18" charset="0"/>
              </a:rPr>
              <a:t>for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in range(</a:t>
            </a:r>
            <a:r>
              <a:rPr lang="en-IN" sz="2000" dirty="0" err="1">
                <a:latin typeface="Times New Roman" panose="02020603050405020304" pitchFamily="18" charset="0"/>
                <a:cs typeface="Times New Roman" panose="02020603050405020304" pitchFamily="18" charset="0"/>
              </a:rPr>
              <a:t>len</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arr</a:t>
            </a:r>
            <a:r>
              <a:rPr lang="en-IN" sz="2000" dirty="0">
                <a:latin typeface="Times New Roman" panose="02020603050405020304" pitchFamily="18" charset="0"/>
                <a:cs typeface="Times New Roman" panose="02020603050405020304" pitchFamily="18" charset="0"/>
              </a:rPr>
              <a:t>)):</a:t>
            </a:r>
          </a:p>
          <a:p>
            <a:pPr>
              <a:spcBef>
                <a:spcPts val="300"/>
              </a:spcBef>
              <a:spcAft>
                <a:spcPts val="300"/>
              </a:spcAft>
            </a:pPr>
            <a:r>
              <a:rPr lang="en-IN" sz="2000" dirty="0">
                <a:latin typeface="Times New Roman" panose="02020603050405020304" pitchFamily="18" charset="0"/>
                <a:cs typeface="Times New Roman" panose="02020603050405020304" pitchFamily="18" charset="0"/>
              </a:rPr>
              <a:t>    print(</a:t>
            </a:r>
            <a:r>
              <a:rPr lang="en-IN" sz="2000" dirty="0" err="1">
                <a:latin typeface="Times New Roman" panose="02020603050405020304" pitchFamily="18" charset="0"/>
                <a:cs typeface="Times New Roman" panose="02020603050405020304" pitchFamily="18" charset="0"/>
              </a:rPr>
              <a:t>arr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a:spcBef>
                <a:spcPts val="300"/>
              </a:spcBef>
              <a:spcAft>
                <a:spcPts val="300"/>
              </a:spcAft>
            </a:pPr>
            <a:endParaRPr lang="en-IN" sz="2000" b="1" dirty="0">
              <a:latin typeface="Times New Roman" panose="02020603050405020304" pitchFamily="18" charset="0"/>
              <a:cs typeface="Times New Roman" panose="02020603050405020304" pitchFamily="18" charset="0"/>
            </a:endParaRPr>
          </a:p>
          <a:p>
            <a:pPr>
              <a:spcBef>
                <a:spcPts val="300"/>
              </a:spcBef>
              <a:spcAft>
                <a:spcPts val="300"/>
              </a:spcAft>
            </a:pPr>
            <a:r>
              <a:rPr lang="en-IN" sz="2000" b="1" dirty="0">
                <a:latin typeface="Times New Roman" panose="02020603050405020304" pitchFamily="18" charset="0"/>
                <a:cs typeface="Times New Roman" panose="02020603050405020304" pitchFamily="18" charset="0"/>
              </a:rPr>
              <a:t>Key Points:</a:t>
            </a:r>
            <a:endParaRPr lang="en-IN" sz="2000" dirty="0">
              <a:latin typeface="Times New Roman" panose="02020603050405020304" pitchFamily="18" charset="0"/>
              <a:cs typeface="Times New Roman" panose="02020603050405020304" pitchFamily="18" charset="0"/>
            </a:endParaRPr>
          </a:p>
          <a:p>
            <a:pPr marL="285750" indent="-285750">
              <a:spcBef>
                <a:spcPts val="300"/>
              </a:spcBef>
              <a:spcAft>
                <a:spcPts val="3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Size changes at runtime</a:t>
            </a:r>
          </a:p>
          <a:p>
            <a:pPr marL="285750" indent="-285750">
              <a:spcBef>
                <a:spcPts val="300"/>
              </a:spcBef>
              <a:spcAft>
                <a:spcPts val="30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 lists are </a:t>
            </a:r>
            <a:r>
              <a:rPr lang="en-IN" sz="2000" b="1" dirty="0">
                <a:latin typeface="Times New Roman" panose="02020603050405020304" pitchFamily="18" charset="0"/>
                <a:cs typeface="Times New Roman" panose="02020603050405020304" pitchFamily="18" charset="0"/>
              </a:rPr>
              <a:t>dynamic arrays by default.</a:t>
            </a:r>
          </a:p>
        </p:txBody>
      </p:sp>
    </p:spTree>
    <p:extLst>
      <p:ext uri="{BB962C8B-B14F-4D97-AF65-F5344CB8AC3E}">
        <p14:creationId xmlns:p14="http://schemas.microsoft.com/office/powerpoint/2010/main" val="3260398753"/>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1902-114C-AD51-7662-AB2F9DA2410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C660F0B-FDEE-C90C-6296-FBCC8F29A17F}"/>
              </a:ext>
            </a:extLst>
          </p:cNvPr>
          <p:cNvPicPr>
            <a:picLocks noGrp="1" noChangeAspect="1"/>
          </p:cNvPicPr>
          <p:nvPr>
            <p:ph idx="1"/>
          </p:nvPr>
        </p:nvPicPr>
        <p:blipFill>
          <a:blip r:embed="R0a426f1bed12461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2AEEE5E-7626-15F9-57C6-B70CE3198C9A}"/>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2440EB2-99D0-D979-2723-D9DB9DBD9596}"/>
              </a:ext>
            </a:extLst>
          </p:cNvPr>
          <p:cNvPicPr>
            <a:picLocks noChangeAspect="1"/>
          </p:cNvPicPr>
          <p:nvPr/>
        </p:nvPicPr>
        <p:blipFill>
          <a:blip r:embed="Rce679b6a4041419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AD526F-C302-CE36-BAD0-06DB86C37D8D}"/>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1364730-5CA2-6CEE-01E2-628DBB35168E}"/>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Visual Memory Representation</a:t>
            </a:r>
          </a:p>
        </p:txBody>
      </p:sp>
      <p:sp>
        <p:nvSpPr>
          <p:cNvPr id="3" name="TextBox 2">
            <a:extLst>
              <a:ext uri="{FF2B5EF4-FFF2-40B4-BE49-F238E27FC236}">
                <a16:creationId xmlns:a16="http://schemas.microsoft.com/office/drawing/2014/main" id="{DC1584CA-DF98-E0A5-557F-1A726DABAB27}"/>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11287B6A-7680-FE4C-B91C-13507B813A6C}"/>
              </a:ext>
            </a:extLst>
          </p:cNvPr>
          <p:cNvPicPr>
            <a:picLocks noChangeAspect="1" noChangeArrowheads="1"/>
          </p:cNvPicPr>
          <p:nvPr/>
        </p:nvPicPr>
        <p:blipFill>
          <a:blip r:embed="Raf7b4da7a8aa44b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63453AC-68B3-7FD7-5BD1-06396D005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CA7E53F1-2FBD-E4B2-A135-9F5614871E5B}"/>
              </a:ext>
            </a:extLst>
          </p:cNvPr>
          <p:cNvSpPr txBox="1"/>
          <p:nvPr/>
        </p:nvSpPr>
        <p:spPr>
          <a:xfrm>
            <a:off x="439149" y="552615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Fig.3:  Visual Memory Representation of Static and Dynamic Arrays </a:t>
            </a:r>
          </a:p>
        </p:txBody>
      </p:sp>
      <p:pic>
        <p:nvPicPr>
          <p:cNvPr id="13" name="Picture 12">
            <a:extLst>
              <a:ext uri="{FF2B5EF4-FFF2-40B4-BE49-F238E27FC236}">
                <a16:creationId xmlns:a16="http://schemas.microsoft.com/office/drawing/2014/main" id="{F00A9CAB-5BCE-10F8-0193-3DDB49251AF0}"/>
              </a:ext>
            </a:extLst>
          </p:cNvPr>
          <p:cNvPicPr>
            <a:picLocks noChangeAspect="1"/>
          </p:cNvPicPr>
          <p:nvPr/>
        </p:nvPicPr>
        <p:blipFill>
          <a:blip r:embed="R6d4845e6e1e248dc"/>
          <a:stretch>
            <a:fillRect/>
          </a:stretch>
        </p:blipFill>
        <p:spPr>
          <a:xfrm>
            <a:off x="439149" y="1939249"/>
            <a:ext cx="2034223" cy="3174207"/>
          </a:xfrm>
          <a:prstGeom prst="rect">
            <a:avLst/>
          </a:prstGeom>
        </p:spPr>
      </p:pic>
      <p:pic>
        <p:nvPicPr>
          <p:cNvPr id="5124" name="Picture 4" descr="Dive Into Systems">
            <a:extLst>
              <a:ext uri="{FF2B5EF4-FFF2-40B4-BE49-F238E27FC236}">
                <a16:creationId xmlns:a16="http://schemas.microsoft.com/office/drawing/2014/main" id="{50BDB60D-A1CA-F6D3-968C-82051BE0C4B4}"/>
              </a:ext>
            </a:extLst>
          </p:cNvPr>
          <p:cNvPicPr>
            <a:picLocks noChangeAspect="1" noChangeArrowheads="1"/>
          </p:cNvPicPr>
          <p:nvPr/>
        </p:nvPicPr>
        <p:blipFill>
          <a:blip r:embed="R8340346582cf45a8">
            <a:extLst>
              <a:ext uri="{28A0092B-C50C-407E-A947-70E740481C1C}">
                <a14:useLocalDpi xmlns:a14="http://schemas.microsoft.com/office/drawing/2010/main" val="0"/>
              </a:ext>
            </a:extLst>
          </a:blip>
          <a:srcRect/>
          <a:stretch>
            <a:fillRect/>
          </a:stretch>
        </p:blipFill>
        <p:spPr bwMode="auto">
          <a:xfrm>
            <a:off x="2581385" y="2000687"/>
            <a:ext cx="6553200" cy="354282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79CA58B-28A5-D662-B0FF-822FCBDF86ED}"/>
              </a:ext>
            </a:extLst>
          </p:cNvPr>
          <p:cNvSpPr txBox="1"/>
          <p:nvPr/>
        </p:nvSpPr>
        <p:spPr>
          <a:xfrm>
            <a:off x="250357" y="1450080"/>
            <a:ext cx="2685051"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Fig.3 (a):  Dynamic Arrays </a:t>
            </a:r>
          </a:p>
        </p:txBody>
      </p:sp>
      <p:sp>
        <p:nvSpPr>
          <p:cNvPr id="18" name="TextBox 17">
            <a:extLst>
              <a:ext uri="{FF2B5EF4-FFF2-40B4-BE49-F238E27FC236}">
                <a16:creationId xmlns:a16="http://schemas.microsoft.com/office/drawing/2014/main" id="{0B1C8E0E-08A5-1E62-115C-1CFAF354A0F6}"/>
              </a:ext>
            </a:extLst>
          </p:cNvPr>
          <p:cNvSpPr txBox="1"/>
          <p:nvPr/>
        </p:nvSpPr>
        <p:spPr>
          <a:xfrm>
            <a:off x="4662264" y="1495104"/>
            <a:ext cx="2250504"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Fig.3 (b):  Static Arrays </a:t>
            </a:r>
          </a:p>
        </p:txBody>
      </p:sp>
    </p:spTree>
    <p:extLst>
      <p:ext uri="{BB962C8B-B14F-4D97-AF65-F5344CB8AC3E}">
        <p14:creationId xmlns:p14="http://schemas.microsoft.com/office/powerpoint/2010/main" val="3202004881"/>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3FCC-FCEA-E6A9-2477-39AF3161A90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269164A-0C77-5271-7B84-8CC7A96D4494}"/>
              </a:ext>
            </a:extLst>
          </p:cNvPr>
          <p:cNvPicPr>
            <a:picLocks noGrp="1" noChangeAspect="1"/>
          </p:cNvPicPr>
          <p:nvPr>
            <p:ph idx="1"/>
          </p:nvPr>
        </p:nvPicPr>
        <p:blipFill>
          <a:blip r:embed="R3e0b09df969e4bbe"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910B3CC7-8EF2-430B-1272-72B259C125C8}"/>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A82E6BD-6E69-2A33-D12C-69AF86A5AC73}"/>
              </a:ext>
            </a:extLst>
          </p:cNvPr>
          <p:cNvPicPr>
            <a:picLocks noChangeAspect="1"/>
          </p:cNvPicPr>
          <p:nvPr/>
        </p:nvPicPr>
        <p:blipFill>
          <a:blip r:embed="R7ddc56de6f0a4e8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B685851-487A-D032-F3F0-5497A76EA7D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6DFDABB-5205-8CD6-E1BB-7376DD490CB2}"/>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sp>
        <p:nvSpPr>
          <p:cNvPr id="3" name="TextBox 2">
            <a:extLst>
              <a:ext uri="{FF2B5EF4-FFF2-40B4-BE49-F238E27FC236}">
                <a16:creationId xmlns:a16="http://schemas.microsoft.com/office/drawing/2014/main" id="{CBD0D3FB-D536-A079-90AE-49C0197CCDAB}"/>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DAEF0917-56CE-212A-86F8-07F655DE9F4E}"/>
              </a:ext>
            </a:extLst>
          </p:cNvPr>
          <p:cNvPicPr>
            <a:picLocks noChangeAspect="1" noChangeArrowheads="1"/>
          </p:cNvPicPr>
          <p:nvPr/>
        </p:nvPicPr>
        <p:blipFill>
          <a:blip r:embed="R44bf8b0b74e2445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0133FD12-B545-31D6-7A6E-7EE6F988EA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F75007D4-B71D-D0E3-EF02-46C2167F7307}"/>
              </a:ext>
            </a:extLst>
          </p:cNvPr>
          <p:cNvSpPr txBox="1"/>
          <p:nvPr/>
        </p:nvSpPr>
        <p:spPr>
          <a:xfrm>
            <a:off x="253131" y="1136658"/>
            <a:ext cx="8567339" cy="556594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Task:</a:t>
            </a:r>
          </a:p>
          <a:p>
            <a:pPr marL="360363" indent="-360363">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Declare a static array of size 5</a:t>
            </a:r>
          </a:p>
          <a:p>
            <a:pPr marL="360363" indent="-360363">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Convert the same program using a dynamic array</a:t>
            </a:r>
          </a:p>
          <a:p>
            <a:pPr marL="360363" indent="-360363">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Identify the memory location used in both cases</a:t>
            </a:r>
          </a:p>
          <a:p>
            <a:pPr>
              <a:lnSpc>
                <a:spcPct val="150000"/>
              </a:lnSpc>
            </a:pPr>
            <a:r>
              <a:rPr lang="en-US" sz="2400" b="1" dirty="0">
                <a:latin typeface="Times New Roman" panose="02020603050405020304" pitchFamily="18" charset="0"/>
                <a:cs typeface="Times New Roman" panose="02020603050405020304" pitchFamily="18" charset="0"/>
              </a:rPr>
              <a:t>Exercise:</a:t>
            </a:r>
          </a:p>
          <a:p>
            <a:pPr>
              <a:lnSpc>
                <a:spcPct val="150000"/>
              </a:lnSpc>
            </a:pPr>
            <a:r>
              <a:rPr lang="en-US" sz="2400" dirty="0">
                <a:latin typeface="Times New Roman" panose="02020603050405020304" pitchFamily="18" charset="0"/>
                <a:cs typeface="Times New Roman" panose="02020603050405020304" pitchFamily="18" charset="0"/>
              </a:rPr>
              <a:t>Write a program to:</a:t>
            </a:r>
          </a:p>
          <a:p>
            <a:pPr marL="360363" lvl="1"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Accept array size from the user</a:t>
            </a:r>
          </a:p>
          <a:p>
            <a:pPr marL="360363" lvl="1"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Allocate memory dynamically</a:t>
            </a:r>
          </a:p>
          <a:p>
            <a:pPr marL="360363" lvl="1"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 and display elements</a:t>
            </a:r>
          </a:p>
          <a:p>
            <a:pPr marL="360363" indent="-360363">
              <a:lnSpc>
                <a:spcPct val="150000"/>
              </a:lnSpc>
              <a:buFont typeface="+mj-lt"/>
              <a:buAutoNum type="arabicPeriod"/>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202868"/>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AB0E4-5AF4-03D7-6FFD-5F01E7512E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5B8769B-B7C8-E9BA-A9D0-2774599A1E6B}"/>
              </a:ext>
            </a:extLst>
          </p:cNvPr>
          <p:cNvPicPr>
            <a:picLocks noGrp="1" noChangeAspect="1"/>
          </p:cNvPicPr>
          <p:nvPr>
            <p:ph idx="1"/>
          </p:nvPr>
        </p:nvPicPr>
        <p:blipFill>
          <a:blip r:embed="R3320e91ea6494cfa"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909B6A0-5642-FF17-453E-4B88F99B87A3}"/>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FDB1DC3-F2BB-753C-6894-F6F102294832}"/>
              </a:ext>
            </a:extLst>
          </p:cNvPr>
          <p:cNvPicPr>
            <a:picLocks noChangeAspect="1"/>
          </p:cNvPicPr>
          <p:nvPr/>
        </p:nvPicPr>
        <p:blipFill>
          <a:blip r:embed="R61e3805f638341f6" cstate="print">
            <a:extLst>
              <a:ext uri="{28A0092B-C50C-407E-A947-70E740481C1C}">
                <a14:useLocalDpi xmlns:a14="http://schemas.microsoft.com/office/drawing/2010/main" val="0"/>
              </a:ext>
            </a:extLst>
          </a:blip>
          <a:stretch>
            <a:fillRect/>
          </a:stretch>
        </p:blipFill>
        <p:spPr>
          <a:xfrm>
            <a:off x="6673725" y="6285996"/>
            <a:ext cx="2411760" cy="346691"/>
          </a:xfrm>
          <a:prstGeom prst="rect">
            <a:avLst/>
          </a:prstGeom>
        </p:spPr>
      </p:pic>
      <p:sp>
        <p:nvSpPr>
          <p:cNvPr id="6" name="TextBox 5">
            <a:extLst>
              <a:ext uri="{FF2B5EF4-FFF2-40B4-BE49-F238E27FC236}">
                <a16:creationId xmlns:a16="http://schemas.microsoft.com/office/drawing/2014/main" id="{72344233-3469-8811-D96A-4F308D6570E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1FFD3C7-18A8-BB0E-7292-12C9A147354B}"/>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 Task – Answer in Python</a:t>
            </a:r>
          </a:p>
        </p:txBody>
      </p:sp>
      <p:sp>
        <p:nvSpPr>
          <p:cNvPr id="3" name="TextBox 2">
            <a:extLst>
              <a:ext uri="{FF2B5EF4-FFF2-40B4-BE49-F238E27FC236}">
                <a16:creationId xmlns:a16="http://schemas.microsoft.com/office/drawing/2014/main" id="{A1F7235F-A860-450F-35E4-EAB665DC2209}"/>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325778CF-7EC0-9617-825C-19DC124ACD19}"/>
              </a:ext>
            </a:extLst>
          </p:cNvPr>
          <p:cNvPicPr>
            <a:picLocks noChangeAspect="1" noChangeArrowheads="1"/>
          </p:cNvPicPr>
          <p:nvPr/>
        </p:nvPicPr>
        <p:blipFill>
          <a:blip r:embed="R91b96c5932cd4909">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28FEB7FF-1E26-BA09-7136-E1E4B6A1CD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33DD16B5-13D3-8797-6D9A-8648DC7D3BC2}"/>
              </a:ext>
            </a:extLst>
          </p:cNvPr>
          <p:cNvSpPr txBox="1"/>
          <p:nvPr/>
        </p:nvSpPr>
        <p:spPr>
          <a:xfrm>
            <a:off x="288330" y="1293834"/>
            <a:ext cx="8567339" cy="5011949"/>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Declare a Static Array of Size 5 (Simulated in Python)</a:t>
            </a:r>
          </a:p>
          <a:p>
            <a:pPr>
              <a:lnSpc>
                <a:spcPct val="150000"/>
              </a:lnSpc>
            </a:pPr>
            <a:r>
              <a:rPr lang="en-US" sz="2400" dirty="0">
                <a:latin typeface="Times New Roman" panose="02020603050405020304" pitchFamily="18" charset="0"/>
                <a:cs typeface="Times New Roman" panose="02020603050405020304" pitchFamily="18" charset="0"/>
              </a:rPr>
              <a:t># Static array simulation in Python</a:t>
            </a:r>
          </a:p>
          <a:p>
            <a:pPr>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[10, 20, 30, 40, 50]   # size fixed at creation</a:t>
            </a: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a:t>
            </a:r>
          </a:p>
          <a:p>
            <a:pPr>
              <a:lnSpc>
                <a:spcPct val="150000"/>
              </a:lnSpc>
            </a:pP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Explanation:</a:t>
            </a:r>
          </a:p>
          <a:p>
            <a:pPr>
              <a:lnSpc>
                <a:spcPct val="150000"/>
              </a:lnSpc>
            </a:pPr>
            <a:r>
              <a:rPr lang="en-US" sz="2400" dirty="0">
                <a:latin typeface="Times New Roman" panose="02020603050405020304" pitchFamily="18" charset="0"/>
                <a:cs typeface="Times New Roman" panose="02020603050405020304" pitchFamily="18" charset="0"/>
              </a:rPr>
              <a:t>Python does not support true static arrays, so a fixed-size list is used and not resized, simulating static array behavior.</a:t>
            </a:r>
          </a:p>
        </p:txBody>
      </p:sp>
    </p:spTree>
    <p:extLst>
      <p:ext uri="{BB962C8B-B14F-4D97-AF65-F5344CB8AC3E}">
        <p14:creationId xmlns:p14="http://schemas.microsoft.com/office/powerpoint/2010/main" val="420757744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2D1C0-FDEA-DDB9-FE54-D1C320C13AA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951FB4B-73E2-42C2-686F-5317827CBB37}"/>
              </a:ext>
            </a:extLst>
          </p:cNvPr>
          <p:cNvPicPr>
            <a:picLocks noGrp="1" noChangeAspect="1"/>
          </p:cNvPicPr>
          <p:nvPr>
            <p:ph idx="1"/>
          </p:nvPr>
        </p:nvPicPr>
        <p:blipFill>
          <a:blip r:embed="R82edf128db8e489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8C022173-2CAE-A349-0DF4-AB4CC9A9C459}"/>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29F58BA-46A6-3A66-2363-5951AE46A42C}"/>
              </a:ext>
            </a:extLst>
          </p:cNvPr>
          <p:cNvPicPr>
            <a:picLocks noChangeAspect="1"/>
          </p:cNvPicPr>
          <p:nvPr/>
        </p:nvPicPr>
        <p:blipFill>
          <a:blip r:embed="Rec6435c7fc554168" cstate="print">
            <a:extLst>
              <a:ext uri="{28A0092B-C50C-407E-A947-70E740481C1C}">
                <a14:useLocalDpi xmlns:a14="http://schemas.microsoft.com/office/drawing/2010/main" val="0"/>
              </a:ext>
            </a:extLst>
          </a:blip>
          <a:stretch>
            <a:fillRect/>
          </a:stretch>
        </p:blipFill>
        <p:spPr>
          <a:xfrm>
            <a:off x="6673725" y="6285996"/>
            <a:ext cx="2411760" cy="346691"/>
          </a:xfrm>
          <a:prstGeom prst="rect">
            <a:avLst/>
          </a:prstGeom>
        </p:spPr>
      </p:pic>
      <p:sp>
        <p:nvSpPr>
          <p:cNvPr id="6" name="TextBox 5">
            <a:extLst>
              <a:ext uri="{FF2B5EF4-FFF2-40B4-BE49-F238E27FC236}">
                <a16:creationId xmlns:a16="http://schemas.microsoft.com/office/drawing/2014/main" id="{C44E3379-40EA-25B7-B0BA-00729143376F}"/>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FCBA5B9-7361-7564-41FD-65964C6FB27E}"/>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 Task – Answer in Python</a:t>
            </a:r>
          </a:p>
        </p:txBody>
      </p:sp>
      <p:sp>
        <p:nvSpPr>
          <p:cNvPr id="3" name="TextBox 2">
            <a:extLst>
              <a:ext uri="{FF2B5EF4-FFF2-40B4-BE49-F238E27FC236}">
                <a16:creationId xmlns:a16="http://schemas.microsoft.com/office/drawing/2014/main" id="{9CB19BBA-295D-A063-3A8A-92917E99B61C}"/>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D434E4BF-9B47-9CE1-D6DB-A654F67F7B09}"/>
              </a:ext>
            </a:extLst>
          </p:cNvPr>
          <p:cNvPicPr>
            <a:picLocks noChangeAspect="1" noChangeArrowheads="1"/>
          </p:cNvPicPr>
          <p:nvPr/>
        </p:nvPicPr>
        <p:blipFill>
          <a:blip r:embed="R1425068e69f941b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CD2AFB86-88EE-5AE4-AABE-F418C916D6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DF8925B8-9245-16DA-36DA-5141CE3B973C}"/>
              </a:ext>
            </a:extLst>
          </p:cNvPr>
          <p:cNvSpPr txBox="1"/>
          <p:nvPr/>
        </p:nvSpPr>
        <p:spPr>
          <a:xfrm>
            <a:off x="250357" y="1213240"/>
            <a:ext cx="8504073" cy="520379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Convert the Same Program Using a Dynamic Array</a:t>
            </a:r>
          </a:p>
          <a:p>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 range(5):</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arr.append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 * 10)</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Memory Location Used</a:t>
            </a: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Static array (simulated list):</a:t>
            </a:r>
            <a:r>
              <a:rPr lang="en-US" sz="2400" dirty="0">
                <a:latin typeface="Times New Roman" panose="02020603050405020304" pitchFamily="18" charset="0"/>
                <a:cs typeface="Times New Roman" panose="02020603050405020304" pitchFamily="18" charset="0"/>
              </a:rPr>
              <a:t> Heap memory</a:t>
            </a:r>
          </a:p>
          <a:p>
            <a:pPr marL="342900" indent="-342900">
              <a:lnSpc>
                <a:spcPct val="15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Dynamic array (list):</a:t>
            </a:r>
            <a:r>
              <a:rPr lang="en-US" sz="2400" dirty="0">
                <a:latin typeface="Times New Roman" panose="02020603050405020304" pitchFamily="18" charset="0"/>
                <a:cs typeface="Times New Roman" panose="02020603050405020304" pitchFamily="18" charset="0"/>
              </a:rPr>
              <a:t> Heap memory</a:t>
            </a:r>
          </a:p>
          <a:p>
            <a:pPr>
              <a:lnSpc>
                <a:spcPct val="150000"/>
              </a:lnSpc>
            </a:pPr>
            <a:r>
              <a:rPr lang="en-US" sz="2400" i="1" dirty="0">
                <a:latin typeface="Times New Roman" panose="02020603050405020304" pitchFamily="18" charset="0"/>
                <a:cs typeface="Times New Roman" panose="02020603050405020304" pitchFamily="18" charset="0"/>
              </a:rPr>
              <a:t>Note:</a:t>
            </a:r>
            <a:r>
              <a:rPr lang="en-US" sz="2400" dirty="0">
                <a:latin typeface="Times New Roman" panose="02020603050405020304" pitchFamily="18" charset="0"/>
                <a:cs typeface="Times New Roman" panose="02020603050405020304" pitchFamily="18" charset="0"/>
              </a:rPr>
              <a:t> In Python, all lists are stored in heap memory</a:t>
            </a:r>
            <a:r>
              <a:rPr lang="en-US" sz="2400" dirty="0"/>
              <a:t>.</a:t>
            </a:r>
          </a:p>
        </p:txBody>
      </p:sp>
    </p:spTree>
    <p:extLst>
      <p:ext uri="{BB962C8B-B14F-4D97-AF65-F5344CB8AC3E}">
        <p14:creationId xmlns:p14="http://schemas.microsoft.com/office/powerpoint/2010/main" val="1989127411"/>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ABE6-61DD-D7EF-ED10-4484B8DFA57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DD3DDE8-A6FA-5D10-29C2-1151229941B5}"/>
              </a:ext>
            </a:extLst>
          </p:cNvPr>
          <p:cNvPicPr>
            <a:picLocks noGrp="1" noChangeAspect="1"/>
          </p:cNvPicPr>
          <p:nvPr>
            <p:ph idx="1"/>
          </p:nvPr>
        </p:nvPicPr>
        <p:blipFill>
          <a:blip r:embed="R6c261a30e689487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69CC3BD3-2860-AE71-22FC-A29D527FD39C}"/>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B6C5AB3-1FCA-D6A7-A1CE-4B28F3792E78}"/>
              </a:ext>
            </a:extLst>
          </p:cNvPr>
          <p:cNvPicPr>
            <a:picLocks noChangeAspect="1"/>
          </p:cNvPicPr>
          <p:nvPr/>
        </p:nvPicPr>
        <p:blipFill>
          <a:blip r:embed="Rdf9d04dfccd3464f" cstate="print">
            <a:extLst>
              <a:ext uri="{28A0092B-C50C-407E-A947-70E740481C1C}">
                <a14:useLocalDpi xmlns:a14="http://schemas.microsoft.com/office/drawing/2010/main" val="0"/>
              </a:ext>
            </a:extLst>
          </a:blip>
          <a:stretch>
            <a:fillRect/>
          </a:stretch>
        </p:blipFill>
        <p:spPr>
          <a:xfrm>
            <a:off x="6673725" y="6285996"/>
            <a:ext cx="2411760" cy="346691"/>
          </a:xfrm>
          <a:prstGeom prst="rect">
            <a:avLst/>
          </a:prstGeom>
        </p:spPr>
      </p:pic>
      <p:sp>
        <p:nvSpPr>
          <p:cNvPr id="6" name="TextBox 5">
            <a:extLst>
              <a:ext uri="{FF2B5EF4-FFF2-40B4-BE49-F238E27FC236}">
                <a16:creationId xmlns:a16="http://schemas.microsoft.com/office/drawing/2014/main" id="{CDA9FC22-62D9-C4A4-1699-2DD9C3E1E4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8AF2289-7274-B6DF-F977-2093141F4EE7}"/>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 Exercise – Answer in Python</a:t>
            </a:r>
          </a:p>
        </p:txBody>
      </p:sp>
      <p:sp>
        <p:nvSpPr>
          <p:cNvPr id="3" name="TextBox 2">
            <a:extLst>
              <a:ext uri="{FF2B5EF4-FFF2-40B4-BE49-F238E27FC236}">
                <a16:creationId xmlns:a16="http://schemas.microsoft.com/office/drawing/2014/main" id="{B1107644-FA4B-B2E1-4EC6-CAE54D76EF36}"/>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673BC7AE-C644-7DB5-371A-CED7C3BFE4DD}"/>
              </a:ext>
            </a:extLst>
          </p:cNvPr>
          <p:cNvPicPr>
            <a:picLocks noChangeAspect="1" noChangeArrowheads="1"/>
          </p:cNvPicPr>
          <p:nvPr/>
        </p:nvPicPr>
        <p:blipFill>
          <a:blip r:embed="R75660db306c8439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16C604F5-2CBB-493B-197D-7E83787F15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60A24EEF-3DFD-953D-347D-8A48F0B875A6}"/>
              </a:ext>
            </a:extLst>
          </p:cNvPr>
          <p:cNvSpPr txBox="1"/>
          <p:nvPr/>
        </p:nvSpPr>
        <p:spPr>
          <a:xfrm>
            <a:off x="250357" y="1087502"/>
            <a:ext cx="8567339" cy="5763116"/>
          </a:xfrm>
          <a:prstGeom prst="rect">
            <a:avLst/>
          </a:prstGeom>
          <a:noFill/>
        </p:spPr>
        <p:txBody>
          <a:bodyPr wrap="square">
            <a:spAutoFit/>
          </a:bodyPr>
          <a:lstStyle/>
          <a:p>
            <a:pPr>
              <a:spcBef>
                <a:spcPts val="200"/>
              </a:spcBef>
            </a:pPr>
            <a:r>
              <a:rPr lang="en-IN" sz="2400" b="1" dirty="0">
                <a:latin typeface="Times New Roman" panose="02020603050405020304" pitchFamily="18" charset="0"/>
                <a:cs typeface="Times New Roman" panose="02020603050405020304" pitchFamily="18" charset="0"/>
              </a:rPr>
              <a:t># Dynamic array with user input program in Python</a:t>
            </a:r>
          </a:p>
          <a:p>
            <a:pPr>
              <a:spcBef>
                <a:spcPts val="200"/>
              </a:spcBef>
            </a:pPr>
            <a:endParaRPr lang="en-IN" sz="2400" dirty="0">
              <a:latin typeface="Times New Roman" panose="02020603050405020304" pitchFamily="18" charset="0"/>
              <a:cs typeface="Times New Roman" panose="02020603050405020304" pitchFamily="18" charset="0"/>
            </a:endParaRPr>
          </a:p>
          <a:p>
            <a:pPr>
              <a:spcBef>
                <a:spcPts val="200"/>
              </a:spcBef>
            </a:pPr>
            <a:r>
              <a:rPr lang="en-IN" sz="2400" dirty="0">
                <a:latin typeface="Times New Roman" panose="02020603050405020304" pitchFamily="18" charset="0"/>
                <a:cs typeface="Times New Roman" panose="02020603050405020304" pitchFamily="18" charset="0"/>
              </a:rPr>
              <a:t>n = int(input("Enter the size of the array: "))</a:t>
            </a:r>
          </a:p>
          <a:p>
            <a:pPr>
              <a:spcBef>
                <a:spcPts val="200"/>
              </a:spcBef>
            </a:pP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 []</a:t>
            </a:r>
          </a:p>
          <a:p>
            <a:pPr>
              <a:spcBef>
                <a:spcPts val="200"/>
              </a:spcBef>
            </a:pPr>
            <a:endParaRPr lang="en-IN" sz="2400" dirty="0">
              <a:latin typeface="Times New Roman" panose="02020603050405020304" pitchFamily="18" charset="0"/>
              <a:cs typeface="Times New Roman" panose="02020603050405020304" pitchFamily="18" charset="0"/>
            </a:endParaRPr>
          </a:p>
          <a:p>
            <a:pPr>
              <a:spcBef>
                <a:spcPts val="200"/>
              </a:spcBef>
            </a:pPr>
            <a:r>
              <a:rPr lang="en-IN" sz="2400" b="1" dirty="0">
                <a:latin typeface="Times New Roman" panose="02020603050405020304" pitchFamily="18" charset="0"/>
                <a:cs typeface="Times New Roman" panose="02020603050405020304" pitchFamily="18" charset="0"/>
              </a:rPr>
              <a:t># Store elements</a:t>
            </a:r>
          </a:p>
          <a:p>
            <a:pPr>
              <a:spcBef>
                <a:spcPts val="200"/>
              </a:spcBef>
            </a:pPr>
            <a:r>
              <a:rPr lang="en-IN" sz="2400" dirty="0">
                <a:latin typeface="Times New Roman" panose="02020603050405020304" pitchFamily="18" charset="0"/>
                <a:cs typeface="Times New Roman" panose="02020603050405020304" pitchFamily="18" charset="0"/>
              </a:rPr>
              <a:t>for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in range(n):</a:t>
            </a:r>
          </a:p>
          <a:p>
            <a:pPr>
              <a:spcBef>
                <a:spcPts val="200"/>
              </a:spcBef>
            </a:pPr>
            <a:r>
              <a:rPr lang="en-IN" sz="2400" dirty="0">
                <a:latin typeface="Times New Roman" panose="02020603050405020304" pitchFamily="18" charset="0"/>
                <a:cs typeface="Times New Roman" panose="02020603050405020304" pitchFamily="18" charset="0"/>
              </a:rPr>
              <a:t>    element = int(input(</a:t>
            </a:r>
            <a:r>
              <a:rPr lang="en-IN" sz="2400" dirty="0" err="1">
                <a:latin typeface="Times New Roman" panose="02020603050405020304" pitchFamily="18" charset="0"/>
                <a:cs typeface="Times New Roman" panose="02020603050405020304" pitchFamily="18" charset="0"/>
              </a:rPr>
              <a:t>f"Enter</a:t>
            </a:r>
            <a:r>
              <a:rPr lang="en-IN" sz="2400" dirty="0">
                <a:latin typeface="Times New Roman" panose="02020603050405020304" pitchFamily="18" charset="0"/>
                <a:cs typeface="Times New Roman" panose="02020603050405020304" pitchFamily="18" charset="0"/>
              </a:rPr>
              <a:t> element {i+1}: "))</a:t>
            </a:r>
          </a:p>
          <a:p>
            <a:pPr>
              <a:spcBef>
                <a:spcPts val="200"/>
              </a:spcBef>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arr.append</a:t>
            </a:r>
            <a:r>
              <a:rPr lang="en-IN" sz="2400" dirty="0">
                <a:latin typeface="Times New Roman" panose="02020603050405020304" pitchFamily="18" charset="0"/>
                <a:cs typeface="Times New Roman" panose="02020603050405020304" pitchFamily="18" charset="0"/>
              </a:rPr>
              <a:t>(element)</a:t>
            </a:r>
          </a:p>
          <a:p>
            <a:pPr>
              <a:spcBef>
                <a:spcPts val="200"/>
              </a:spcBef>
            </a:pPr>
            <a:endParaRPr lang="en-IN" sz="2400" dirty="0">
              <a:latin typeface="Times New Roman" panose="02020603050405020304" pitchFamily="18" charset="0"/>
              <a:cs typeface="Times New Roman" panose="02020603050405020304" pitchFamily="18" charset="0"/>
            </a:endParaRPr>
          </a:p>
          <a:p>
            <a:pPr>
              <a:spcBef>
                <a:spcPts val="200"/>
              </a:spcBef>
            </a:pPr>
            <a:r>
              <a:rPr lang="en-IN" sz="2400" b="1" dirty="0">
                <a:latin typeface="Times New Roman" panose="02020603050405020304" pitchFamily="18" charset="0"/>
                <a:cs typeface="Times New Roman" panose="02020603050405020304" pitchFamily="18" charset="0"/>
              </a:rPr>
              <a:t># Display elements</a:t>
            </a:r>
          </a:p>
          <a:p>
            <a:pPr>
              <a:spcBef>
                <a:spcPts val="200"/>
              </a:spcBef>
            </a:pPr>
            <a:r>
              <a:rPr lang="en-IN" sz="2400" dirty="0">
                <a:latin typeface="Times New Roman" panose="02020603050405020304" pitchFamily="18" charset="0"/>
                <a:cs typeface="Times New Roman" panose="02020603050405020304" pitchFamily="18" charset="0"/>
              </a:rPr>
              <a:t>print("Array elements are:")</a:t>
            </a:r>
          </a:p>
          <a:p>
            <a:pPr>
              <a:spcBef>
                <a:spcPts val="200"/>
              </a:spcBef>
            </a:pPr>
            <a:r>
              <a:rPr lang="en-IN" sz="2400" dirty="0">
                <a:latin typeface="Times New Roman" panose="02020603050405020304" pitchFamily="18" charset="0"/>
                <a:cs typeface="Times New Roman" panose="02020603050405020304" pitchFamily="18" charset="0"/>
              </a:rPr>
              <a:t>for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in range(</a:t>
            </a:r>
            <a:r>
              <a:rPr lang="en-IN" sz="2400" dirty="0" err="1">
                <a:latin typeface="Times New Roman" panose="02020603050405020304" pitchFamily="18" charset="0"/>
                <a:cs typeface="Times New Roman" panose="02020603050405020304" pitchFamily="18" charset="0"/>
              </a:rPr>
              <a:t>len</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a:t>
            </a:r>
          </a:p>
          <a:p>
            <a:pPr>
              <a:spcBef>
                <a:spcPts val="200"/>
              </a:spcBef>
            </a:pPr>
            <a:r>
              <a:rPr lang="en-IN" sz="2400" dirty="0">
                <a:latin typeface="Times New Roman" panose="02020603050405020304" pitchFamily="18" charset="0"/>
                <a:cs typeface="Times New Roman" panose="02020603050405020304" pitchFamily="18" charset="0"/>
              </a:rPr>
              <a:t>    print(</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46402457"/>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2D315-F7D6-663B-895F-76D8EBCFF06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586A03-5999-5736-FF58-A569B19B2BB7}"/>
              </a:ext>
            </a:extLst>
          </p:cNvPr>
          <p:cNvPicPr>
            <a:picLocks noGrp="1" noChangeAspect="1"/>
          </p:cNvPicPr>
          <p:nvPr>
            <p:ph idx="1"/>
          </p:nvPr>
        </p:nvPicPr>
        <p:blipFill>
          <a:blip r:embed="R40cb95cc41254ded"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C6F782B-A508-00CD-7556-C6AE00142AA1}"/>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9C4ACED-9359-9020-0A7B-DD14B11BA0AF}"/>
              </a:ext>
            </a:extLst>
          </p:cNvPr>
          <p:cNvPicPr>
            <a:picLocks noChangeAspect="1"/>
          </p:cNvPicPr>
          <p:nvPr/>
        </p:nvPicPr>
        <p:blipFill>
          <a:blip r:embed="R754ef9cb57234b99"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E827D78-A348-5BB1-320C-CE48AD4BB96B}"/>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A77729F-C30B-D7C0-39EB-0D19A995A50B}"/>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Static Array Applications</a:t>
            </a:r>
          </a:p>
        </p:txBody>
      </p:sp>
      <p:sp>
        <p:nvSpPr>
          <p:cNvPr id="3" name="TextBox 2">
            <a:extLst>
              <a:ext uri="{FF2B5EF4-FFF2-40B4-BE49-F238E27FC236}">
                <a16:creationId xmlns:a16="http://schemas.microsoft.com/office/drawing/2014/main" id="{0D49CA0F-8136-A8A7-4CC7-745FC13DADF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2B947DE9-ACCB-164B-F0F1-E832F8303F48}"/>
              </a:ext>
            </a:extLst>
          </p:cNvPr>
          <p:cNvPicPr>
            <a:picLocks noChangeAspect="1" noChangeArrowheads="1"/>
          </p:cNvPicPr>
          <p:nvPr/>
        </p:nvPicPr>
        <p:blipFill>
          <a:blip r:embed="R6d52c182eb6e46ce">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8AD9BCD-C3AA-4ABD-5A66-6FCEDD9F30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ADA9D143-4180-EFF9-0C07-0501C817C07E}"/>
              </a:ext>
            </a:extLst>
          </p:cNvPr>
          <p:cNvSpPr txBox="1"/>
          <p:nvPr/>
        </p:nvSpPr>
        <p:spPr>
          <a:xfrm>
            <a:off x="250357" y="1579556"/>
            <a:ext cx="8436443" cy="3739485"/>
          </a:xfrm>
          <a:prstGeom prst="rect">
            <a:avLst/>
          </a:prstGeom>
          <a:noFill/>
        </p:spPr>
        <p:txBody>
          <a:bodyPr wrap="square">
            <a:spAutoFit/>
          </a:bodyPr>
          <a:lstStyle/>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to store fixed exam marks when the number of subjects is known.</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to represent days of the week or months of the year with a fixed size.</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game boards like chess or tic-tac-toe, where the board size is constant.</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embedded systems for fixed sensor readings due to limited memory.</a:t>
            </a:r>
          </a:p>
        </p:txBody>
      </p:sp>
    </p:spTree>
    <p:extLst>
      <p:ext uri="{BB962C8B-B14F-4D97-AF65-F5344CB8AC3E}">
        <p14:creationId xmlns:p14="http://schemas.microsoft.com/office/powerpoint/2010/main" val="3105773635"/>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78BA-1B30-BAC7-5441-E1060732C88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183F078-9293-CD2E-3CF5-4CFB8711BC15}"/>
              </a:ext>
            </a:extLst>
          </p:cNvPr>
          <p:cNvPicPr>
            <a:picLocks noGrp="1" noChangeAspect="1"/>
          </p:cNvPicPr>
          <p:nvPr>
            <p:ph idx="1"/>
          </p:nvPr>
        </p:nvPicPr>
        <p:blipFill>
          <a:blip r:embed="R2bbee8e5cd2146de"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5999CCB8-2543-1DC7-850D-6C172DD9AD87}"/>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0115D17-3539-0974-4EDD-301F9B856EF1}"/>
              </a:ext>
            </a:extLst>
          </p:cNvPr>
          <p:cNvPicPr>
            <a:picLocks noChangeAspect="1"/>
          </p:cNvPicPr>
          <p:nvPr/>
        </p:nvPicPr>
        <p:blipFill>
          <a:blip r:embed="Re4537fb437e8423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004F29E-C470-317E-50DE-113AAD85461B}"/>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565EB48-6A24-074D-8B3E-655A58C3A6B6}"/>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Dynamic Array Applications</a:t>
            </a:r>
          </a:p>
        </p:txBody>
      </p:sp>
      <p:sp>
        <p:nvSpPr>
          <p:cNvPr id="3" name="TextBox 2">
            <a:extLst>
              <a:ext uri="{FF2B5EF4-FFF2-40B4-BE49-F238E27FC236}">
                <a16:creationId xmlns:a16="http://schemas.microsoft.com/office/drawing/2014/main" id="{82018773-90EF-11CF-3ECF-F79F162D4C7C}"/>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795A4C07-3775-6D02-0286-76E733E7013F}"/>
              </a:ext>
            </a:extLst>
          </p:cNvPr>
          <p:cNvPicPr>
            <a:picLocks noChangeAspect="1" noChangeArrowheads="1"/>
          </p:cNvPicPr>
          <p:nvPr/>
        </p:nvPicPr>
        <p:blipFill>
          <a:blip r:embed="Rdf0dbf1ff03f4e4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5AF19F8A-3C36-528F-1317-491088E338D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B9A8AEBE-CCB6-AEA7-F4E7-A60C7D52B28E}"/>
              </a:ext>
            </a:extLst>
          </p:cNvPr>
          <p:cNvSpPr txBox="1"/>
          <p:nvPr/>
        </p:nvSpPr>
        <p:spPr>
          <a:xfrm>
            <a:off x="250357" y="1614899"/>
            <a:ext cx="8567339" cy="3370153"/>
          </a:xfrm>
          <a:prstGeom prst="rect">
            <a:avLst/>
          </a:prstGeom>
          <a:noFill/>
        </p:spPr>
        <p:txBody>
          <a:bodyPr wrap="square">
            <a:spAutoFit/>
          </a:bodyPr>
          <a:lstStyle/>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shopping carts where items can be added or removed dynamically.</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social media feeds where posts load and grow at runtime.</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student registration systems where the number of students is not fixed.</a:t>
            </a:r>
          </a:p>
          <a:p>
            <a:pPr marL="342900" indent="-342900" algn="just">
              <a:spcBef>
                <a:spcPts val="12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image and video processing where data size varies dynamically.</a:t>
            </a:r>
          </a:p>
        </p:txBody>
      </p:sp>
    </p:spTree>
    <p:extLst>
      <p:ext uri="{BB962C8B-B14F-4D97-AF65-F5344CB8AC3E}">
        <p14:creationId xmlns:p14="http://schemas.microsoft.com/office/powerpoint/2010/main" val="3886025970"/>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4A5F-18D4-4D6E-64F4-9174126A757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BDDB06-4B6E-4707-1E17-AAE8BFCF4083}"/>
              </a:ext>
            </a:extLst>
          </p:cNvPr>
          <p:cNvPicPr>
            <a:picLocks noGrp="1" noChangeAspect="1"/>
          </p:cNvPicPr>
          <p:nvPr>
            <p:ph idx="1"/>
          </p:nvPr>
        </p:nvPicPr>
        <p:blipFill>
          <a:blip r:embed="R2b4b783aef874d3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EF6197-3238-08C9-B26C-DB30D7D65F43}"/>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344C319-238E-5A65-3F7E-593393C1974A}"/>
              </a:ext>
            </a:extLst>
          </p:cNvPr>
          <p:cNvPicPr>
            <a:picLocks noChangeAspect="1"/>
          </p:cNvPicPr>
          <p:nvPr/>
        </p:nvPicPr>
        <p:blipFill>
          <a:blip r:embed="R0c036249495c4ed0"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C6FAB2C-6B04-D9C7-C35F-2BCAD3D9C65A}"/>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24D8156-DA4B-BB1C-9496-FC99853F1DEF}"/>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a:t>
            </a:r>
          </a:p>
        </p:txBody>
      </p:sp>
      <p:sp>
        <p:nvSpPr>
          <p:cNvPr id="3" name="TextBox 2">
            <a:extLst>
              <a:ext uri="{FF2B5EF4-FFF2-40B4-BE49-F238E27FC236}">
                <a16:creationId xmlns:a16="http://schemas.microsoft.com/office/drawing/2014/main" id="{3DCC61E0-6318-2865-A850-DCAA5ACF48FE}"/>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3A715DB1-87CD-88B2-807A-5931C67A56F4}"/>
              </a:ext>
            </a:extLst>
          </p:cNvPr>
          <p:cNvPicPr>
            <a:picLocks noChangeAspect="1" noChangeArrowheads="1"/>
          </p:cNvPicPr>
          <p:nvPr/>
        </p:nvPicPr>
        <p:blipFill>
          <a:blip r:embed="Rea279ecaa7704160">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1A858CE0-C15F-AB9B-F784-3C1227766E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38FCCBC8-63DE-671F-2BE9-9F6EDF20EAEA}"/>
              </a:ext>
            </a:extLst>
          </p:cNvPr>
          <p:cNvSpPr txBox="1"/>
          <p:nvPr/>
        </p:nvSpPr>
        <p:spPr>
          <a:xfrm>
            <a:off x="253130" y="1446123"/>
            <a:ext cx="8567339" cy="2241960"/>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Static arrays are simple but rigid</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Dynamic arrays are flexible but complex</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Memory management is crucial in dynamic arrays</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Choose wisely based on data size predictability</a:t>
            </a:r>
          </a:p>
        </p:txBody>
      </p:sp>
    </p:spTree>
    <p:extLst>
      <p:ext uri="{BB962C8B-B14F-4D97-AF65-F5344CB8AC3E}">
        <p14:creationId xmlns:p14="http://schemas.microsoft.com/office/powerpoint/2010/main" val="400345405"/>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CC110-25BD-1973-5F16-984E4EC0B94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463387F-FD4C-A9C0-96EA-069511EC58BE}"/>
              </a:ext>
            </a:extLst>
          </p:cNvPr>
          <p:cNvPicPr>
            <a:picLocks noGrp="1" noChangeAspect="1"/>
          </p:cNvPicPr>
          <p:nvPr>
            <p:ph idx="1"/>
          </p:nvPr>
        </p:nvPicPr>
        <p:blipFill>
          <a:blip r:embed="R3400cd128e824a5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7E2EF80-054F-7C52-77EF-85A09CD0D6B6}"/>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1E56364-2BF2-0AD5-3DA7-E415765C0341}"/>
              </a:ext>
            </a:extLst>
          </p:cNvPr>
          <p:cNvPicPr>
            <a:picLocks noChangeAspect="1"/>
          </p:cNvPicPr>
          <p:nvPr/>
        </p:nvPicPr>
        <p:blipFill>
          <a:blip r:embed="Rd7e7aa29cd36466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DEA4295-0B98-9639-573A-714FC197F2B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63661104-488E-F9A4-1625-E34FE44C44E9}"/>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B738E410-6E40-3CAE-62E0-F92D0EAA6ED4}"/>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A0AD26EA-757C-16DD-C283-4305EFB72A58}"/>
              </a:ext>
            </a:extLst>
          </p:cNvPr>
          <p:cNvPicPr>
            <a:picLocks noChangeAspect="1" noChangeArrowheads="1"/>
          </p:cNvPicPr>
          <p:nvPr/>
        </p:nvPicPr>
        <p:blipFill>
          <a:blip r:embed="Rf59282ebd0bd408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06201207-2041-78B4-425D-85EA03BBE5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84A96709-FC82-6991-F688-CE05188B0838}"/>
              </a:ext>
            </a:extLst>
          </p:cNvPr>
          <p:cNvSpPr txBox="1"/>
          <p:nvPr/>
        </p:nvSpPr>
        <p:spPr>
          <a:xfrm>
            <a:off x="253130" y="1446123"/>
            <a:ext cx="8567339" cy="224196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Which memory is used by dynamic arrays?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Which array type is faster?</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should static arrays be preferred?</a:t>
            </a:r>
          </a:p>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211742"/>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722FC-57FC-421E-1C2C-9EDE19E1363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2C08F76-3EE1-1770-B1B1-747540C9A35F}"/>
              </a:ext>
            </a:extLst>
          </p:cNvPr>
          <p:cNvPicPr>
            <a:picLocks noGrp="1" noChangeAspect="1"/>
          </p:cNvPicPr>
          <p:nvPr>
            <p:ph idx="1"/>
          </p:nvPr>
        </p:nvPicPr>
        <p:blipFill>
          <a:blip r:embed="Rc959d4fdbc0c4d71"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35DA8DB-F28E-20C9-99A7-0A7C94E0F59F}"/>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4CFD752-12FA-21CF-295E-A1803136F5F0}"/>
              </a:ext>
            </a:extLst>
          </p:cNvPr>
          <p:cNvPicPr>
            <a:picLocks noChangeAspect="1"/>
          </p:cNvPicPr>
          <p:nvPr/>
        </p:nvPicPr>
        <p:blipFill>
          <a:blip r:embed="Rfdd6bfd4ae3d434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3035F19-E6B5-4EF8-AE4F-E6EF2AB7762F}"/>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5569D09-E0B0-FB2E-1683-A359BD9EF437}"/>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Quiz (Answers)</a:t>
            </a:r>
          </a:p>
        </p:txBody>
      </p:sp>
      <p:sp>
        <p:nvSpPr>
          <p:cNvPr id="3" name="TextBox 2">
            <a:extLst>
              <a:ext uri="{FF2B5EF4-FFF2-40B4-BE49-F238E27FC236}">
                <a16:creationId xmlns:a16="http://schemas.microsoft.com/office/drawing/2014/main" id="{A55507A1-B1B7-26AC-F2F1-12A35F3CC013}"/>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DF557FA2-E4B5-DC2C-16AB-6CBA6B323C4C}"/>
              </a:ext>
            </a:extLst>
          </p:cNvPr>
          <p:cNvPicPr>
            <a:picLocks noChangeAspect="1" noChangeArrowheads="1"/>
          </p:cNvPicPr>
          <p:nvPr/>
        </p:nvPicPr>
        <p:blipFill>
          <a:blip r:embed="R6c0f1943ac9342d9">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1FF7FE9D-8EBD-D559-5EBE-7B17D58E61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46C953B4-EB46-D9D0-46D7-1A83A7BF1495}"/>
              </a:ext>
            </a:extLst>
          </p:cNvPr>
          <p:cNvSpPr txBox="1"/>
          <p:nvPr/>
        </p:nvSpPr>
        <p:spPr>
          <a:xfrm>
            <a:off x="253130" y="1446123"/>
            <a:ext cx="8567339" cy="4457952"/>
          </a:xfrm>
          <a:prstGeom prst="rect">
            <a:avLst/>
          </a:prstGeom>
          <a:noFill/>
        </p:spPr>
        <p:txBody>
          <a:bodyPr wrap="square">
            <a:spAutoFit/>
          </a:bodyPr>
          <a:lstStyle/>
          <a:p>
            <a:pPr marL="357188" lvl="0" indent="-357188" algn="just"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Which memory is used by dynamic arrays?</a:t>
            </a:r>
          </a:p>
          <a:p>
            <a:pPr marL="271463" lvl="0" indent="17145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Dynamic arrays use heap memory.</a:t>
            </a:r>
          </a:p>
          <a:p>
            <a:pPr marL="357188" lvl="0" indent="-357188" algn="just"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Which array type is faster?</a:t>
            </a:r>
          </a:p>
          <a:p>
            <a:pPr marL="357188"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Static arrays are faster due to fixed size and compile-time memory allocation.</a:t>
            </a:r>
          </a:p>
          <a:p>
            <a:pPr marL="357188" lvl="0" indent="-357188" algn="just"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When should static arrays be preferred?</a:t>
            </a:r>
          </a:p>
          <a:p>
            <a:pPr marL="357188"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Static arrays should be preferred when the data size is fixed and known in advance.</a:t>
            </a:r>
          </a:p>
        </p:txBody>
      </p:sp>
    </p:spTree>
    <p:extLst>
      <p:ext uri="{BB962C8B-B14F-4D97-AF65-F5344CB8AC3E}">
        <p14:creationId xmlns:p14="http://schemas.microsoft.com/office/powerpoint/2010/main" val="1754349601"/>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FE65-4B47-4868-56CB-A2442A4C672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3C810BA-2E9E-2401-27A2-CBD611F29F4A}"/>
              </a:ext>
            </a:extLst>
          </p:cNvPr>
          <p:cNvPicPr>
            <a:picLocks noGrp="1" noChangeAspect="1"/>
          </p:cNvPicPr>
          <p:nvPr>
            <p:ph idx="1"/>
          </p:nvPr>
        </p:nvPicPr>
        <p:blipFill>
          <a:blip r:embed="R607a9b09584b4ecb"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77AFFB51-7819-1608-D179-22BDBB7227B6}"/>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BFF22BF-91EC-1530-3A1E-91D6FBEB7141}"/>
              </a:ext>
            </a:extLst>
          </p:cNvPr>
          <p:cNvPicPr>
            <a:picLocks noChangeAspect="1"/>
          </p:cNvPicPr>
          <p:nvPr/>
        </p:nvPicPr>
        <p:blipFill>
          <a:blip r:embed="R3e5cd052a7f34a2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D784711-69EB-AD50-0D12-4A9D5450D2B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8B4A7106-9C65-26F9-D7ED-789F262EE335}"/>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56A93387-DC20-4F50-FCC4-5F55DDE6E7FC}"/>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94B864CD-F5A0-A5C9-62EB-253108705158}"/>
              </a:ext>
            </a:extLst>
          </p:cNvPr>
          <p:cNvPicPr>
            <a:picLocks noChangeAspect="1" noChangeArrowheads="1"/>
          </p:cNvPicPr>
          <p:nvPr/>
        </p:nvPicPr>
        <p:blipFill>
          <a:blip r:embed="R12862fc7457a453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E7D3049-0D78-42FD-5E0D-5B93B90701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47E61D38-24A7-448E-BFB9-F2391C3F7B5E}"/>
              </a:ext>
            </a:extLst>
          </p:cNvPr>
          <p:cNvSpPr txBox="1"/>
          <p:nvPr/>
        </p:nvSpPr>
        <p:spPr>
          <a:xfrm>
            <a:off x="250357" y="1383498"/>
            <a:ext cx="8567339" cy="4585871"/>
          </a:xfrm>
          <a:prstGeom prst="rect">
            <a:avLst/>
          </a:prstGeom>
          <a:noFill/>
        </p:spPr>
        <p:txBody>
          <a:bodyPr wrap="square">
            <a:spAutoFit/>
          </a:bodyPr>
          <a:lstStyle/>
          <a:p>
            <a:pPr>
              <a:spcBef>
                <a:spcPts val="1200"/>
              </a:spcBef>
              <a:spcAft>
                <a:spcPts val="1200"/>
              </a:spcAft>
            </a:pPr>
            <a:r>
              <a:rPr lang="en-US" sz="2400" b="1" dirty="0">
                <a:latin typeface="Times New Roman" panose="02020603050405020304" pitchFamily="18" charset="0"/>
                <a:cs typeface="Times New Roman" panose="02020603050405020304" pitchFamily="18" charset="0"/>
              </a:rPr>
              <a:t>Fill in the Blanks</a:t>
            </a:r>
          </a:p>
          <a:p>
            <a:pPr marL="457200" indent="-457200" algn="just">
              <a:spcBef>
                <a:spcPts val="1200"/>
              </a:spcBef>
              <a:spcAft>
                <a:spcPts val="1200"/>
              </a:spcAft>
              <a:buFont typeface="+mj-lt"/>
              <a:buAutoNum type="arabicPeriod"/>
            </a:pPr>
            <a:r>
              <a:rPr lang="en-US" sz="2400" dirty="0">
                <a:latin typeface="Times New Roman" panose="02020603050405020304" pitchFamily="18" charset="0"/>
                <a:cs typeface="Times New Roman" panose="02020603050405020304" pitchFamily="18" charset="0"/>
              </a:rPr>
              <a:t>The memory used by static arrays is ________.</a:t>
            </a:r>
          </a:p>
          <a:p>
            <a:pPr marL="457200" indent="-457200" algn="just">
              <a:spcBef>
                <a:spcPts val="1200"/>
              </a:spcBef>
              <a:spcAft>
                <a:spcPts val="1200"/>
              </a:spcAft>
              <a:buFont typeface="+mj-lt"/>
              <a:buAutoNum type="arabicPeriod"/>
            </a:pPr>
            <a:r>
              <a:rPr lang="en-US" sz="2400" dirty="0">
                <a:latin typeface="Times New Roman" panose="02020603050405020304" pitchFamily="18" charset="0"/>
                <a:cs typeface="Times New Roman" panose="02020603050405020304" pitchFamily="18" charset="0"/>
              </a:rPr>
              <a:t>The Python data structure that behaves as a dynamic array is ________.</a:t>
            </a:r>
          </a:p>
          <a:p>
            <a:pPr marL="457200" indent="-457200" algn="just">
              <a:spcBef>
                <a:spcPts val="1200"/>
              </a:spcBef>
              <a:spcAft>
                <a:spcPts val="1200"/>
              </a:spcAft>
              <a:buFont typeface="+mj-lt"/>
              <a:buAutoNum type="arabicPeriod"/>
            </a:pPr>
            <a:r>
              <a:rPr lang="en-US" sz="2400" dirty="0">
                <a:latin typeface="Times New Roman" panose="02020603050405020304" pitchFamily="18" charset="0"/>
                <a:cs typeface="Times New Roman" panose="02020603050405020304" pitchFamily="18" charset="0"/>
              </a:rPr>
              <a:t>Dynamic arrays are stored in ________ memory.</a:t>
            </a:r>
          </a:p>
          <a:p>
            <a:pPr marL="457200" indent="-457200" algn="just">
              <a:spcBef>
                <a:spcPts val="1200"/>
              </a:spcBef>
              <a:spcAft>
                <a:spcPts val="1200"/>
              </a:spcAft>
              <a:buFont typeface="+mj-lt"/>
              <a:buAutoNum type="arabicPeriod"/>
            </a:pPr>
            <a:r>
              <a:rPr lang="en-US" sz="2400" dirty="0">
                <a:latin typeface="Times New Roman" panose="02020603050405020304" pitchFamily="18" charset="0"/>
                <a:cs typeface="Times New Roman" panose="02020603050405020304" pitchFamily="18" charset="0"/>
              </a:rPr>
              <a:t>Static arrays have a ________ size decided before execution.</a:t>
            </a:r>
          </a:p>
          <a:p>
            <a:pPr marL="457200" indent="-457200" algn="just">
              <a:spcBef>
                <a:spcPts val="1200"/>
              </a:spcBef>
              <a:spcAft>
                <a:spcPts val="1200"/>
              </a:spcAft>
              <a:buFont typeface="+mj-lt"/>
              <a:buAutoNum type="arabicPeriod"/>
            </a:pPr>
            <a:r>
              <a:rPr lang="en-US" sz="2400" dirty="0">
                <a:latin typeface="Times New Roman" panose="02020603050405020304" pitchFamily="18" charset="0"/>
                <a:cs typeface="Times New Roman" panose="02020603050405020304" pitchFamily="18" charset="0"/>
              </a:rPr>
              <a:t>The append() method is used to add elements in a ________ array in Python.</a:t>
            </a:r>
          </a:p>
        </p:txBody>
      </p:sp>
    </p:spTree>
    <p:extLst>
      <p:ext uri="{BB962C8B-B14F-4D97-AF65-F5344CB8AC3E}">
        <p14:creationId xmlns:p14="http://schemas.microsoft.com/office/powerpoint/2010/main" val="187689652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D3995-908D-6973-0A03-0662FF8A3E4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30FE56B-46FA-256D-6E8E-B0E2E9A108CE}"/>
              </a:ext>
            </a:extLst>
          </p:cNvPr>
          <p:cNvPicPr>
            <a:picLocks noGrp="1" noChangeAspect="1"/>
          </p:cNvPicPr>
          <p:nvPr>
            <p:ph idx="1"/>
          </p:nvPr>
        </p:nvPicPr>
        <p:blipFill>
          <a:blip r:embed="Rda7a729c15aa4fc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756BFC9-EFE8-4496-A730-EC98CF822D42}"/>
              </a:ext>
            </a:extLst>
          </p:cNvPr>
          <p:cNvCxnSpPr/>
          <p:nvPr/>
        </p:nvCxnSpPr>
        <p:spPr>
          <a:xfrm>
            <a:off x="-28617"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3E55FC3-7303-5556-9D8B-CDF38BC251EB}"/>
              </a:ext>
            </a:extLst>
          </p:cNvPr>
          <p:cNvPicPr>
            <a:picLocks noChangeAspect="1"/>
          </p:cNvPicPr>
          <p:nvPr/>
        </p:nvPicPr>
        <p:blipFill>
          <a:blip r:embed="Rced20a9e1911459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B8EB1D0-0B25-94E6-829A-236EEDB7A7ED}"/>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96376EF-4CD4-FE3D-D4D6-59235FA29992}"/>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Quiz (Answers)</a:t>
            </a:r>
          </a:p>
        </p:txBody>
      </p:sp>
      <p:sp>
        <p:nvSpPr>
          <p:cNvPr id="3" name="TextBox 2">
            <a:extLst>
              <a:ext uri="{FF2B5EF4-FFF2-40B4-BE49-F238E27FC236}">
                <a16:creationId xmlns:a16="http://schemas.microsoft.com/office/drawing/2014/main" id="{D1C33A12-71A3-9798-077E-C965CC025F89}"/>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a:extLst>
              <a:ext uri="{FF2B5EF4-FFF2-40B4-BE49-F238E27FC236}">
                <a16:creationId xmlns:a16="http://schemas.microsoft.com/office/drawing/2014/main" id="{8E097993-35DF-317B-A8CF-3E7882E6D1C6}"/>
              </a:ext>
            </a:extLst>
          </p:cNvPr>
          <p:cNvPicPr>
            <a:picLocks noChangeAspect="1" noChangeArrowheads="1"/>
          </p:cNvPicPr>
          <p:nvPr/>
        </p:nvPicPr>
        <p:blipFill>
          <a:blip r:embed="Rc2af7a580a704fb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3E84FC3-0A26-05F8-1761-AF7C7E46AA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0F18C355-D3EC-3EDB-6AD2-EF62D7AD38F1}"/>
              </a:ext>
            </a:extLst>
          </p:cNvPr>
          <p:cNvSpPr txBox="1"/>
          <p:nvPr/>
        </p:nvSpPr>
        <p:spPr>
          <a:xfrm>
            <a:off x="250357" y="1567580"/>
            <a:ext cx="8567339" cy="2862322"/>
          </a:xfrm>
          <a:prstGeom prst="rect">
            <a:avLst/>
          </a:prstGeom>
          <a:noFill/>
        </p:spPr>
        <p:txBody>
          <a:bodyPr wrap="square">
            <a:spAutoFit/>
          </a:bodyPr>
          <a:lstStyle/>
          <a:p>
            <a:pPr marL="457200" indent="-457200">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Stack</a:t>
            </a:r>
          </a:p>
          <a:p>
            <a:pPr marL="457200" indent="-457200">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List</a:t>
            </a:r>
          </a:p>
          <a:p>
            <a:pPr marL="457200" indent="-457200">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Heap</a:t>
            </a:r>
          </a:p>
          <a:p>
            <a:pPr marL="457200" indent="-457200">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Fixed</a:t>
            </a:r>
          </a:p>
          <a:p>
            <a:pPr marL="457200" indent="-457200">
              <a:spcBef>
                <a:spcPts val="12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Dynamic</a:t>
            </a:r>
          </a:p>
        </p:txBody>
      </p:sp>
    </p:spTree>
    <p:extLst>
      <p:ext uri="{BB962C8B-B14F-4D97-AF65-F5344CB8AC3E}">
        <p14:creationId xmlns:p14="http://schemas.microsoft.com/office/powerpoint/2010/main" val="3760829370"/>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d9e6ea59da6e42c1"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3309c0fcdd2240e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262979"/>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71463" lvl="0" indent="-271463" eaLnBrk="0" fontAlgn="base" hangingPunct="0">
              <a:spcBef>
                <a:spcPct val="0"/>
              </a:spcBef>
              <a:spcAft>
                <a:spcPct val="0"/>
              </a:spcAft>
              <a:buFontTx/>
              <a:buChar char="•"/>
            </a:pPr>
            <a:r>
              <a:rPr lang="en-US" altLang="en-US" b="1" dirty="0" err="1">
                <a:latin typeface="Times New Roman" panose="02020603050405020304" pitchFamily="18" charset="0"/>
                <a:cs typeface="Times New Roman" panose="02020603050405020304" pitchFamily="18" charset="0"/>
              </a:rPr>
              <a:t>GeeksforGeeks</a:t>
            </a:r>
            <a:r>
              <a:rPr lang="en-US" altLang="en-US" dirty="0">
                <a:latin typeface="Times New Roman" panose="02020603050405020304" pitchFamily="18" charset="0"/>
                <a:cs typeface="Times New Roman" panose="02020603050405020304" pitchFamily="18" charset="0"/>
              </a:rPr>
              <a:t> – Arrays in Data Structures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hlinkClick r:id="rcIdd35e46d92c0e4945"/>
              </a:rPr>
              <a:t>https://www.geeksforgeeks.org/array-data-structure/</a:t>
            </a:r>
            <a:endParaRPr lang="en-US" altLang="en-US" dirty="0">
              <a:latin typeface="Times New Roman" panose="02020603050405020304" pitchFamily="18" charset="0"/>
              <a:cs typeface="Times New Roman" panose="02020603050405020304" pitchFamily="18" charset="0"/>
            </a:endParaRPr>
          </a:p>
          <a:p>
            <a:pPr marL="271463" lvl="0" indent="-271463" eaLnBrk="0" fontAlgn="base" hangingPunct="0">
              <a:spcBef>
                <a:spcPct val="0"/>
              </a:spcBef>
              <a:spcAft>
                <a:spcPct val="0"/>
              </a:spcAft>
              <a:buFontTx/>
              <a:buChar char="•"/>
            </a:pPr>
            <a:r>
              <a:rPr lang="en-US" altLang="en-US" b="1" dirty="0" err="1">
                <a:latin typeface="Times New Roman" panose="02020603050405020304" pitchFamily="18" charset="0"/>
                <a:cs typeface="Times New Roman" panose="02020603050405020304" pitchFamily="18" charset="0"/>
              </a:rPr>
              <a:t>TutorialsPoint</a:t>
            </a:r>
            <a:r>
              <a:rPr lang="en-US" altLang="en-US" dirty="0">
                <a:latin typeface="Times New Roman" panose="02020603050405020304" pitchFamily="18" charset="0"/>
                <a:cs typeface="Times New Roman" panose="02020603050405020304" pitchFamily="18" charset="0"/>
              </a:rPr>
              <a:t> – Data Structures: Arrays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hlinkClick r:id="rcId2da5a206a7a046f0"/>
              </a:rPr>
              <a:t>https://www.tutorialspoint.com/data_structures_algorithms/array_data_structure.htm</a:t>
            </a:r>
            <a:endParaRPr lang="en-US" altLang="en-US" dirty="0">
              <a:latin typeface="Times New Roman" panose="02020603050405020304" pitchFamily="18" charset="0"/>
              <a:cs typeface="Times New Roman" panose="02020603050405020304" pitchFamily="18" charset="0"/>
            </a:endParaRPr>
          </a:p>
          <a:p>
            <a:pPr marL="271463" lvl="0" indent="-271463"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MIT </a:t>
            </a:r>
            <a:r>
              <a:rPr lang="en-US" altLang="en-US" b="1" dirty="0" err="1">
                <a:latin typeface="Times New Roman" panose="02020603050405020304" pitchFamily="18" charset="0"/>
                <a:cs typeface="Times New Roman" panose="02020603050405020304" pitchFamily="18" charset="0"/>
              </a:rPr>
              <a:t>OpenCourseWare</a:t>
            </a:r>
            <a:r>
              <a:rPr lang="en-US" altLang="en-US" dirty="0">
                <a:latin typeface="Times New Roman" panose="02020603050405020304" pitchFamily="18" charset="0"/>
                <a:cs typeface="Times New Roman" panose="02020603050405020304" pitchFamily="18" charset="0"/>
              </a:rPr>
              <a:t> – Introduction to Algorithms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hlinkClick r:id="rcIdb98122c404474a7d"/>
              </a:rPr>
              <a:t>https://ocw.mit.edu</a:t>
            </a:r>
            <a:endParaRPr lang="en-US" altLang="en-US" dirty="0">
              <a:latin typeface="Times New Roman" panose="02020603050405020304" pitchFamily="18" charset="0"/>
              <a:cs typeface="Times New Roman" panose="02020603050405020304" pitchFamily="18" charset="0"/>
            </a:endParaRPr>
          </a:p>
          <a:p>
            <a:pPr marL="271463" lvl="0" indent="-271463" eaLnBrk="0" fontAlgn="base" hangingPunct="0">
              <a:spcBef>
                <a:spcPct val="0"/>
              </a:spcBef>
              <a:spcAft>
                <a:spcPct val="0"/>
              </a:spcAft>
              <a:buFontTx/>
              <a:buChar char="•"/>
            </a:pPr>
            <a:r>
              <a:rPr lang="en-US" altLang="en-US" b="1" dirty="0" err="1">
                <a:latin typeface="Times New Roman" panose="02020603050405020304" pitchFamily="18" charset="0"/>
                <a:cs typeface="Times New Roman" panose="02020603050405020304" pitchFamily="18" charset="0"/>
              </a:rPr>
              <a:t>Programiz</a:t>
            </a:r>
            <a:r>
              <a:rPr lang="en-US" altLang="en-US" dirty="0">
                <a:latin typeface="Times New Roman" panose="02020603050405020304" pitchFamily="18" charset="0"/>
                <a:cs typeface="Times New Roman" panose="02020603050405020304" pitchFamily="18" charset="0"/>
              </a:rPr>
              <a:t> – Python Lists (Dynamic Arrays)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hlinkClick r:id="rcId6be7e43994f74ca3"/>
              </a:rPr>
              <a:t>https://www.programiz.com/python-programming/list</a:t>
            </a:r>
            <a:endParaRPr lang="en-US" altLang="en-US"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40</a:t>
            </a:fld>
            <a:endParaRPr lang="en-IN"/>
          </a:p>
        </p:txBody>
      </p:sp>
    </p:spTree>
    <p:extLst>
      <p:ext uri="{BB962C8B-B14F-4D97-AF65-F5344CB8AC3E}">
        <p14:creationId xmlns:p14="http://schemas.microsoft.com/office/powerpoint/2010/main" val="2832830457"/>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e1066ac33a5d4fbe"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0548d41e7e06461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41</a:t>
            </a:fld>
            <a:endParaRPr lang="en-IN"/>
          </a:p>
        </p:txBody>
      </p:sp>
    </p:spTree>
    <p:extLst>
      <p:ext uri="{BB962C8B-B14F-4D97-AF65-F5344CB8AC3E}">
        <p14:creationId xmlns:p14="http://schemas.microsoft.com/office/powerpoint/2010/main" val="3858198192"/>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d9d008d90b2343aa"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ada2d98bc4f44bee"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f49264b09974df4"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971600" y="321158"/>
            <a:ext cx="69878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Unit-2 Linear Data Structures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15f835d39a744d8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rgbClr val="FFFF00"/>
          </a:solidFill>
        </p:spPr>
        <p:txBody>
          <a:bodyPr wrap="square" rtlCol="0">
            <a:spAutoFit/>
          </a:bodyPr>
          <a:lstStyle/>
          <a:p>
            <a:r>
              <a:rPr lang="en-US" sz="2400" b="1" dirty="0"/>
              <a:t>SESSION 11	Arrays – 1D &amp; 2D</a:t>
            </a:r>
            <a:r>
              <a:rPr lang="en-US" sz="2400" b="1" dirty="0">
                <a:highlight>
                  <a:srgbClr val="FFFF00"/>
                </a:highlight>
              </a:rPr>
              <a:t>	</a:t>
            </a:r>
            <a:endParaRPr lang="en-IN" sz="2400" b="1" dirty="0">
              <a:highlight>
                <a:srgbClr val="FFFF00"/>
              </a:highlight>
            </a:endParaRPr>
          </a:p>
        </p:txBody>
      </p:sp>
      <p:sp>
        <p:nvSpPr>
          <p:cNvPr id="10" name="Slide Number Placeholder 9"/>
          <p:cNvSpPr>
            <a:spLocks noGrp="1"/>
          </p:cNvSpPr>
          <p:nvPr>
            <p:ph type="sldNum" sz="quarter" idx="12"/>
          </p:nvPr>
        </p:nvSpPr>
        <p:spPr/>
        <p:txBody>
          <a:bodyPr/>
          <a:lstStyle/>
          <a:p>
            <a:fld id="{C421C46D-3F04-4F73-BF36-E6D9DA5AE143}" type="slidenum">
              <a:rPr lang="en-IN"/>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t>SESSION 12	Static &amp; Dynamic Arrays	</a:t>
            </a:r>
            <a:endParaRPr lang="en-IN" sz="2400" b="1" dirty="0"/>
          </a:p>
        </p:txBody>
      </p:sp>
      <p:sp>
        <p:nvSpPr>
          <p:cNvPr id="12" name="TextBox 11"/>
          <p:cNvSpPr txBox="1"/>
          <p:nvPr/>
        </p:nvSpPr>
        <p:spPr>
          <a:xfrm>
            <a:off x="403243" y="2249884"/>
            <a:ext cx="8352928" cy="461665"/>
          </a:xfrm>
          <a:prstGeom prst="rect">
            <a:avLst/>
          </a:prstGeom>
          <a:noFill/>
        </p:spPr>
        <p:txBody>
          <a:bodyPr wrap="square" rtlCol="0">
            <a:spAutoFit/>
          </a:bodyPr>
          <a:lstStyle/>
          <a:p>
            <a:r>
              <a:rPr lang="en-US" sz="2400" b="1" dirty="0"/>
              <a:t>SESSION 13	Linked Lists Types	</a:t>
            </a:r>
            <a:endParaRPr lang="en-IN" sz="2400" b="1" dirty="0"/>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t>SESSION 14	Linked List Operations	</a:t>
            </a:r>
            <a:endParaRPr lang="en-IN" sz="2400" b="1" dirty="0"/>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t>SESSION 15	Stack ADT &amp; Operations	</a:t>
            </a:r>
            <a:endParaRPr lang="en-IN" sz="2400" b="1" dirty="0"/>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t>SESSION 18	Queue Applications</a:t>
            </a:r>
            <a:endParaRPr lang="en-IN" sz="2400" b="1" dirty="0"/>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t>SESSION 20	Revision (Unit–2)	</a:t>
            </a:r>
            <a:endParaRPr lang="en-IN" sz="2400" b="1" dirty="0"/>
          </a:p>
        </p:txBody>
      </p:sp>
    </p:spTree>
    <p:extLst>
      <p:ext uri="{BB962C8B-B14F-4D97-AF65-F5344CB8AC3E}">
        <p14:creationId xmlns:p14="http://schemas.microsoft.com/office/powerpoint/2010/main" val="1773646147"/>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6e687d0ead2e43b0"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64291e779937413a"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11</a:t>
            </a:r>
          </a:p>
        </p:txBody>
      </p:sp>
      <p:sp>
        <p:nvSpPr>
          <p:cNvPr id="2" name="TextBox 1"/>
          <p:cNvSpPr txBox="1"/>
          <p:nvPr/>
        </p:nvSpPr>
        <p:spPr>
          <a:xfrm>
            <a:off x="936519" y="1502152"/>
            <a:ext cx="5861364" cy="4602286"/>
          </a:xfrm>
          <a:prstGeom prst="rect">
            <a:avLst/>
          </a:prstGeom>
          <a:noFill/>
        </p:spPr>
        <p:txBody>
          <a:bodyPr wrap="square" rtlCol="0">
            <a:spAutoFit/>
          </a:bodyPr>
          <a:lstStyle/>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Concept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Need and Advantages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Array Terminologies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Declaration and Initialization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Accessing Array Elements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One-Dimensional Arrays (1-D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Two-Dimensional Arrays (2-D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Practice Problems and MCQs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endParaRPr lang="en-US" altLang="en-US" sz="1400" dirty="0">
              <a:latin typeface="Arial" panose="020B0604020202020204" pitchFamily="34"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Arrays – 1D &amp; 2D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68e8f16e893a48c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a186df9784ce44fd"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82715cb184e0451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282049"/>
            <a:ext cx="8496942" cy="4058419"/>
          </a:xfrm>
          <a:prstGeom prst="rect">
            <a:avLst/>
          </a:prstGeom>
          <a:noFill/>
        </p:spPr>
        <p:txBody>
          <a:bodyPr wrap="square" rtlCol="0">
            <a:spAutoFit/>
          </a:bodyPr>
          <a:lstStyle/>
          <a:p>
            <a:pPr marL="268288" indent="-268288" algn="just">
              <a:lnSpc>
                <a:spcPct val="200000"/>
              </a:lnSpc>
            </a:pPr>
            <a:r>
              <a:rPr lang="en-US" sz="2200" dirty="0">
                <a:latin typeface="Times New Roman" panose="02020603050405020304" pitchFamily="18" charset="0"/>
                <a:cs typeface="Times New Roman" panose="02020603050405020304" pitchFamily="18" charset="0"/>
              </a:rPr>
              <a:t>After this lecture, students will be able to:</a:t>
            </a: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Define an </a:t>
            </a:r>
            <a:r>
              <a:rPr lang="en-US" altLang="en-US" sz="2200" b="1" dirty="0">
                <a:latin typeface="Times New Roman" panose="02020603050405020304" pitchFamily="18" charset="0"/>
                <a:cs typeface="Times New Roman" panose="02020603050405020304" pitchFamily="18" charset="0"/>
              </a:rPr>
              <a:t>array</a:t>
            </a:r>
            <a:r>
              <a:rPr lang="en-US" altLang="en-US" sz="2200" dirty="0">
                <a:latin typeface="Times New Roman" panose="02020603050405020304" pitchFamily="18" charset="0"/>
                <a:cs typeface="Times New Roman" panose="02020603050405020304" pitchFamily="18" charset="0"/>
              </a:rPr>
              <a:t> and explain its characteristics</a:t>
            </a: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Declare, initialize, and access </a:t>
            </a:r>
            <a:r>
              <a:rPr lang="en-US" altLang="en-US" sz="2200" b="1" dirty="0">
                <a:latin typeface="Times New Roman" panose="02020603050405020304" pitchFamily="18" charset="0"/>
                <a:cs typeface="Times New Roman" panose="02020603050405020304" pitchFamily="18" charset="0"/>
              </a:rPr>
              <a:t>1-D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Understand the structure and usage of </a:t>
            </a:r>
            <a:r>
              <a:rPr lang="en-US" altLang="en-US" sz="2200" b="1" dirty="0">
                <a:latin typeface="Times New Roman" panose="02020603050405020304" pitchFamily="18" charset="0"/>
                <a:cs typeface="Times New Roman" panose="02020603050405020304" pitchFamily="18" charset="0"/>
              </a:rPr>
              <a:t>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Apply arrays to solve </a:t>
            </a:r>
            <a:r>
              <a:rPr lang="en-US" altLang="en-US" sz="2200" b="1" dirty="0">
                <a:latin typeface="Times New Roman" panose="02020603050405020304" pitchFamily="18" charset="0"/>
                <a:cs typeface="Times New Roman" panose="02020603050405020304" pitchFamily="18" charset="0"/>
              </a:rPr>
              <a:t>simple computational and real-world problems</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bbba5137cfc40f4"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d9bc76ac1314ba6"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Data Structures &amp; ADTs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179512" y="1238795"/>
            <a:ext cx="8580969" cy="5171416"/>
          </a:xfrm>
          <a:prstGeom prst="rect">
            <a:avLst/>
          </a:prstGeom>
          <a:noFill/>
        </p:spPr>
        <p:txBody>
          <a:bodyPr wrap="square" rtlCol="0">
            <a:spAutoFit/>
          </a:bodyPr>
          <a:lstStyle/>
          <a:p>
            <a:pPr marL="285750" indent="-285750" algn="just">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 Structures: </a:t>
            </a:r>
            <a:r>
              <a:rPr lang="en-IN" sz="2200" dirty="0">
                <a:latin typeface="Times New Roman" panose="02020603050405020304" pitchFamily="18" charset="0"/>
                <a:cs typeface="Times New Roman" panose="02020603050405020304" pitchFamily="18" charset="0"/>
              </a:rPr>
              <a:t>Way to store, organize, and manage data efficiently</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Helps in fast access, insertion, deletion, and processing</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Need for Data Structures</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Efficient data handling</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Better performance and reduced complexity in programs</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Abstract Data Types (ADTs)</a:t>
            </a:r>
          </a:p>
          <a:p>
            <a:pPr marL="720725" indent="-452438" algn="just">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ADT defines what operations are performed, not how</a:t>
            </a:r>
          </a:p>
          <a:p>
            <a:pPr marL="720725" indent="-452438" algn="just">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Focuses on </a:t>
            </a:r>
            <a:r>
              <a:rPr lang="en-IN" sz="2200" dirty="0" err="1">
                <a:latin typeface="Times New Roman" panose="02020603050405020304" pitchFamily="18" charset="0"/>
                <a:cs typeface="Times New Roman" panose="02020603050405020304" pitchFamily="18" charset="0"/>
              </a:rPr>
              <a:t>behavior</a:t>
            </a:r>
            <a:r>
              <a:rPr lang="en-IN" sz="2200" dirty="0">
                <a:latin typeface="Times New Roman" panose="02020603050405020304" pitchFamily="18" charset="0"/>
                <a:cs typeface="Times New Roman" panose="02020603050405020304" pitchFamily="18" charset="0"/>
              </a:rPr>
              <a:t> and functionality</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7b3780169aa9464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E203-C556-5D0D-8594-7A14523760A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AD0367-B152-BD43-B9D0-BED5D9337358}"/>
              </a:ext>
            </a:extLst>
          </p:cNvPr>
          <p:cNvPicPr>
            <a:picLocks noGrp="1" noChangeAspect="1"/>
          </p:cNvPicPr>
          <p:nvPr>
            <p:ph idx="1"/>
          </p:nvPr>
        </p:nvPicPr>
        <p:blipFill>
          <a:blip r:embed="R1a43687c3c5c4a7a"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28E4A8D-99DE-0577-58D5-F77544554845}"/>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DEF341-747E-BFC4-F69F-9E1F84B039EC}"/>
              </a:ext>
            </a:extLst>
          </p:cNvPr>
          <p:cNvPicPr>
            <a:picLocks noChangeAspect="1"/>
          </p:cNvPicPr>
          <p:nvPr/>
        </p:nvPicPr>
        <p:blipFill>
          <a:blip r:embed="R980c0206c3b6461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C44B69C-AC7C-D777-AB66-6C6526F937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67C9CE2-9E0B-197A-4F03-72E871FF3EA6}"/>
              </a:ext>
            </a:extLst>
          </p:cNvPr>
          <p:cNvSpPr>
            <a:spLocks noChangeArrowheads="1"/>
          </p:cNvSpPr>
          <p:nvPr/>
        </p:nvSpPr>
        <p:spPr bwMode="auto">
          <a:xfrm>
            <a:off x="187091" y="311160"/>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Time &amp; Space Complexity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7CE469E-883C-EB0D-796C-D525A6E9BDF3}"/>
              </a:ext>
            </a:extLst>
          </p:cNvPr>
          <p:cNvSpPr txBox="1"/>
          <p:nvPr/>
        </p:nvSpPr>
        <p:spPr>
          <a:xfrm>
            <a:off x="233266" y="1392357"/>
            <a:ext cx="8659214" cy="4509696"/>
          </a:xfrm>
          <a:prstGeom prst="rect">
            <a:avLst/>
          </a:prstGeom>
          <a:noFill/>
        </p:spPr>
        <p:txBody>
          <a:bodyPr wrap="square" rtlCol="0">
            <a:spAutoFit/>
          </a:bodyPr>
          <a:lstStyle/>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Time Complexity: </a:t>
            </a:r>
            <a:r>
              <a:rPr lang="en-IN" sz="2200" dirty="0">
                <a:latin typeface="Times New Roman" panose="02020603050405020304" pitchFamily="18" charset="0"/>
                <a:cs typeface="Times New Roman" panose="02020603050405020304" pitchFamily="18" charset="0"/>
              </a:rPr>
              <a:t>Measures how execution time grows with input size</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Space Complexity: </a:t>
            </a:r>
            <a:r>
              <a:rPr lang="en-IN" sz="2200" dirty="0">
                <a:latin typeface="Times New Roman" panose="02020603050405020304" pitchFamily="18" charset="0"/>
                <a:cs typeface="Times New Roman" panose="02020603050405020304" pitchFamily="18" charset="0"/>
              </a:rPr>
              <a:t>Measures memory usage of an algorithm</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Case Analysis: </a:t>
            </a:r>
            <a:r>
              <a:rPr lang="en-IN" sz="2200" dirty="0">
                <a:latin typeface="Times New Roman" panose="02020603050405020304" pitchFamily="18" charset="0"/>
                <a:cs typeface="Times New Roman" panose="02020603050405020304" pitchFamily="18" charset="0"/>
              </a:rPr>
              <a:t>Best Case, Average Case, Worst Case</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Common Time Complexities</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O(1) → Constant time, O(log n) → Logarithmic</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 Linear, </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log n), O(n²), O(2ⁿ), O(n!)</a:t>
            </a:r>
          </a:p>
        </p:txBody>
      </p:sp>
      <p:sp>
        <p:nvSpPr>
          <p:cNvPr id="5" name="Rectangle 4">
            <a:extLst>
              <a:ext uri="{FF2B5EF4-FFF2-40B4-BE49-F238E27FC236}">
                <a16:creationId xmlns:a16="http://schemas.microsoft.com/office/drawing/2014/main" id="{C3B970E6-DEE1-35B9-C160-BB22EBF79946}"/>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DD6C5E7-8F4C-D241-B5B4-4BF7C1209FD1}"/>
              </a:ext>
            </a:extLst>
          </p:cNvPr>
          <p:cNvPicPr>
            <a:picLocks noChangeAspect="1" noChangeArrowheads="1"/>
          </p:cNvPicPr>
          <p:nvPr/>
        </p:nvPicPr>
        <p:blipFill>
          <a:blip r:embed="R20f071c8fb574ac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E3595A6-4861-D1C5-E0CC-CD69CD51089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163A5BC-8198-BFD7-C822-C2B1D1946D7B}"/>
              </a:ext>
            </a:extLst>
          </p:cNvPr>
          <p:cNvSpPr>
            <a:spLocks noGrp="1"/>
          </p:cNvSpPr>
          <p:nvPr>
            <p:ph type="sldNum" sz="quarter" idx="12"/>
          </p:nvPr>
        </p:nvSpPr>
        <p:spPr/>
        <p:txBody>
          <a:bodyPr/>
          <a:lstStyle/>
          <a:p>
            <a:fld id="{C421C46D-3F04-4F73-BF36-E6D9DA5AE143}" type="slidenum">
              <a:rPr lang="en-IN"/>
              <a:t>6</a:t>
            </a:fld>
            <a:endParaRPr lang="en-IN"/>
          </a:p>
        </p:txBody>
      </p:sp>
    </p:spTree>
    <p:extLst>
      <p:ext uri="{BB962C8B-B14F-4D97-AF65-F5344CB8AC3E}">
        <p14:creationId xmlns:p14="http://schemas.microsoft.com/office/powerpoint/2010/main" val="2954806510"/>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90-B2F7-A1AA-6FE4-9347BA13C0E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30B55F-007D-2566-2062-7AB7F579D793}"/>
              </a:ext>
            </a:extLst>
          </p:cNvPr>
          <p:cNvPicPr>
            <a:picLocks noGrp="1" noChangeAspect="1"/>
          </p:cNvPicPr>
          <p:nvPr>
            <p:ph idx="1"/>
          </p:nvPr>
        </p:nvPicPr>
        <p:blipFill>
          <a:blip r:embed="R909c0a271b03483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632B4BBC-8267-7F07-A880-95E1D6DB2EBF}"/>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9897925-D2FC-C97C-5FDD-627483897160}"/>
              </a:ext>
            </a:extLst>
          </p:cNvPr>
          <p:cNvPicPr>
            <a:picLocks noChangeAspect="1"/>
          </p:cNvPicPr>
          <p:nvPr/>
        </p:nvPicPr>
        <p:blipFill>
          <a:blip r:embed="Re7a3b0d851d8461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524C07-5D67-6191-71F3-4E9A4EAABE4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560B72-5E79-AF73-9F5E-E725351C1C0C}"/>
              </a:ext>
            </a:extLst>
          </p:cNvPr>
          <p:cNvSpPr>
            <a:spLocks noChangeArrowheads="1"/>
          </p:cNvSpPr>
          <p:nvPr/>
        </p:nvSpPr>
        <p:spPr bwMode="auto">
          <a:xfrm>
            <a:off x="243716" y="34296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Algorithm Design &amp; Recursion</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513D34B-5890-68E7-1C26-62520A4D9F50}"/>
              </a:ext>
            </a:extLst>
          </p:cNvPr>
          <p:cNvSpPr txBox="1"/>
          <p:nvPr/>
        </p:nvSpPr>
        <p:spPr>
          <a:xfrm>
            <a:off x="161278" y="1305745"/>
            <a:ext cx="8767206" cy="4677819"/>
          </a:xfrm>
          <a:prstGeom prst="rect">
            <a:avLst/>
          </a:prstGeom>
          <a:noFill/>
        </p:spPr>
        <p:txBody>
          <a:bodyPr wrap="square" rtlCol="0">
            <a:spAutoFit/>
          </a:bodyPr>
          <a:lstStyle/>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Divide &amp; Conquer: </a:t>
            </a:r>
            <a:r>
              <a:rPr lang="en-IN" sz="2200" dirty="0">
                <a:latin typeface="Times New Roman" panose="02020603050405020304" pitchFamily="18" charset="0"/>
                <a:cs typeface="Times New Roman" panose="02020603050405020304" pitchFamily="18" charset="0"/>
              </a:rPr>
              <a:t>Divide problem → Solve subproblems → Combine results</a:t>
            </a:r>
          </a:p>
          <a:p>
            <a:pPr marL="342900" indent="-342900" algn="just">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Greedy Algorithm: </a:t>
            </a:r>
            <a:r>
              <a:rPr lang="en-IN" sz="2200" dirty="0">
                <a:latin typeface="Times New Roman" panose="02020603050405020304" pitchFamily="18" charset="0"/>
                <a:cs typeface="Times New Roman" panose="02020603050405020304" pitchFamily="18" charset="0"/>
              </a:rPr>
              <a:t>Makes locally optimal choices but may not give global optimum solution.</a:t>
            </a:r>
          </a:p>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Dynamic Programming: </a:t>
            </a:r>
            <a:r>
              <a:rPr lang="en-IN" sz="2200" dirty="0">
                <a:latin typeface="Times New Roman" panose="02020603050405020304" pitchFamily="18" charset="0"/>
                <a:cs typeface="Times New Roman" panose="02020603050405020304" pitchFamily="18" charset="0"/>
              </a:rPr>
              <a:t>Solves overlapping subproblems</a:t>
            </a:r>
          </a:p>
          <a:p>
            <a:pPr marL="720725" indent="-360363">
              <a:lnSpc>
                <a:spcPct val="150000"/>
              </a:lnSpc>
              <a:spcBef>
                <a:spcPts val="600"/>
              </a:spcBef>
              <a:spcAft>
                <a:spcPts val="3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Used when Greedy fails</a:t>
            </a:r>
          </a:p>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Recursion: </a:t>
            </a:r>
            <a:r>
              <a:rPr lang="en-IN" sz="2200" dirty="0">
                <a:latin typeface="Times New Roman" panose="02020603050405020304" pitchFamily="18" charset="0"/>
                <a:cs typeface="Times New Roman" panose="02020603050405020304" pitchFamily="18" charset="0"/>
              </a:rPr>
              <a:t>Function calling itself </a:t>
            </a:r>
          </a:p>
          <a:p>
            <a:pPr marL="342900" indent="17463">
              <a:lnSpc>
                <a:spcPct val="150000"/>
              </a:lnSpc>
              <a:spcBef>
                <a:spcPts val="600"/>
              </a:spcBef>
              <a:spcAft>
                <a:spcPts val="300"/>
              </a:spcAft>
              <a:buFont typeface="Wingdings" panose="05000000000000000000" pitchFamily="2" charset="2"/>
              <a:buChar char="v"/>
              <a:tabLst>
                <a:tab pos="720725" algn="l"/>
              </a:tabLst>
            </a:pPr>
            <a:r>
              <a:rPr lang="en-IN" sz="2200" dirty="0">
                <a:latin typeface="Times New Roman" panose="02020603050405020304" pitchFamily="18" charset="0"/>
                <a:cs typeface="Times New Roman" panose="02020603050405020304" pitchFamily="18" charset="0"/>
              </a:rPr>
              <a:t>   Uses call stack to store function calls</a:t>
            </a:r>
            <a:endParaRPr lang="en-IN" sz="2200" dirty="0"/>
          </a:p>
        </p:txBody>
      </p:sp>
      <p:sp>
        <p:nvSpPr>
          <p:cNvPr id="5" name="Rectangle 4">
            <a:extLst>
              <a:ext uri="{FF2B5EF4-FFF2-40B4-BE49-F238E27FC236}">
                <a16:creationId xmlns:a16="http://schemas.microsoft.com/office/drawing/2014/main" id="{D40DC5FC-82B1-9FF5-76F2-320F46ACCF8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473108F-9DAC-6DAF-82B4-24ED835BF0EF}"/>
              </a:ext>
            </a:extLst>
          </p:cNvPr>
          <p:cNvPicPr>
            <a:picLocks noChangeAspect="1" noChangeArrowheads="1"/>
          </p:cNvPicPr>
          <p:nvPr/>
        </p:nvPicPr>
        <p:blipFill>
          <a:blip r:embed="Rbbc0bc21f83346f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3A6BF96-2173-B22D-EDDF-2B462C8A512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B38C7A61-BCD6-555B-04AF-70A66939B9B9}"/>
              </a:ext>
            </a:extLst>
          </p:cNvPr>
          <p:cNvSpPr>
            <a:spLocks noGrp="1"/>
          </p:cNvSpPr>
          <p:nvPr>
            <p:ph type="sldNum" sz="quarter" idx="12"/>
          </p:nvPr>
        </p:nvSpPr>
        <p:spPr/>
        <p:txBody>
          <a:bodyPr/>
          <a:lstStyle/>
          <a:p>
            <a:fld id="{C421C46D-3F04-4F73-BF36-E6D9DA5AE143}" type="slidenum">
              <a:rPr lang="en-IN"/>
              <a:t>7</a:t>
            </a:fld>
            <a:endParaRPr lang="en-IN"/>
          </a:p>
        </p:txBody>
      </p:sp>
    </p:spTree>
    <p:extLst>
      <p:ext uri="{BB962C8B-B14F-4D97-AF65-F5344CB8AC3E}">
        <p14:creationId xmlns:p14="http://schemas.microsoft.com/office/powerpoint/2010/main" val="2595060375"/>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965a711a5ea243a5"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069c36975ec04e7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04786" y="1120270"/>
            <a:ext cx="7848870" cy="5109860"/>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Q1.</a:t>
            </a:r>
            <a:r>
              <a:rPr lang="en-US" sz="2200" dirty="0">
                <a:latin typeface="Times New Roman" panose="02020603050405020304" pitchFamily="18" charset="0"/>
                <a:cs typeface="Times New Roman" panose="02020603050405020304" pitchFamily="18" charset="0"/>
              </a:rPr>
              <a:t> Which best defines a data structure?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Programming language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Method of organizing data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Operating system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Algorithm</a:t>
            </a:r>
          </a:p>
          <a:p>
            <a:pPr>
              <a:lnSpc>
                <a:spcPct val="150000"/>
              </a:lnSpc>
            </a:pPr>
            <a:r>
              <a:rPr lang="en-US" sz="2200" b="1" dirty="0">
                <a:latin typeface="Times New Roman" panose="02020603050405020304" pitchFamily="18" charset="0"/>
                <a:cs typeface="Times New Roman" panose="02020603050405020304" pitchFamily="18" charset="0"/>
              </a:rPr>
              <a:t>Q2.</a:t>
            </a:r>
            <a:r>
              <a:rPr lang="en-US" sz="2200" dirty="0">
                <a:latin typeface="Times New Roman" panose="02020603050405020304" pitchFamily="18" charset="0"/>
                <a:cs typeface="Times New Roman" panose="02020603050405020304" pitchFamily="18" charset="0"/>
              </a:rPr>
              <a:t> Which of the following is an ADT?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Array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Stack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Pointer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Variable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011e894fce904c3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8</a:t>
            </a:fld>
            <a:endParaRPr lang="en-IN"/>
          </a:p>
        </p:txBody>
      </p:sp>
    </p:spTree>
    <p:extLst>
      <p:ext uri="{BB962C8B-B14F-4D97-AF65-F5344CB8AC3E}">
        <p14:creationId xmlns:p14="http://schemas.microsoft.com/office/powerpoint/2010/main" val="278405766"/>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AE9B-3EAB-0A11-6EF2-98571991E51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FB3985-8D36-6D81-8AC0-A2E5D46F4EFD}"/>
              </a:ext>
            </a:extLst>
          </p:cNvPr>
          <p:cNvPicPr>
            <a:picLocks noGrp="1" noChangeAspect="1"/>
          </p:cNvPicPr>
          <p:nvPr>
            <p:ph idx="1"/>
          </p:nvPr>
        </p:nvPicPr>
        <p:blipFill>
          <a:blip r:embed="Rb14ddddb075d42b4"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173121-293B-2B2D-FBF4-84A2C609091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60BE85-5C6B-73DA-BEF4-F36DCFE07756}"/>
              </a:ext>
            </a:extLst>
          </p:cNvPr>
          <p:cNvPicPr>
            <a:picLocks noChangeAspect="1"/>
          </p:cNvPicPr>
          <p:nvPr/>
        </p:nvPicPr>
        <p:blipFill>
          <a:blip r:embed="R1c22345a1f09401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837C56-5DAF-AD0D-A6C2-9FF6DE15911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56BFFEC-271B-0494-259D-EF318FE87A35}"/>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0630B4C-8AEF-4EF0-16E5-49A769795C0F}"/>
              </a:ext>
            </a:extLst>
          </p:cNvPr>
          <p:cNvSpPr txBox="1"/>
          <p:nvPr/>
        </p:nvSpPr>
        <p:spPr>
          <a:xfrm>
            <a:off x="323530" y="1235756"/>
            <a:ext cx="7848870" cy="5109860"/>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Q3.</a:t>
            </a:r>
            <a:r>
              <a:rPr lang="en-US" sz="2200" dirty="0">
                <a:latin typeface="Times New Roman" panose="02020603050405020304" pitchFamily="18" charset="0"/>
                <a:cs typeface="Times New Roman" panose="02020603050405020304" pitchFamily="18" charset="0"/>
              </a:rPr>
              <a:t> Which notation represents the worst-case complexity?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Θ</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Ω</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n</a:t>
            </a:r>
          </a:p>
          <a:p>
            <a:pPr>
              <a:lnSpc>
                <a:spcPct val="150000"/>
              </a:lnSpc>
            </a:pPr>
            <a:r>
              <a:rPr lang="en-US" sz="2200" b="1" dirty="0">
                <a:latin typeface="Times New Roman" panose="02020603050405020304" pitchFamily="18" charset="0"/>
                <a:cs typeface="Times New Roman" panose="02020603050405020304" pitchFamily="18" charset="0"/>
              </a:rPr>
              <a:t>Q4.</a:t>
            </a:r>
            <a:r>
              <a:rPr lang="en-US" sz="2200" dirty="0">
                <a:latin typeface="Times New Roman" panose="02020603050405020304" pitchFamily="18" charset="0"/>
                <a:cs typeface="Times New Roman" panose="02020603050405020304" pitchFamily="18" charset="0"/>
              </a:rPr>
              <a:t> Time complexity of linear search in worst case is: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O(1)</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O(log 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O(n)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O(n²)</a:t>
            </a:r>
          </a:p>
        </p:txBody>
      </p:sp>
      <p:sp>
        <p:nvSpPr>
          <p:cNvPr id="5" name="Rectangle 4">
            <a:extLst>
              <a:ext uri="{FF2B5EF4-FFF2-40B4-BE49-F238E27FC236}">
                <a16:creationId xmlns:a16="http://schemas.microsoft.com/office/drawing/2014/main" id="{92341EA9-FA75-18C4-7182-20716D32AD6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3DB995E-DF1D-F0F2-A41E-C7D23AE8EC1C}"/>
              </a:ext>
            </a:extLst>
          </p:cNvPr>
          <p:cNvPicPr>
            <a:picLocks noChangeAspect="1" noChangeArrowheads="1"/>
          </p:cNvPicPr>
          <p:nvPr/>
        </p:nvPicPr>
        <p:blipFill>
          <a:blip r:embed="Rc485fc8c6daf4b4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0334DE8-27F7-6EFE-9D17-4BEC9EFBDA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45B89AFC-827B-C683-61E8-C060411BB6CC}"/>
              </a:ext>
            </a:extLst>
          </p:cNvPr>
          <p:cNvSpPr>
            <a:spLocks noGrp="1"/>
          </p:cNvSpPr>
          <p:nvPr>
            <p:ph type="sldNum" sz="quarter" idx="12"/>
          </p:nvPr>
        </p:nvSpPr>
        <p:spPr/>
        <p:txBody>
          <a:bodyPr/>
          <a:lstStyle/>
          <a:p>
            <a:fld id="{C421C46D-3F04-4F73-BF36-E6D9DA5AE143}" type="slidenum">
              <a:rPr lang="en-IN"/>
              <a:t>9</a:t>
            </a:fld>
            <a:endParaRPr lang="en-IN"/>
          </a:p>
        </p:txBody>
      </p:sp>
    </p:spTree>
    <p:extLst>
      <p:ext uri="{BB962C8B-B14F-4D97-AF65-F5344CB8AC3E}">
        <p14:creationId xmlns:p14="http://schemas.microsoft.com/office/powerpoint/2010/main" val="1574423042"/>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87d9a2f6d71a4e4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e8717c7f61a466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32851" y="1507176"/>
            <a:ext cx="7848870" cy="3796232"/>
          </a:xfrm>
          <a:prstGeom prst="rect">
            <a:avLst/>
          </a:prstGeom>
          <a:noFill/>
        </p:spPr>
        <p:txBody>
          <a:bodyPr wrap="square" rtlCol="0">
            <a:spAutoFit/>
          </a:bodyPr>
          <a:lstStyle/>
          <a:p>
            <a:pPr>
              <a:lnSpc>
                <a:spcPct val="200000"/>
              </a:lnSpc>
            </a:pPr>
            <a:r>
              <a:rPr lang="en-US" sz="2400" b="1" dirty="0">
                <a:latin typeface="Times New Roman" panose="02020603050405020304" pitchFamily="18" charset="0"/>
                <a:cs typeface="Times New Roman" panose="02020603050405020304" pitchFamily="18" charset="0"/>
              </a:rPr>
              <a:t>Quiz (Answers)</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Q1:</a:t>
            </a:r>
            <a:r>
              <a:rPr lang="en-US" altLang="en-US" sz="2400" dirty="0">
                <a:latin typeface="Times New Roman" panose="02020603050405020304" pitchFamily="18" charset="0"/>
                <a:cs typeface="Times New Roman" panose="02020603050405020304" pitchFamily="18" charset="0"/>
              </a:rPr>
              <a:t> b) Method of organizing data</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Q2:</a:t>
            </a:r>
            <a:r>
              <a:rPr lang="en-US" altLang="en-US" sz="2400" dirty="0">
                <a:latin typeface="Times New Roman" panose="02020603050405020304" pitchFamily="18" charset="0"/>
                <a:cs typeface="Times New Roman" panose="02020603050405020304" pitchFamily="18" charset="0"/>
              </a:rPr>
              <a:t> b) Stack</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Q3:</a:t>
            </a:r>
            <a:r>
              <a:rPr lang="en-US" altLang="en-US" sz="2400" dirty="0">
                <a:latin typeface="Times New Roman" panose="02020603050405020304" pitchFamily="18" charset="0"/>
                <a:cs typeface="Times New Roman" panose="02020603050405020304" pitchFamily="18" charset="0"/>
              </a:rPr>
              <a:t> c) Big-O (O)</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Q4:</a:t>
            </a:r>
            <a:r>
              <a:rPr lang="en-US" altLang="en-US" sz="2400" dirty="0">
                <a:latin typeface="Times New Roman" panose="02020603050405020304" pitchFamily="18" charset="0"/>
                <a:cs typeface="Times New Roman" panose="02020603050405020304" pitchFamily="18" charset="0"/>
              </a:rPr>
              <a:t> c) O(n)</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b68e2c3ef294420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a:t>10</a:t>
            </a:fld>
            <a:endParaRPr lang="en-IN"/>
          </a:p>
        </p:txBody>
      </p:sp>
    </p:spTree>
    <p:extLst>
      <p:ext uri="{BB962C8B-B14F-4D97-AF65-F5344CB8AC3E}">
        <p14:creationId xmlns:p14="http://schemas.microsoft.com/office/powerpoint/2010/main" val="127797014"/>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1aea0d1ced44016"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ff67a920b9a460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What is an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d910fac06f594979">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https://i.pinimg.com/originals/dc/4c/99/dc4c998cfc52b4c997701166efbe4b97.png"/>
          <p:cNvPicPr>
            <a:picLocks noChangeAspect="1" noChangeArrowheads="1"/>
          </p:cNvPicPr>
          <p:nvPr/>
        </p:nvPicPr>
        <p:blipFill>
          <a:blip r:embed="R583875f44ce5424c">
            <a:extLst>
              <a:ext uri="{28A0092B-C50C-407E-A947-70E740481C1C}">
                <a14:useLocalDpi xmlns:a14="http://schemas.microsoft.com/office/drawing/2010/main" val="0"/>
              </a:ext>
            </a:extLst>
          </a:blip>
          <a:srcRect/>
          <a:stretch>
            <a:fillRect/>
          </a:stretch>
        </p:blipFill>
        <p:spPr bwMode="auto">
          <a:xfrm>
            <a:off x="465772" y="2175245"/>
            <a:ext cx="8572500" cy="36994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23579" y="5914347"/>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Examples of Array</a:t>
            </a:r>
          </a:p>
        </p:txBody>
      </p:sp>
      <p:sp>
        <p:nvSpPr>
          <p:cNvPr id="13" name="TextBox 12"/>
          <p:cNvSpPr txBox="1"/>
          <p:nvPr/>
        </p:nvSpPr>
        <p:spPr>
          <a:xfrm>
            <a:off x="395538" y="1043110"/>
            <a:ext cx="8712968" cy="960328"/>
          </a:xfrm>
          <a:prstGeom prst="rect">
            <a:avLst/>
          </a:prstGeom>
          <a:noFill/>
        </p:spPr>
        <p:txBody>
          <a:bodyPr wrap="square" rtlCol="0">
            <a:spAutoFit/>
          </a:bodyPr>
          <a:lstStyle/>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An array is a collection of elements of the </a:t>
            </a:r>
            <a:r>
              <a:rPr lang="en-US" altLang="en-US" sz="2000" b="1" dirty="0">
                <a:latin typeface="Times New Roman" panose="02020603050405020304" pitchFamily="18" charset="0"/>
                <a:cs typeface="Times New Roman" panose="02020603050405020304" pitchFamily="18" charset="0"/>
              </a:rPr>
              <a:t>same data type</a:t>
            </a:r>
            <a:endParaRPr lang="en-US" altLang="en-US" sz="2000" dirty="0">
              <a:latin typeface="Times New Roman" panose="02020603050405020304" pitchFamily="18" charset="0"/>
              <a:cs typeface="Times New Roman" panose="02020603050405020304" pitchFamily="18" charset="0"/>
            </a:endParaRPr>
          </a:p>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Elements are 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847856"/>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6bfe0db39d149b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9bca7dd359c440a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16632" y="3385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E31E24"/>
                </a:solidFill>
                <a:cs typeface="Times New Roman" panose="02020603050405020304" pitchFamily="18" charset="0"/>
                <a:sym typeface="Arial"/>
              </a:rPr>
              <a:t>What is an Array?</a:t>
            </a:r>
            <a:r>
              <a:rPr lang="en-IN" sz="28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(Cont..)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af92597ce5774e8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https://i.pinimg.com/originals/8d/f9/1e/8df91efc4a6b763728a77e9dcd72a265.jpg"/>
          <p:cNvPicPr>
            <a:picLocks noChangeAspect="1" noChangeArrowheads="1"/>
          </p:cNvPicPr>
          <p:nvPr/>
        </p:nvPicPr>
        <p:blipFill>
          <a:blip r:embed="R2b21c5d5e53f4ec8" cstate="print">
            <a:extLst>
              <a:ext uri="{28A0092B-C50C-407E-A947-70E740481C1C}">
                <a14:useLocalDpi xmlns:a14="http://schemas.microsoft.com/office/drawing/2010/main" val="0"/>
              </a:ext>
            </a:extLst>
          </a:blip>
          <a:srcRect/>
          <a:stretch>
            <a:fillRect/>
          </a:stretch>
        </p:blipFill>
        <p:spPr bwMode="auto">
          <a:xfrm>
            <a:off x="156401" y="1668992"/>
            <a:ext cx="4281176" cy="356139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16632" y="5455126"/>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Examples of Array</a:t>
            </a:r>
          </a:p>
        </p:txBody>
      </p:sp>
      <p:pic>
        <p:nvPicPr>
          <p:cNvPr id="13" name="Picture 12"/>
          <p:cNvPicPr>
            <a:picLocks noChangeAspect="1"/>
          </p:cNvPicPr>
          <p:nvPr/>
        </p:nvPicPr>
        <p:blipFill>
          <a:blip r:embed="R0620a3baf1f1440b"/>
          <a:stretch>
            <a:fillRect/>
          </a:stretch>
        </p:blipFill>
        <p:spPr>
          <a:xfrm>
            <a:off x="4576528" y="1668993"/>
            <a:ext cx="4412864" cy="3521966"/>
          </a:xfrm>
          <a:prstGeom prst="rect">
            <a:avLst/>
          </a:prstGeom>
        </p:spPr>
      </p:pic>
    </p:spTree>
    <p:extLst>
      <p:ext uri="{BB962C8B-B14F-4D97-AF65-F5344CB8AC3E}">
        <p14:creationId xmlns:p14="http://schemas.microsoft.com/office/powerpoint/2010/main" val="2907099832"/>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17e5c006784431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3fde72f57b7744a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65607"/>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Why Arrays are Used?</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79512" y="953065"/>
            <a:ext cx="8784976" cy="316529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Efficient storage: </a:t>
            </a:r>
            <a:r>
              <a:rPr lang="en-US" altLang="en-US" sz="2400" dirty="0">
                <a:latin typeface="Times New Roman" panose="02020603050405020304" pitchFamily="18" charset="0"/>
                <a:cs typeface="Times New Roman" panose="02020603050405020304" pitchFamily="18" charset="0"/>
              </a:rPr>
              <a:t>Store multiple values using </a:t>
            </a:r>
            <a:r>
              <a:rPr lang="en-US" altLang="en-US" sz="2400" b="1" dirty="0">
                <a:latin typeface="Times New Roman" panose="02020603050405020304" pitchFamily="18" charset="0"/>
                <a:cs typeface="Times New Roman" panose="02020603050405020304" pitchFamily="18" charset="0"/>
              </a:rPr>
              <a:t>one variable name</a:t>
            </a:r>
            <a:endParaRPr lang="en-US" alt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Random Access: </a:t>
            </a:r>
            <a:r>
              <a:rPr lang="en-US" altLang="en-US" sz="2400" dirty="0">
                <a:latin typeface="Times New Roman" panose="02020603050405020304" pitchFamily="18" charset="0"/>
                <a:cs typeface="Times New Roman" panose="02020603050405020304" pitchFamily="18" charset="0"/>
              </a:rPr>
              <a:t>Easy access to data using an </a:t>
            </a:r>
            <a:r>
              <a:rPr lang="en-US" altLang="en-US" sz="2400" b="1" dirty="0">
                <a:latin typeface="Times New Roman" panose="02020603050405020304" pitchFamily="18" charset="0"/>
                <a:cs typeface="Times New Roman" panose="02020603050405020304" pitchFamily="18" charset="0"/>
              </a:rPr>
              <a:t>index</a:t>
            </a:r>
            <a:endParaRPr lang="en-US" altLang="en-US" sz="24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Iterative Operations</a:t>
            </a:r>
          </a:p>
          <a:p>
            <a:pPr marL="342900" indent="-342900" algn="just">
              <a:lnSpc>
                <a:spcPct val="150000"/>
              </a:lnSpc>
              <a:buFont typeface="Wingdings" panose="05000000000000000000" pitchFamily="2" charset="2"/>
              <a:buChar char="§"/>
              <a:defRPr/>
            </a:pPr>
            <a:r>
              <a:rPr lang="en-US" altLang="en-US" sz="2400" dirty="0">
                <a:latin typeface="Times New Roman" panose="02020603050405020304" pitchFamily="18" charset="0"/>
                <a:cs typeface="Times New Roman" panose="02020603050405020304" pitchFamily="18" charset="0"/>
              </a:rPr>
              <a:t>Reduces code length and complexity</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Represent many instances in one variable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38c14ca51f274df3">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9083591"/>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976c81709e84d19"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e57e7807d8d547a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33264" y="40153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Indexing Concept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308324"/>
          </a:xfrm>
          <a:prstGeom prst="rect">
            <a:avLst/>
          </a:prstGeom>
        </p:spPr>
        <p:txBody>
          <a:bodyPr wrap="square">
            <a:spAutoFit/>
          </a:bodyPr>
          <a:lstStyle/>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Linear data structure</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Same data type elements</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Contiguous memory allocation</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Each element has an index number</a:t>
            </a:r>
          </a:p>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Index usually starts from 0</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Elements accessed using index value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1cd408e1eab9424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Array Data Structure"/>
          <p:cNvPicPr>
            <a:picLocks noChangeAspect="1" noChangeArrowheads="1"/>
          </p:cNvPicPr>
          <p:nvPr/>
        </p:nvPicPr>
        <p:blipFill>
          <a:blip r:embed="Rf5a7e23c3caa487e">
            <a:extLst>
              <a:ext uri="{28A0092B-C50C-407E-A947-70E740481C1C}">
                <a14:useLocalDpi xmlns:a14="http://schemas.microsoft.com/office/drawing/2010/main" val="0"/>
              </a:ext>
            </a:extLst>
          </a:blip>
          <a:srcRect/>
          <a:stretch>
            <a:fillRect/>
          </a:stretch>
        </p:blipFill>
        <p:spPr bwMode="auto">
          <a:xfrm>
            <a:off x="1889214" y="3544080"/>
            <a:ext cx="5653608" cy="237338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983194"/>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Fig.3: Representation of an Array</a:t>
            </a:r>
          </a:p>
        </p:txBody>
      </p:sp>
    </p:spTree>
    <p:extLst>
      <p:ext uri="{BB962C8B-B14F-4D97-AF65-F5344CB8AC3E}">
        <p14:creationId xmlns:p14="http://schemas.microsoft.com/office/powerpoint/2010/main" val="1897891282"/>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ca6d629e0e4d4d45"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7e3043f4e7954e2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Test your knowledge</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61665"/>
          </a:xfrm>
          <a:prstGeom prst="rect">
            <a:avLst/>
          </a:prstGeom>
        </p:spPr>
        <p:txBody>
          <a:bodyPr wrap="square">
            <a:spAutoFit/>
          </a:bodyPr>
          <a:lstStyle/>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Ques: What is the length of the</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array shown in Figure?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8fd82a35a8924a6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Java initialize Array"/>
          <p:cNvPicPr>
            <a:picLocks noChangeAspect="1" noChangeArrowheads="1"/>
          </p:cNvPicPr>
          <p:nvPr/>
        </p:nvPicPr>
        <p:blipFill>
          <a:blip r:embed="R7de0e0f739e24300">
            <a:extLst>
              <a:ext uri="{28A0092B-C50C-407E-A947-70E740481C1C}">
                <a14:useLocalDpi xmlns:a14="http://schemas.microsoft.com/office/drawing/2010/main" val="0"/>
              </a:ext>
            </a:extLst>
          </a:blip>
          <a:srcRect/>
          <a:stretch>
            <a:fillRect/>
          </a:stretch>
        </p:blipFill>
        <p:spPr bwMode="auto">
          <a:xfrm>
            <a:off x="1152920" y="1648816"/>
            <a:ext cx="7091488" cy="33738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162048"/>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Fig.4:  Question on Array </a:t>
            </a:r>
          </a:p>
        </p:txBody>
      </p:sp>
    </p:spTree>
    <p:extLst>
      <p:ext uri="{BB962C8B-B14F-4D97-AF65-F5344CB8AC3E}">
        <p14:creationId xmlns:p14="http://schemas.microsoft.com/office/powerpoint/2010/main" val="2599395821"/>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a6f69eaa3aa4b2e"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7ef4846518547e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Index </a:t>
            </a:r>
            <a:r>
              <a:rPr lang="en-US" sz="2400" dirty="0">
                <a:solidFill>
                  <a:prstClr val="black"/>
                </a:solidFill>
                <a:latin typeface="Times New Roman" panose="02020603050405020304" pitchFamily="18" charset="0"/>
                <a:cs typeface="Times New Roman" panose="02020603050405020304" pitchFamily="18" charset="0"/>
              </a:rPr>
              <a:t>- Each item in an array is indexed starting with 0. Each element in an array is accessed through its index.</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Element </a:t>
            </a:r>
            <a:r>
              <a:rPr lang="en-US" sz="2400" dirty="0">
                <a:solidFill>
                  <a:prstClr val="black"/>
                </a:solidFill>
                <a:latin typeface="Times New Roman" panose="02020603050405020304" pitchFamily="18" charset="0"/>
                <a:cs typeface="Times New Roman" panose="02020603050405020304" pitchFamily="18" charset="0"/>
              </a:rPr>
              <a:t>- An array element is a single data item located at a specific index within an array.</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Length </a:t>
            </a:r>
            <a:r>
              <a:rPr lang="en-US" sz="2400" dirty="0">
                <a:solidFill>
                  <a:prstClr val="black"/>
                </a:solidFill>
                <a:latin typeface="Times New Roman" panose="02020603050405020304" pitchFamily="18" charset="0"/>
                <a:cs typeface="Times New Roman" panose="02020603050405020304" pitchFamily="18" charset="0"/>
              </a:rPr>
              <a:t>- Array length is the total number of elements that an array can hold.</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8590997bed57477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6391504"/>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02E05-CC8A-C6B6-EC76-FA4604A5EC9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4B6DA2-A6A9-5A3E-8235-753A76B87D7E}"/>
              </a:ext>
            </a:extLst>
          </p:cNvPr>
          <p:cNvPicPr>
            <a:picLocks noGrp="1" noChangeAspect="1"/>
          </p:cNvPicPr>
          <p:nvPr>
            <p:ph idx="1"/>
          </p:nvPr>
        </p:nvPicPr>
        <p:blipFill>
          <a:blip r:embed="Rbc1fecbe0b5a4124"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A73EBED-BA5B-D01D-5114-64978FEEEE18}"/>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528A62E-1A5A-9675-F77C-20FA7CDF3210}"/>
              </a:ext>
            </a:extLst>
          </p:cNvPr>
          <p:cNvPicPr>
            <a:picLocks noChangeAspect="1"/>
          </p:cNvPicPr>
          <p:nvPr/>
        </p:nvPicPr>
        <p:blipFill>
          <a:blip r:embed="R1811114998fa4b9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516E7F2-4ACA-CDCD-E227-8A94A77F620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B5B472A-525C-A858-9B43-BDFC78F66B44}"/>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a:extLst>
              <a:ext uri="{FF2B5EF4-FFF2-40B4-BE49-F238E27FC236}">
                <a16:creationId xmlns:a16="http://schemas.microsoft.com/office/drawing/2014/main" id="{AE50C407-7B38-6E0F-AA6F-2E656F4B6829}"/>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5337187A-BEAE-78C9-8569-D20464782D66}"/>
              </a:ext>
            </a:extLst>
          </p:cNvPr>
          <p:cNvSpPr/>
          <p:nvPr/>
        </p:nvSpPr>
        <p:spPr>
          <a:xfrm>
            <a:off x="250357" y="1365200"/>
            <a:ext cx="8642123" cy="4924425"/>
          </a:xfrm>
          <a:prstGeom prst="rect">
            <a:avLst/>
          </a:prstGeom>
        </p:spPr>
        <p:txBody>
          <a:bodyPr wrap="square">
            <a:spAutoFit/>
          </a:bodyPr>
          <a:lstStyle/>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 = []</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(1)</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(2)</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(3)</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[0]) # prints 1</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[1]) # prints 2</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[2]) # prints 3</a:t>
            </a:r>
          </a:p>
          <a:p>
            <a:pPr lvl="0" algn="just">
              <a:spcBef>
                <a:spcPts val="600"/>
              </a:spcBef>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 prints out 1,2,3</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for x in </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    print(x)</a:t>
            </a: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84CB6EE5-4A2E-0AAE-1D53-2950750759AB}"/>
              </a:ext>
            </a:extLst>
          </p:cNvPr>
          <p:cNvPicPr>
            <a:picLocks noChangeAspect="1" noChangeArrowheads="1"/>
          </p:cNvPicPr>
          <p:nvPr/>
        </p:nvPicPr>
        <p:blipFill>
          <a:blip r:embed="R664a5ecf9754446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DCE582B7-D57E-86D0-E63A-EEA3014FC4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13C826DD-482B-D910-3331-44539FFD040B}"/>
              </a:ext>
            </a:extLst>
          </p:cNvPr>
          <p:cNvPicPr>
            <a:picLocks noChangeAspect="1"/>
          </p:cNvPicPr>
          <p:nvPr/>
        </p:nvPicPr>
        <p:blipFill>
          <a:blip r:embed="Rdd70788efeeb43d5"/>
          <a:stretch>
            <a:fillRect/>
          </a:stretch>
        </p:blipFill>
        <p:spPr>
          <a:xfrm>
            <a:off x="6391672" y="2296460"/>
            <a:ext cx="323056" cy="1938332"/>
          </a:xfrm>
          <a:prstGeom prst="rect">
            <a:avLst/>
          </a:prstGeom>
        </p:spPr>
      </p:pic>
      <p:sp>
        <p:nvSpPr>
          <p:cNvPr id="8" name="TextBox 7">
            <a:extLst>
              <a:ext uri="{FF2B5EF4-FFF2-40B4-BE49-F238E27FC236}">
                <a16:creationId xmlns:a16="http://schemas.microsoft.com/office/drawing/2014/main" id="{797F0D4F-CC04-8881-2F04-14AEA6E00E61}"/>
              </a:ext>
            </a:extLst>
          </p:cNvPr>
          <p:cNvSpPr txBox="1"/>
          <p:nvPr/>
        </p:nvSpPr>
        <p:spPr>
          <a:xfrm>
            <a:off x="6090493" y="1880332"/>
            <a:ext cx="2448272" cy="369332"/>
          </a:xfrm>
          <a:prstGeom prst="rect">
            <a:avLst/>
          </a:prstGeom>
          <a:noFill/>
        </p:spPr>
        <p:txBody>
          <a:bodyPr wrap="square" rtlCol="0">
            <a:spAutoFit/>
          </a:bodyPr>
          <a:lstStyle/>
          <a:p>
            <a:r>
              <a:rPr lang="en-IN" b="1" dirty="0"/>
              <a:t>OUTPUT:</a:t>
            </a:r>
          </a:p>
        </p:txBody>
      </p:sp>
    </p:spTree>
    <p:extLst>
      <p:ext uri="{BB962C8B-B14F-4D97-AF65-F5344CB8AC3E}">
        <p14:creationId xmlns:p14="http://schemas.microsoft.com/office/powerpoint/2010/main" val="904857287"/>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5fdf78f45f98440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8f934b15af14c76"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Classification of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f8d98f611e364c4f">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4" name="Picture 13"/>
          <p:cNvPicPr>
            <a:picLocks noChangeAspect="1"/>
          </p:cNvPicPr>
          <p:nvPr/>
        </p:nvPicPr>
        <p:blipFill>
          <a:blip r:embed="R0d2c6010b46b48b0"/>
          <a:srcRect t="10430"/>
          <a:stretch>
            <a:fillRect/>
          </a:stretch>
        </p:blipFill>
        <p:spPr>
          <a:xfrm>
            <a:off x="586574" y="1666628"/>
            <a:ext cx="8151379" cy="3914726"/>
          </a:xfrm>
          <a:prstGeom prst="rect">
            <a:avLst/>
          </a:prstGeom>
        </p:spPr>
      </p:pic>
      <p:sp>
        <p:nvSpPr>
          <p:cNvPr id="13" name="TextBox 12"/>
          <p:cNvSpPr txBox="1"/>
          <p:nvPr/>
        </p:nvSpPr>
        <p:spPr>
          <a:xfrm>
            <a:off x="467544" y="5517232"/>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Fig.5:  Types of  Arrays </a:t>
            </a:r>
          </a:p>
        </p:txBody>
      </p:sp>
    </p:spTree>
    <p:extLst>
      <p:ext uri="{BB962C8B-B14F-4D97-AF65-F5344CB8AC3E}">
        <p14:creationId xmlns:p14="http://schemas.microsoft.com/office/powerpoint/2010/main" val="2658956511"/>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8959f0d3ba84d77"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6b137f27dbd64218"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1-D as a row</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Elements stored one after other.</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173c05e809e24b19">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5" name="Picture 14"/>
          <p:cNvPicPr>
            <a:picLocks noChangeAspect="1"/>
          </p:cNvPicPr>
          <p:nvPr/>
        </p:nvPicPr>
        <p:blipFill>
          <a:blip r:embed="Rd9d7d464440c481a"/>
          <a:srcRect l="5009" t="13741" r="4641" b="28669"/>
          <a:stretch>
            <a:fillRect/>
          </a:stretch>
        </p:blipFill>
        <p:spPr>
          <a:xfrm>
            <a:off x="323531" y="3789042"/>
            <a:ext cx="4536502" cy="1647452"/>
          </a:xfrm>
          <a:prstGeom prst="rect">
            <a:avLst/>
          </a:prstGeom>
        </p:spPr>
      </p:pic>
      <p:pic>
        <p:nvPicPr>
          <p:cNvPr id="13" name="Picture 12"/>
          <p:cNvPicPr>
            <a:picLocks noChangeAspect="1"/>
          </p:cNvPicPr>
          <p:nvPr/>
        </p:nvPicPr>
        <p:blipFill>
          <a:blip r:embed="R9359d410da074804"/>
          <a:srcRect l="4724" t="9457" r="5502" b="15383"/>
          <a:stretch>
            <a:fillRect/>
          </a:stretch>
        </p:blipFill>
        <p:spPr>
          <a:xfrm>
            <a:off x="4436345" y="1497440"/>
            <a:ext cx="4695288" cy="2887065"/>
          </a:xfrm>
          <a:prstGeom prst="rect">
            <a:avLst/>
          </a:prstGeom>
        </p:spPr>
      </p:pic>
      <p:sp>
        <p:nvSpPr>
          <p:cNvPr id="14" name="TextBox 13"/>
          <p:cNvSpPr txBox="1"/>
          <p:nvPr/>
        </p:nvSpPr>
        <p:spPr>
          <a:xfrm>
            <a:off x="467544" y="551723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Fig.7:  Example of One-dimensional Array</a:t>
            </a:r>
          </a:p>
        </p:txBody>
      </p:sp>
    </p:spTree>
    <p:extLst>
      <p:ext uri="{BB962C8B-B14F-4D97-AF65-F5344CB8AC3E}">
        <p14:creationId xmlns:p14="http://schemas.microsoft.com/office/powerpoint/2010/main" val="1235193271"/>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f6cd709b441646d4"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2ac445a37b0f49e7"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p:cNvPicPr>
            <a:picLocks noChangeAspect="1" noChangeArrowheads="1"/>
          </p:cNvPicPr>
          <p:nvPr/>
        </p:nvPicPr>
        <p:blipFill>
          <a:blip r:embed="R1b06526f70714c3c">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2E8145EE-C6C9-F6BA-6858-45AEE1A465D0}"/>
              </a:ext>
            </a:extLst>
          </p:cNvPr>
          <p:cNvSpPr txBox="1"/>
          <p:nvPr/>
        </p:nvSpPr>
        <p:spPr>
          <a:xfrm>
            <a:off x="261708" y="1174579"/>
            <a:ext cx="8584069" cy="3323987"/>
          </a:xfrm>
          <a:prstGeom prst="rect">
            <a:avLst/>
          </a:prstGeom>
          <a:noFill/>
        </p:spPr>
        <p:txBody>
          <a:bodyPr wrap="square">
            <a:spAutoFit/>
          </a:bodyPr>
          <a:lstStyle/>
          <a:p>
            <a:pPr algn="just">
              <a:spcBef>
                <a:spcPts val="600"/>
              </a:spcBef>
              <a:spcAft>
                <a:spcPts val="600"/>
              </a:spcAft>
            </a:pPr>
            <a:r>
              <a:rPr lang="en-US" sz="2000" b="1" i="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This line creates a 1-D array (list) named numbers with five integer elements.</a:t>
            </a:r>
            <a:endParaRPr lang="en-US" sz="2000" b="1" i="1"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i="1" dirty="0">
                <a:latin typeface="Times New Roman" panose="02020603050405020304" pitchFamily="18" charset="0"/>
                <a:cs typeface="Times New Roman" panose="02020603050405020304" pitchFamily="18" charset="0"/>
              </a:rPr>
              <a:t>numbers = [10, 20, 30, 40, 50]</a:t>
            </a:r>
          </a:p>
          <a:p>
            <a:pPr>
              <a:spcBef>
                <a:spcPts val="600"/>
              </a:spcBef>
              <a:spcAft>
                <a:spcPts val="600"/>
              </a:spcAft>
            </a:pPr>
            <a:r>
              <a:rPr lang="en-US" sz="2000" b="1" i="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This statement accesses the element at index 2 of the list.</a:t>
            </a:r>
            <a:endParaRPr lang="en-US" sz="2000" b="1" i="1"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i="1" dirty="0">
                <a:latin typeface="Times New Roman" panose="02020603050405020304" pitchFamily="18" charset="0"/>
                <a:cs typeface="Times New Roman" panose="02020603050405020304" pitchFamily="18" charset="0"/>
              </a:rPr>
              <a:t>print(numbers[2])</a:t>
            </a:r>
            <a:endParaRPr lang="en-US" sz="2000" dirty="0">
              <a:latin typeface="Times New Roman" panose="02020603050405020304" pitchFamily="18" charset="0"/>
              <a:cs typeface="Times New Roman" panose="02020603050405020304" pitchFamily="18" charset="0"/>
            </a:endParaRPr>
          </a:p>
          <a:p>
            <a:pPr>
              <a:spcBef>
                <a:spcPts val="600"/>
              </a:spcBef>
            </a:pPr>
            <a:endParaRPr lang="en-US" sz="2000" b="1"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OUTPUT:</a:t>
            </a:r>
          </a:p>
          <a:p>
            <a:pPr>
              <a:spcBef>
                <a:spcPts val="600"/>
              </a:spcBef>
            </a:pPr>
            <a:r>
              <a:rPr lang="en-US" sz="2000" dirty="0">
                <a:latin typeface="Times New Roman" panose="02020603050405020304" pitchFamily="18" charset="0"/>
                <a:cs typeface="Times New Roman" panose="02020603050405020304" pitchFamily="18" charset="0"/>
              </a:rPr>
              <a:t>30</a:t>
            </a:r>
          </a:p>
        </p:txBody>
      </p:sp>
      <p:sp>
        <p:nvSpPr>
          <p:cNvPr id="5" name="TextBox 4">
            <a:extLst>
              <a:ext uri="{FF2B5EF4-FFF2-40B4-BE49-F238E27FC236}">
                <a16:creationId xmlns:a16="http://schemas.microsoft.com/office/drawing/2014/main" id="{F55CB8A8-243D-A9D0-022D-F0B2E6F8C77C}"/>
              </a:ext>
            </a:extLst>
          </p:cNvPr>
          <p:cNvSpPr txBox="1"/>
          <p:nvPr/>
        </p:nvSpPr>
        <p:spPr>
          <a:xfrm>
            <a:off x="290947" y="4472589"/>
            <a:ext cx="4599708" cy="1883657"/>
          </a:xfrm>
          <a:prstGeom prst="rect">
            <a:avLst/>
          </a:prstGeom>
          <a:noFill/>
        </p:spPr>
        <p:txBody>
          <a:bodyPr wrap="square">
            <a:spAutoFit/>
          </a:bodyPr>
          <a:lstStyle/>
          <a:p>
            <a:pPr marL="92075" indent="-92075">
              <a:lnSpc>
                <a:spcPct val="150000"/>
              </a:lnSpc>
              <a:buNone/>
              <a:tabLst>
                <a:tab pos="176213" algn="l"/>
              </a:tabLst>
            </a:pPr>
            <a:r>
              <a:rPr lang="en-US" sz="2000" b="1" dirty="0">
                <a:latin typeface="Times New Roman" panose="02020603050405020304" pitchFamily="18" charset="0"/>
                <a:cs typeface="Times New Roman" panose="02020603050405020304" pitchFamily="18" charset="0"/>
              </a:rPr>
              <a:t>Index Explanation</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numbers[0] = 10</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numbers[1] = 20</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numbers[2] = 30</a:t>
            </a:r>
          </a:p>
        </p:txBody>
      </p:sp>
    </p:spTree>
    <p:extLst>
      <p:ext uri="{BB962C8B-B14F-4D97-AF65-F5344CB8AC3E}">
        <p14:creationId xmlns:p14="http://schemas.microsoft.com/office/powerpoint/2010/main" val="3630076048"/>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5D72-3576-0721-1E65-9C69041E90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E31C0A-246D-7705-E077-AE49FE26B2B2}"/>
              </a:ext>
            </a:extLst>
          </p:cNvPr>
          <p:cNvPicPr>
            <a:picLocks noGrp="1" noChangeAspect="1"/>
          </p:cNvPicPr>
          <p:nvPr>
            <p:ph idx="1"/>
          </p:nvPr>
        </p:nvPicPr>
        <p:blipFill>
          <a:blip r:embed="R47fb6764b39e4480"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4FBA3B3-10DE-76CE-6792-8362F6BC87B3}"/>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E6E077-2646-9FBF-0C4C-3B5176484491}"/>
              </a:ext>
            </a:extLst>
          </p:cNvPr>
          <p:cNvPicPr>
            <a:picLocks noChangeAspect="1"/>
          </p:cNvPicPr>
          <p:nvPr/>
        </p:nvPicPr>
        <p:blipFill>
          <a:blip r:embed="Rb0eea6823985456b"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3F66219-863D-2271-2270-2B7840D2830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CF67FC5-AA33-5F59-8807-56A980095C00}"/>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a:extLst>
              <a:ext uri="{FF2B5EF4-FFF2-40B4-BE49-F238E27FC236}">
                <a16:creationId xmlns:a16="http://schemas.microsoft.com/office/drawing/2014/main" id="{845803D9-CAD0-FB2D-F2E8-2D3A69F73CA1}"/>
              </a:ext>
            </a:extLst>
          </p:cNvPr>
          <p:cNvPicPr>
            <a:picLocks noChangeAspect="1" noChangeArrowheads="1"/>
          </p:cNvPicPr>
          <p:nvPr/>
        </p:nvPicPr>
        <p:blipFill>
          <a:blip r:embed="R6f6525e9b10648d7">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8320983-A5EC-1323-15B2-B0D5390471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8ACF2878-B024-2B7B-3B76-F41EF535C249}"/>
              </a:ext>
            </a:extLst>
          </p:cNvPr>
          <p:cNvSpPr txBox="1"/>
          <p:nvPr/>
        </p:nvSpPr>
        <p:spPr>
          <a:xfrm>
            <a:off x="323528" y="1292562"/>
            <a:ext cx="7121213" cy="5016758"/>
          </a:xfrm>
          <a:prstGeom prst="rect">
            <a:avLst/>
          </a:prstGeom>
          <a:noFill/>
        </p:spPr>
        <p:txBody>
          <a:bodyPr wrap="square">
            <a:spAutoFit/>
          </a:bodyPr>
          <a:lstStyle/>
          <a:p>
            <a:pPr>
              <a:spcBef>
                <a:spcPts val="600"/>
              </a:spcBef>
            </a:pPr>
            <a:r>
              <a:rPr lang="en-US" sz="2000" b="1" i="1" dirty="0">
                <a:latin typeface="Times New Roman" panose="02020603050405020304" pitchFamily="18" charset="0"/>
                <a:cs typeface="Times New Roman" panose="02020603050405020304" pitchFamily="18" charset="0"/>
              </a:rPr>
              <a:t># Declare and initialize a 1D array (list in Python)</a:t>
            </a:r>
          </a:p>
          <a:p>
            <a:pPr>
              <a:spcBef>
                <a:spcPts val="600"/>
              </a:spcBef>
            </a:pPr>
            <a:r>
              <a:rPr lang="en-US" sz="2000" dirty="0">
                <a:latin typeface="Times New Roman" panose="02020603050405020304" pitchFamily="18" charset="0"/>
                <a:cs typeface="Times New Roman" panose="02020603050405020304" pitchFamily="18" charset="0"/>
              </a:rPr>
              <a:t>numbers = [10, 20, 30, 40, 50]</a:t>
            </a:r>
          </a:p>
          <a:p>
            <a:pPr>
              <a:spcBef>
                <a:spcPts val="600"/>
              </a:spcBef>
            </a:pPr>
            <a:r>
              <a:rPr lang="en-US" sz="2000" dirty="0">
                <a:latin typeface="Times New Roman" panose="02020603050405020304" pitchFamily="18" charset="0"/>
                <a:cs typeface="Times New Roman" panose="02020603050405020304" pitchFamily="18" charset="0"/>
              </a:rPr>
              <a:t>sum = 0  # Variable to store the sum of the array elements</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i="1" dirty="0">
                <a:latin typeface="Times New Roman" panose="02020603050405020304" pitchFamily="18" charset="0"/>
                <a:cs typeface="Times New Roman" panose="02020603050405020304" pitchFamily="18" charset="0"/>
              </a:rPr>
              <a:t># Loop through the list</a:t>
            </a:r>
          </a:p>
          <a:p>
            <a:pPr>
              <a:spcBef>
                <a:spcPts val="600"/>
              </a:spcBef>
            </a:pP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 range(5):</a:t>
            </a:r>
          </a:p>
          <a:p>
            <a:pPr>
              <a:spcBef>
                <a:spcPts val="600"/>
              </a:spcBef>
            </a:pPr>
            <a:r>
              <a:rPr lang="en-US" sz="2000" dirty="0">
                <a:latin typeface="Times New Roman" panose="02020603050405020304" pitchFamily="18" charset="0"/>
                <a:cs typeface="Times New Roman" panose="02020603050405020304" pitchFamily="18" charset="0"/>
              </a:rPr>
              <a:t>    sum += numbers[</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 Add each element to sum</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i="1" dirty="0">
                <a:latin typeface="Times New Roman" panose="02020603050405020304" pitchFamily="18" charset="0"/>
                <a:cs typeface="Times New Roman" panose="02020603050405020304" pitchFamily="18" charset="0"/>
              </a:rPr>
              <a:t># Output the sum of the array elements</a:t>
            </a:r>
          </a:p>
          <a:p>
            <a:pPr>
              <a:spcBef>
                <a:spcPts val="600"/>
              </a:spcBef>
            </a:pPr>
            <a:r>
              <a:rPr lang="en-US" sz="2000" dirty="0">
                <a:latin typeface="Times New Roman" panose="02020603050405020304" pitchFamily="18" charset="0"/>
                <a:cs typeface="Times New Roman" panose="02020603050405020304" pitchFamily="18" charset="0"/>
              </a:rPr>
              <a:t>print("Sum of the array elements is:", sum)</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OUTPUT:</a:t>
            </a:r>
          </a:p>
          <a:p>
            <a:pPr>
              <a:spcBef>
                <a:spcPts val="600"/>
              </a:spcBef>
            </a:pPr>
            <a:r>
              <a:rPr lang="en-US" sz="2000" dirty="0">
                <a:latin typeface="Times New Roman" panose="02020603050405020304" pitchFamily="18" charset="0"/>
                <a:cs typeface="Times New Roman" panose="02020603050405020304" pitchFamily="18" charset="0"/>
              </a:rPr>
              <a:t>Sum of the array elements is: 150</a:t>
            </a:r>
          </a:p>
        </p:txBody>
      </p:sp>
    </p:spTree>
    <p:extLst>
      <p:ext uri="{BB962C8B-B14F-4D97-AF65-F5344CB8AC3E}">
        <p14:creationId xmlns:p14="http://schemas.microsoft.com/office/powerpoint/2010/main" val="2259509199"/>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F397-C294-1A87-0B90-754739FCB5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3EA8D2-75EA-FEB2-657D-EBDBDCD1BFD3}"/>
              </a:ext>
            </a:extLst>
          </p:cNvPr>
          <p:cNvPicPr>
            <a:picLocks noGrp="1" noChangeAspect="1"/>
          </p:cNvPicPr>
          <p:nvPr>
            <p:ph idx="1"/>
          </p:nvPr>
        </p:nvPicPr>
        <p:blipFill>
          <a:blip r:embed="R479f6021d35a448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73894323-D197-E8D9-B1F9-3F1F2FB4F579}"/>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19E8ED0-3C9A-C058-E19F-0B1DBE00CA45}"/>
              </a:ext>
            </a:extLst>
          </p:cNvPr>
          <p:cNvPicPr>
            <a:picLocks noChangeAspect="1"/>
          </p:cNvPicPr>
          <p:nvPr/>
        </p:nvPicPr>
        <p:blipFill>
          <a:blip r:embed="R8c299f922aa84821"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5594BB3-1CC2-335A-EB46-24DCDBB04A6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51CAB56-1E48-59C0-4E2E-9820A3D4953E}"/>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D43239B4-877A-D8FF-D14D-05CC633684B3}"/>
              </a:ext>
            </a:extLst>
          </p:cNvPr>
          <p:cNvPicPr>
            <a:picLocks noChangeAspect="1" noChangeArrowheads="1"/>
          </p:cNvPicPr>
          <p:nvPr/>
        </p:nvPicPr>
        <p:blipFill>
          <a:blip r:embed="Rd65a6a88d60e438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9853326-84DC-422D-C84C-62C8753D2C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DD540DA-5101-ADAD-AB4C-BD34A7CFC179}"/>
              </a:ext>
            </a:extLst>
          </p:cNvPr>
          <p:cNvSpPr txBox="1"/>
          <p:nvPr/>
        </p:nvSpPr>
        <p:spPr>
          <a:xfrm>
            <a:off x="187091" y="1293834"/>
            <a:ext cx="8705389" cy="44579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index of the </a:t>
            </a:r>
            <a:r>
              <a:rPr lang="en-US" sz="2400" b="1" dirty="0">
                <a:latin typeface="Times New Roman" panose="02020603050405020304" pitchFamily="18" charset="0"/>
                <a:cs typeface="Times New Roman" panose="02020603050405020304" pitchFamily="18" charset="0"/>
              </a:rPr>
              <a:t>first element of an array</a:t>
            </a:r>
            <a:r>
              <a:rPr lang="en-US" sz="24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many elements are there in the array [5, 10, 15]?</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 the output:</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a:p>
            <a:pPr marL="268288" indent="-268288">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Identify the Error</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176848078"/>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777df5ad14f94eaf"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10777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dfdc5d3ddc28471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Array(2-D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800493"/>
          </a:xfrm>
          <a:prstGeom prst="rect">
            <a:avLst/>
          </a:prstGeom>
        </p:spPr>
        <p:txBody>
          <a:bodyPr wrap="square">
            <a:spAutoFit/>
          </a:bodyPr>
          <a:lstStyle/>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Array of arrays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Consists of rows and columns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 2-D array stores data in rows and columns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Also called a matrix</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9b772c654c0240f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p:cNvPicPr>
            <a:picLocks noChangeAspect="1"/>
          </p:cNvPicPr>
          <p:nvPr/>
        </p:nvPicPr>
        <p:blipFill>
          <a:blip r:embed="R8ea7ec77500642ec"/>
          <a:srcRect l="23811" t="1665" r="24209" b="10291"/>
          <a:stretch>
            <a:fillRect/>
          </a:stretch>
        </p:blipFill>
        <p:spPr>
          <a:xfrm>
            <a:off x="5481550" y="2786480"/>
            <a:ext cx="3033659" cy="3018784"/>
          </a:xfrm>
          <a:prstGeom prst="rect">
            <a:avLst/>
          </a:prstGeom>
        </p:spPr>
      </p:pic>
      <p:sp>
        <p:nvSpPr>
          <p:cNvPr id="13" name="TextBox 12"/>
          <p:cNvSpPr txBox="1"/>
          <p:nvPr/>
        </p:nvSpPr>
        <p:spPr>
          <a:xfrm>
            <a:off x="467544" y="5805264"/>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Fig.8 (a):  Examples of Two-dimensional Array</a:t>
            </a:r>
          </a:p>
        </p:txBody>
      </p:sp>
      <p:pic>
        <p:nvPicPr>
          <p:cNvPr id="11" name="Picture 10"/>
          <p:cNvPicPr>
            <a:picLocks noChangeAspect="1"/>
          </p:cNvPicPr>
          <p:nvPr/>
        </p:nvPicPr>
        <p:blipFill>
          <a:blip r:embed="R842a42f3f47248cc"/>
          <a:stretch>
            <a:fillRect/>
          </a:stretch>
        </p:blipFill>
        <p:spPr>
          <a:xfrm>
            <a:off x="467544" y="2898670"/>
            <a:ext cx="4740561" cy="2436737"/>
          </a:xfrm>
          <a:prstGeom prst="rect">
            <a:avLst/>
          </a:prstGeom>
        </p:spPr>
      </p:pic>
    </p:spTree>
    <p:extLst>
      <p:ext uri="{BB962C8B-B14F-4D97-AF65-F5344CB8AC3E}">
        <p14:creationId xmlns:p14="http://schemas.microsoft.com/office/powerpoint/2010/main" val="2188743399"/>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CE2E-F485-7535-0433-C7E92436491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4A8B9A-2796-74D2-7AC2-BC850C2BCEF6}"/>
              </a:ext>
            </a:extLst>
          </p:cNvPr>
          <p:cNvPicPr>
            <a:picLocks noGrp="1" noChangeAspect="1"/>
          </p:cNvPicPr>
          <p:nvPr>
            <p:ph idx="1"/>
          </p:nvPr>
        </p:nvPicPr>
        <p:blipFill>
          <a:blip r:embed="R322c75e76e64411c"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5C927A5-5537-7AE7-DDA2-EF2B58960785}"/>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2B310D-3F4D-3CFE-FFCC-BD619A87D13D}"/>
              </a:ext>
            </a:extLst>
          </p:cNvPr>
          <p:cNvPicPr>
            <a:picLocks noChangeAspect="1"/>
          </p:cNvPicPr>
          <p:nvPr/>
        </p:nvPicPr>
        <p:blipFill>
          <a:blip r:embed="Ra7e039322f174dac"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814BD29-6AC3-ABB9-3757-54428698D43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DD144B8-4B59-7B3E-CD3F-565F2141E7C8}"/>
              </a:ext>
            </a:extLst>
          </p:cNvPr>
          <p:cNvSpPr>
            <a:spLocks noChangeArrowheads="1"/>
          </p:cNvSpPr>
          <p:nvPr/>
        </p:nvSpPr>
        <p:spPr bwMode="auto">
          <a:xfrm>
            <a:off x="179512" y="330378"/>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2-D Array Memory Layout</a:t>
            </a:r>
          </a:p>
        </p:txBody>
      </p:sp>
      <p:sp>
        <p:nvSpPr>
          <p:cNvPr id="3" name="TextBox 2">
            <a:extLst>
              <a:ext uri="{FF2B5EF4-FFF2-40B4-BE49-F238E27FC236}">
                <a16:creationId xmlns:a16="http://schemas.microsoft.com/office/drawing/2014/main" id="{1F5A794A-9549-2B45-C46B-2104A72733E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2B87EBB2-156E-B20E-B7E7-F818F83B700B}"/>
              </a:ext>
            </a:extLst>
          </p:cNvPr>
          <p:cNvSpPr/>
          <p:nvPr/>
        </p:nvSpPr>
        <p:spPr>
          <a:xfrm>
            <a:off x="123825" y="1308433"/>
            <a:ext cx="878497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Rows and Columns</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Rows → Horizontal</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Columns → Vertical</a:t>
            </a:r>
          </a:p>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Index Format</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array[row][column]</a:t>
            </a:r>
          </a:p>
          <a:p>
            <a:pPr marL="360363" indent="-360363">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Example:</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matrix[1][2]</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6D695D4E-BC2C-73D8-26DB-76272E919EBA}"/>
              </a:ext>
            </a:extLst>
          </p:cNvPr>
          <p:cNvPicPr>
            <a:picLocks noChangeAspect="1" noChangeArrowheads="1"/>
          </p:cNvPicPr>
          <p:nvPr/>
        </p:nvPicPr>
        <p:blipFill>
          <a:blip r:embed="R6bc83e6db8ab4091">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B3C1598-88FE-3062-5A75-9D73F327E9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8D5A5325-4DE6-7763-B722-75CC6255EDE9}"/>
              </a:ext>
            </a:extLst>
          </p:cNvPr>
          <p:cNvPicPr>
            <a:picLocks noChangeAspect="1"/>
          </p:cNvPicPr>
          <p:nvPr/>
        </p:nvPicPr>
        <p:blipFill>
          <a:blip r:embed="R4d03fa7e542a42d4"/>
          <a:srcRect l="23811" t="1665" r="24209" b="10291"/>
          <a:stretch>
            <a:fillRect/>
          </a:stretch>
        </p:blipFill>
        <p:spPr>
          <a:xfrm>
            <a:off x="4754357" y="1698513"/>
            <a:ext cx="3033659" cy="3018784"/>
          </a:xfrm>
          <a:prstGeom prst="rect">
            <a:avLst/>
          </a:prstGeom>
        </p:spPr>
      </p:pic>
      <p:sp>
        <p:nvSpPr>
          <p:cNvPr id="12" name="TextBox 11">
            <a:extLst>
              <a:ext uri="{FF2B5EF4-FFF2-40B4-BE49-F238E27FC236}">
                <a16:creationId xmlns:a16="http://schemas.microsoft.com/office/drawing/2014/main" id="{2F86DB04-D1B6-981F-C1D3-A8527AB63012}"/>
              </a:ext>
            </a:extLst>
          </p:cNvPr>
          <p:cNvSpPr txBox="1"/>
          <p:nvPr/>
        </p:nvSpPr>
        <p:spPr>
          <a:xfrm>
            <a:off x="3971332" y="4883581"/>
            <a:ext cx="4599708"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Fig.8 (b):  Example of Two-dimensional Array</a:t>
            </a:r>
          </a:p>
        </p:txBody>
      </p:sp>
    </p:spTree>
    <p:extLst>
      <p:ext uri="{BB962C8B-B14F-4D97-AF65-F5344CB8AC3E}">
        <p14:creationId xmlns:p14="http://schemas.microsoft.com/office/powerpoint/2010/main" val="262879967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44F72-4EF7-DE2F-24F7-FDC04B77B953}"/>
              </a:ext>
            </a:extLst>
          </p:cNvPr>
          <p:cNvPicPr>
            <a:picLocks noChangeAspect="1"/>
          </p:cNvPicPr>
          <p:nvPr/>
        </p:nvPicPr>
        <p:blipFill>
          <a:blip r:embed="R80af6b39c43340fc"/>
          <a:stretch>
            <a:fillRect/>
          </a:stretch>
        </p:blipFill>
        <p:spPr>
          <a:xfrm>
            <a:off x="0" y="6063"/>
            <a:ext cx="9144000" cy="6845873"/>
          </a:xfrm>
          <a:prstGeom prst="rect">
            <a:avLst/>
          </a:prstGeom>
        </p:spPr>
      </p:pic>
      <p:pic>
        <p:nvPicPr>
          <p:cNvPr id="9" name="Picture 8"/>
          <p:cNvPicPr>
            <a:picLocks noChangeAspect="1"/>
          </p:cNvPicPr>
          <p:nvPr/>
        </p:nvPicPr>
        <p:blipFill>
          <a:blip r:embed="R2bf8e02ad73b4ec8"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p:cNvPicPr>
            <a:picLocks noChangeAspect="1" noChangeArrowheads="1"/>
          </p:cNvPicPr>
          <p:nvPr/>
        </p:nvPicPr>
        <p:blipFill>
          <a:blip r:embed="Rbc0b9d118fa1401d">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92DAFF31-C190-E088-45BB-B06279E9FCD0}"/>
              </a:ext>
            </a:extLst>
          </p:cNvPr>
          <p:cNvSpPr txBox="1"/>
          <p:nvPr/>
        </p:nvSpPr>
        <p:spPr>
          <a:xfrm>
            <a:off x="445143" y="1480231"/>
            <a:ext cx="6257117" cy="4191981"/>
          </a:xfrm>
          <a:prstGeom prst="rect">
            <a:avLst/>
          </a:prstGeom>
          <a:noFill/>
        </p:spPr>
        <p:txBody>
          <a:bodyPr wrap="square">
            <a:spAutoFit/>
          </a:bodyPr>
          <a:lstStyle/>
          <a:p>
            <a:pPr>
              <a:lnSpc>
                <a:spcPct val="150000"/>
              </a:lnSpc>
            </a:pPr>
            <a:r>
              <a:rPr lang="fr-FR" sz="2000" dirty="0">
                <a:latin typeface="Times New Roman" panose="02020603050405020304" pitchFamily="18" charset="0"/>
                <a:cs typeface="Times New Roman" panose="02020603050405020304" pitchFamily="18" charset="0"/>
              </a:rPr>
              <a:t>matrix = [</a:t>
            </a:r>
          </a:p>
          <a:p>
            <a:pPr>
              <a:lnSpc>
                <a:spcPct val="150000"/>
              </a:lnSpc>
            </a:pPr>
            <a:r>
              <a:rPr lang="fr-FR" sz="2000" dirty="0">
                <a:latin typeface="Times New Roman" panose="02020603050405020304" pitchFamily="18" charset="0"/>
                <a:cs typeface="Times New Roman" panose="02020603050405020304" pitchFamily="18" charset="0"/>
              </a:rPr>
              <a:t>    [1, 2],</a:t>
            </a:r>
          </a:p>
          <a:p>
            <a:pPr>
              <a:lnSpc>
                <a:spcPct val="150000"/>
              </a:lnSpc>
            </a:pPr>
            <a:r>
              <a:rPr lang="fr-FR" sz="2000" dirty="0">
                <a:latin typeface="Times New Roman" panose="02020603050405020304" pitchFamily="18" charset="0"/>
                <a:cs typeface="Times New Roman" panose="02020603050405020304" pitchFamily="18" charset="0"/>
              </a:rPr>
              <a:t>    [3, 4]</a:t>
            </a:r>
          </a:p>
          <a:p>
            <a:pPr>
              <a:lnSpc>
                <a:spcPct val="150000"/>
              </a:lnSpc>
            </a:pPr>
            <a:r>
              <a:rPr lang="fr-FR" sz="2000" dirty="0">
                <a:latin typeface="Times New Roman" panose="02020603050405020304" pitchFamily="18" charset="0"/>
                <a:cs typeface="Times New Roman" panose="02020603050405020304" pitchFamily="18" charset="0"/>
              </a:rPr>
              <a:t>]</a:t>
            </a:r>
          </a:p>
          <a:p>
            <a:pPr>
              <a:lnSpc>
                <a:spcPct val="150000"/>
              </a:lnSpc>
            </a:pPr>
            <a:endParaRPr lang="fr-FR" sz="2000" dirty="0">
              <a:latin typeface="Times New Roman" panose="02020603050405020304" pitchFamily="18" charset="0"/>
              <a:cs typeface="Times New Roman" panose="02020603050405020304" pitchFamily="18" charset="0"/>
            </a:endParaRPr>
          </a:p>
          <a:p>
            <a:pPr>
              <a:lnSpc>
                <a:spcPct val="150000"/>
              </a:lnSpc>
            </a:pPr>
            <a:r>
              <a:rPr lang="en-US" sz="2000" b="1" i="1" dirty="0">
                <a:latin typeface="Times New Roman" panose="02020603050405020304" pitchFamily="18" charset="0"/>
                <a:cs typeface="Times New Roman" panose="02020603050405020304" pitchFamily="18" charset="0"/>
              </a:rPr>
              <a:t>#Traversal Using Loops</a:t>
            </a:r>
          </a:p>
          <a:p>
            <a:pPr>
              <a:lnSpc>
                <a:spcPct val="150000"/>
              </a:lnSpc>
            </a:pP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 range(2):</a:t>
            </a:r>
          </a:p>
          <a:p>
            <a:pPr>
              <a:lnSpc>
                <a:spcPct val="150000"/>
              </a:lnSpc>
            </a:pPr>
            <a:r>
              <a:rPr lang="en-US" sz="2000" dirty="0">
                <a:latin typeface="Times New Roman" panose="02020603050405020304" pitchFamily="18" charset="0"/>
                <a:cs typeface="Times New Roman" panose="02020603050405020304" pitchFamily="18" charset="0"/>
              </a:rPr>
              <a:t>    for j in range(2):</a:t>
            </a:r>
          </a:p>
          <a:p>
            <a:pPr>
              <a:lnSpc>
                <a:spcPct val="150000"/>
              </a:lnSpc>
            </a:pPr>
            <a:r>
              <a:rPr lang="en-US" sz="2000" dirty="0">
                <a:latin typeface="Times New Roman" panose="02020603050405020304" pitchFamily="18" charset="0"/>
                <a:cs typeface="Times New Roman" panose="02020603050405020304" pitchFamily="18" charset="0"/>
              </a:rPr>
              <a:t>        print(matrix[</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][j])</a:t>
            </a:r>
          </a:p>
        </p:txBody>
      </p:sp>
      <p:sp>
        <p:nvSpPr>
          <p:cNvPr id="11" name="TextBox 10">
            <a:extLst>
              <a:ext uri="{FF2B5EF4-FFF2-40B4-BE49-F238E27FC236}">
                <a16:creationId xmlns:a16="http://schemas.microsoft.com/office/drawing/2014/main" id="{5220C47A-DABA-E8A3-D971-3F7C8A1C2A82}"/>
              </a:ext>
            </a:extLst>
          </p:cNvPr>
          <p:cNvSpPr txBox="1"/>
          <p:nvPr/>
        </p:nvSpPr>
        <p:spPr>
          <a:xfrm>
            <a:off x="5435904" y="3040510"/>
            <a:ext cx="2588332" cy="1061829"/>
          </a:xfrm>
          <a:prstGeom prst="rect">
            <a:avLst/>
          </a:prstGeom>
          <a:solidFill>
            <a:schemeClr val="accent6">
              <a:lumMod val="40000"/>
              <a:lumOff val="60000"/>
            </a:schemeClr>
          </a:solidFill>
        </p:spPr>
        <p:txBody>
          <a:bodyPr wrap="square">
            <a:spAutoFit/>
          </a:bodyPr>
          <a:lstStyle/>
          <a:p>
            <a:pPr>
              <a:lnSpc>
                <a:spcPct val="150000"/>
              </a:lnSpc>
            </a:pPr>
            <a:r>
              <a:rPr lang="en-US" b="1" dirty="0"/>
              <a:t>OUTPUT:</a:t>
            </a:r>
          </a:p>
          <a:p>
            <a:r>
              <a:rPr lang="en-US" dirty="0"/>
              <a:t>1 2</a:t>
            </a:r>
          </a:p>
          <a:p>
            <a:r>
              <a:rPr lang="en-US" dirty="0"/>
              <a:t>3 4</a:t>
            </a:r>
          </a:p>
        </p:txBody>
      </p:sp>
    </p:spTree>
    <p:extLst>
      <p:ext uri="{BB962C8B-B14F-4D97-AF65-F5344CB8AC3E}">
        <p14:creationId xmlns:p14="http://schemas.microsoft.com/office/powerpoint/2010/main" val="2075210539"/>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F2EB-3744-01E3-11C3-112565CD56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0D1840-2125-A74A-716F-00753115DDAC}"/>
              </a:ext>
            </a:extLst>
          </p:cNvPr>
          <p:cNvPicPr>
            <a:picLocks noChangeAspect="1"/>
          </p:cNvPicPr>
          <p:nvPr/>
        </p:nvPicPr>
        <p:blipFill>
          <a:blip r:embed="R9588f0cce8a14922"/>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59F31535-9C91-67D6-D3EC-5CD1D5102C22}"/>
              </a:ext>
            </a:extLst>
          </p:cNvPr>
          <p:cNvPicPr>
            <a:picLocks noChangeAspect="1"/>
          </p:cNvPicPr>
          <p:nvPr/>
        </p:nvPicPr>
        <p:blipFill>
          <a:blip r:embed="R61d273c68f3a405e"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EECD07A1-15B4-2156-F87F-CF13C2B39AB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71C10ED-A305-778A-A1CD-4907C0984A15}"/>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a:extLst>
              <a:ext uri="{FF2B5EF4-FFF2-40B4-BE49-F238E27FC236}">
                <a16:creationId xmlns:a16="http://schemas.microsoft.com/office/drawing/2014/main" id="{AF682D04-4AF6-D520-AB61-715915E4E8ED}"/>
              </a:ext>
            </a:extLst>
          </p:cNvPr>
          <p:cNvPicPr>
            <a:picLocks noChangeAspect="1" noChangeArrowheads="1"/>
          </p:cNvPicPr>
          <p:nvPr/>
        </p:nvPicPr>
        <p:blipFill>
          <a:blip r:embed="R9d09598ef52245ce">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25A57D-28B6-C06E-93B6-F7ABFE1FAC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1E9E890-F0DD-36E5-D34B-0D0E133B1CC3}"/>
              </a:ext>
            </a:extLst>
          </p:cNvPr>
          <p:cNvSpPr txBox="1"/>
          <p:nvPr/>
        </p:nvSpPr>
        <p:spPr>
          <a:xfrm>
            <a:off x="395535" y="1165778"/>
            <a:ext cx="4328059" cy="5035353"/>
          </a:xfrm>
          <a:prstGeom prst="rect">
            <a:avLst/>
          </a:prstGeom>
          <a:noFill/>
        </p:spPr>
        <p:txBody>
          <a:bodyPr wrap="square">
            <a:spAutoFit/>
          </a:bodyPr>
          <a:lstStyle/>
          <a:p>
            <a:pPr>
              <a:lnSpc>
                <a:spcPct val="150000"/>
              </a:lnSpc>
            </a:pPr>
            <a:r>
              <a:rPr lang="fr-FR" dirty="0">
                <a:latin typeface="Times New Roman" panose="02020603050405020304" pitchFamily="18" charset="0"/>
                <a:cs typeface="Times New Roman" panose="02020603050405020304" pitchFamily="18" charset="0"/>
              </a:rPr>
              <a:t>matrix = [</a:t>
            </a:r>
          </a:p>
          <a:p>
            <a:pPr>
              <a:lnSpc>
                <a:spcPct val="150000"/>
              </a:lnSpc>
            </a:pPr>
            <a:r>
              <a:rPr lang="fr-FR" dirty="0">
                <a:latin typeface="Times New Roman" panose="02020603050405020304" pitchFamily="18" charset="0"/>
                <a:cs typeface="Times New Roman" panose="02020603050405020304" pitchFamily="18" charset="0"/>
              </a:rPr>
              <a:t>    [1, 2],</a:t>
            </a:r>
          </a:p>
          <a:p>
            <a:pPr>
              <a:lnSpc>
                <a:spcPct val="150000"/>
              </a:lnSpc>
            </a:pPr>
            <a:r>
              <a:rPr lang="fr-FR" dirty="0">
                <a:latin typeface="Times New Roman" panose="02020603050405020304" pitchFamily="18" charset="0"/>
                <a:cs typeface="Times New Roman" panose="02020603050405020304" pitchFamily="18" charset="0"/>
              </a:rPr>
              <a:t>    [3, 4]</a:t>
            </a:r>
          </a:p>
          <a:p>
            <a:pPr>
              <a:lnSpc>
                <a:spcPct val="150000"/>
              </a:lnSpc>
            </a:pPr>
            <a:r>
              <a:rPr lang="fr-FR" dirty="0">
                <a:latin typeface="Times New Roman" panose="02020603050405020304" pitchFamily="18" charset="0"/>
                <a:cs typeface="Times New Roman" panose="02020603050405020304" pitchFamily="18" charset="0"/>
              </a:rPr>
              <a:t>]</a:t>
            </a:r>
          </a:p>
          <a:p>
            <a:pPr>
              <a:lnSpc>
                <a:spcPct val="150000"/>
              </a:lnSpc>
            </a:pPr>
            <a:r>
              <a:rPr lang="fr-FR" dirty="0">
                <a:latin typeface="Times New Roman" panose="02020603050405020304" pitchFamily="18" charset="0"/>
                <a:cs typeface="Times New Roman" panose="02020603050405020304" pitchFamily="18" charset="0"/>
              </a:rPr>
              <a:t>matrix1= [</a:t>
            </a:r>
          </a:p>
          <a:p>
            <a:pPr>
              <a:lnSpc>
                <a:spcPct val="150000"/>
              </a:lnSpc>
            </a:pPr>
            <a:r>
              <a:rPr lang="fr-FR" dirty="0">
                <a:latin typeface="Times New Roman" panose="02020603050405020304" pitchFamily="18" charset="0"/>
                <a:cs typeface="Times New Roman" panose="02020603050405020304" pitchFamily="18" charset="0"/>
              </a:rPr>
              <a:t>    [1, 2],</a:t>
            </a:r>
          </a:p>
          <a:p>
            <a:pPr>
              <a:lnSpc>
                <a:spcPct val="150000"/>
              </a:lnSpc>
            </a:pPr>
            <a:r>
              <a:rPr lang="fr-FR" dirty="0">
                <a:latin typeface="Times New Roman" panose="02020603050405020304" pitchFamily="18" charset="0"/>
                <a:cs typeface="Times New Roman" panose="02020603050405020304" pitchFamily="18" charset="0"/>
              </a:rPr>
              <a:t>    [3, 4]</a:t>
            </a:r>
          </a:p>
          <a:p>
            <a:pPr>
              <a:lnSpc>
                <a:spcPct val="150000"/>
              </a:lnSpc>
            </a:pPr>
            <a:r>
              <a:rPr lang="fr-FR" dirty="0">
                <a:latin typeface="Times New Roman" panose="02020603050405020304" pitchFamily="18" charset="0"/>
                <a:cs typeface="Times New Roman" panose="02020603050405020304" pitchFamily="18" charset="0"/>
              </a:rPr>
              <a:t>]</a:t>
            </a:r>
          </a:p>
          <a:p>
            <a:pPr>
              <a:lnSpc>
                <a:spcPct val="150000"/>
              </a:lnSpc>
            </a:pPr>
            <a:r>
              <a:rPr lang="fr-FR" b="1" dirty="0">
                <a:latin typeface="Times New Roman" panose="02020603050405020304" pitchFamily="18" charset="0"/>
                <a:cs typeface="Times New Roman" panose="02020603050405020304" pitchFamily="18" charset="0"/>
              </a:rPr>
              <a:t>#Sum of Matrix </a:t>
            </a:r>
            <a:r>
              <a:rPr lang="fr-FR" b="1" dirty="0" err="1">
                <a:latin typeface="Times New Roman" panose="02020603050405020304" pitchFamily="18" charset="0"/>
                <a:cs typeface="Times New Roman" panose="02020603050405020304" pitchFamily="18" charset="0"/>
              </a:rPr>
              <a:t>Using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Loops</a:t>
            </a:r>
            <a:r>
              <a:rPr lang="fr-FR" b="1" dirty="0">
                <a:latin typeface="Times New Roman" panose="02020603050405020304" pitchFamily="18" charset="0"/>
                <a:cs typeface="Times New Roman" panose="02020603050405020304" pitchFamily="18" charset="0"/>
              </a:rPr>
              <a:t> </a:t>
            </a:r>
          </a:p>
          <a:p>
            <a:pPr>
              <a:lnSpc>
                <a:spcPct val="150000"/>
              </a:lnSpc>
            </a:pPr>
            <a:r>
              <a:rPr lang="fr-FR" dirty="0">
                <a:latin typeface="Times New Roman" panose="02020603050405020304" pitchFamily="18" charset="0"/>
                <a:cs typeface="Times New Roman" panose="02020603050405020304" pitchFamily="18" charset="0"/>
              </a:rPr>
              <a:t>for i in range(2): </a:t>
            </a:r>
          </a:p>
          <a:p>
            <a:pPr>
              <a:lnSpc>
                <a:spcPct val="150000"/>
              </a:lnSpc>
            </a:pPr>
            <a:r>
              <a:rPr lang="fr-FR" dirty="0">
                <a:latin typeface="Times New Roman" panose="02020603050405020304" pitchFamily="18" charset="0"/>
                <a:cs typeface="Times New Roman" panose="02020603050405020304" pitchFamily="18" charset="0"/>
              </a:rPr>
              <a:t>  for j in range(2): </a:t>
            </a:r>
          </a:p>
          <a:p>
            <a:pPr>
              <a:lnSpc>
                <a:spcPct val="150000"/>
              </a:lnSpc>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print</a:t>
            </a:r>
            <a:r>
              <a:rPr lang="fr-FR" dirty="0">
                <a:latin typeface="Times New Roman" panose="02020603050405020304" pitchFamily="18" charset="0"/>
                <a:cs typeface="Times New Roman" panose="02020603050405020304" pitchFamily="18" charset="0"/>
              </a:rPr>
              <a:t>(matrix[i][j]+matrix1[i][j])</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24BD057-398E-3E69-3D3C-C0FDA8D27DCA}"/>
              </a:ext>
            </a:extLst>
          </p:cNvPr>
          <p:cNvSpPr txBox="1"/>
          <p:nvPr/>
        </p:nvSpPr>
        <p:spPr>
          <a:xfrm>
            <a:off x="5639631" y="2492896"/>
            <a:ext cx="2588332" cy="1615827"/>
          </a:xfrm>
          <a:prstGeom prst="rect">
            <a:avLst/>
          </a:prstGeom>
          <a:solidFill>
            <a:schemeClr val="accent6">
              <a:lumMod val="40000"/>
              <a:lumOff val="60000"/>
            </a:schemeClr>
          </a:solidFill>
        </p:spPr>
        <p:txBody>
          <a:bodyPr wrap="square">
            <a:spAutoFit/>
          </a:bodyPr>
          <a:lstStyle/>
          <a:p>
            <a:pPr>
              <a:lnSpc>
                <a:spcPct val="150000"/>
              </a:lnSpc>
            </a:pPr>
            <a:r>
              <a:rPr lang="en-US" b="1" dirty="0"/>
              <a:t>OUTPUT:</a:t>
            </a:r>
          </a:p>
          <a:p>
            <a:r>
              <a:rPr lang="en-US" dirty="0"/>
              <a:t>2</a:t>
            </a:r>
          </a:p>
          <a:p>
            <a:r>
              <a:rPr lang="en-US" dirty="0"/>
              <a:t>4</a:t>
            </a:r>
          </a:p>
          <a:p>
            <a:r>
              <a:rPr lang="en-US" dirty="0"/>
              <a:t>6</a:t>
            </a:r>
          </a:p>
          <a:p>
            <a:r>
              <a:rPr lang="en-US" dirty="0"/>
              <a:t>8</a:t>
            </a:r>
            <a:endParaRPr lang="en-IN" dirty="0"/>
          </a:p>
        </p:txBody>
      </p:sp>
    </p:spTree>
    <p:extLst>
      <p:ext uri="{BB962C8B-B14F-4D97-AF65-F5344CB8AC3E}">
        <p14:creationId xmlns:p14="http://schemas.microsoft.com/office/powerpoint/2010/main" val="2133279439"/>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2445-AA77-C36A-D1FB-D19EE0C71E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91B060-052F-6A24-785E-934F395DF28F}"/>
              </a:ext>
            </a:extLst>
          </p:cNvPr>
          <p:cNvPicPr>
            <a:picLocks noChangeAspect="1"/>
          </p:cNvPicPr>
          <p:nvPr/>
        </p:nvPicPr>
        <p:blipFill>
          <a:blip r:embed="R7fa2560358544f4f"/>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E00E54FE-65B1-5560-0296-C74907CF86E7}"/>
              </a:ext>
            </a:extLst>
          </p:cNvPr>
          <p:cNvPicPr>
            <a:picLocks noChangeAspect="1"/>
          </p:cNvPicPr>
          <p:nvPr/>
        </p:nvPicPr>
        <p:blipFill>
          <a:blip r:embed="Ra673432452cf4001" cstate="print">
            <a:extLst>
              <a:ext uri="{28A0092B-C50C-407E-A947-70E740481C1C}">
                <a14:useLocalDpi xmlns:a14="http://schemas.microsoft.com/office/drawing/2010/main" val="0"/>
              </a:ext>
            </a:extLst>
          </a:blip>
          <a:stretch>
            <a:fillRect/>
          </a:stretch>
        </p:blipFill>
        <p:spPr>
          <a:xfrm>
            <a:off x="36511" y="6356350"/>
            <a:ext cx="2411760" cy="346691"/>
          </a:xfrm>
          <a:prstGeom prst="rect">
            <a:avLst/>
          </a:prstGeom>
        </p:spPr>
      </p:pic>
      <p:sp>
        <p:nvSpPr>
          <p:cNvPr id="6" name="TextBox 5">
            <a:extLst>
              <a:ext uri="{FF2B5EF4-FFF2-40B4-BE49-F238E27FC236}">
                <a16:creationId xmlns:a16="http://schemas.microsoft.com/office/drawing/2014/main" id="{880F3BEC-F680-5EE7-3DCE-11D33633961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99A0D57-291E-3BC0-FBC0-DAAECFB54F8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 (2-D Array)</a:t>
            </a:r>
          </a:p>
        </p:txBody>
      </p:sp>
      <p:pic>
        <p:nvPicPr>
          <p:cNvPr id="1026" name="Picture 2" descr="Ezoic">
            <a:extLst>
              <a:ext uri="{FF2B5EF4-FFF2-40B4-BE49-F238E27FC236}">
                <a16:creationId xmlns:a16="http://schemas.microsoft.com/office/drawing/2014/main" id="{9609F6F4-FCE6-CD56-76F7-C8BE78A4B0E1}"/>
              </a:ext>
            </a:extLst>
          </p:cNvPr>
          <p:cNvPicPr>
            <a:picLocks noChangeAspect="1" noChangeArrowheads="1"/>
          </p:cNvPicPr>
          <p:nvPr/>
        </p:nvPicPr>
        <p:blipFill>
          <a:blip r:embed="R595a9cb06f7a41ea">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2D4B3FBE-6ADC-E3B5-447A-33891789B1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83FCB56-5F85-7357-92C6-67729D8A5DEE}"/>
              </a:ext>
            </a:extLst>
          </p:cNvPr>
          <p:cNvSpPr txBox="1"/>
          <p:nvPr/>
        </p:nvSpPr>
        <p:spPr>
          <a:xfrm>
            <a:off x="250357" y="1239607"/>
            <a:ext cx="5040560" cy="507831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Declare and initialize a 2D array (3x3 matrix)</a:t>
            </a:r>
          </a:p>
          <a:p>
            <a:r>
              <a:rPr lang="en-US" dirty="0">
                <a:latin typeface="Times New Roman" panose="02020603050405020304" pitchFamily="18" charset="0"/>
                <a:cs typeface="Times New Roman" panose="02020603050405020304" pitchFamily="18" charset="0"/>
              </a:rPr>
              <a:t>matrix = [</a:t>
            </a:r>
          </a:p>
          <a:p>
            <a:r>
              <a:rPr lang="en-US" dirty="0">
                <a:latin typeface="Times New Roman" panose="02020603050405020304" pitchFamily="18" charset="0"/>
                <a:cs typeface="Times New Roman" panose="02020603050405020304" pitchFamily="18" charset="0"/>
              </a:rPr>
              <a:t>    [1, 2, 3],</a:t>
            </a:r>
          </a:p>
          <a:p>
            <a:r>
              <a:rPr lang="en-US" dirty="0">
                <a:latin typeface="Times New Roman" panose="02020603050405020304" pitchFamily="18" charset="0"/>
                <a:cs typeface="Times New Roman" panose="02020603050405020304" pitchFamily="18" charset="0"/>
              </a:rPr>
              <a:t>    [4, 5, 6],</a:t>
            </a:r>
          </a:p>
          <a:p>
            <a:r>
              <a:rPr lang="en-US" dirty="0">
                <a:latin typeface="Times New Roman" panose="02020603050405020304" pitchFamily="18" charset="0"/>
                <a:cs typeface="Times New Roman" panose="02020603050405020304" pitchFamily="18" charset="0"/>
              </a:rPr>
              <a:t>    [7, 8, 9]</a:t>
            </a:r>
          </a:p>
          <a:p>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 Declare a 2D array to store the transpose</a:t>
            </a:r>
          </a:p>
          <a:p>
            <a:r>
              <a:rPr lang="en-US" dirty="0">
                <a:latin typeface="Times New Roman" panose="02020603050405020304" pitchFamily="18" charset="0"/>
                <a:cs typeface="Times New Roman" panose="02020603050405020304" pitchFamily="18" charset="0"/>
              </a:rPr>
              <a:t>transpose = [[0 for _ in range(3)] for _ in range(3)]</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Compute the transpose of the matrix</a:t>
            </a:r>
          </a:p>
          <a:p>
            <a:r>
              <a:rPr lang="en-US" dirty="0">
                <a:latin typeface="Times New Roman" panose="02020603050405020304" pitchFamily="18" charset="0"/>
                <a:cs typeface="Times New Roman" panose="02020603050405020304" pitchFamily="18" charset="0"/>
              </a:rPr>
              <a:t>for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in range(3):</a:t>
            </a:r>
          </a:p>
          <a:p>
            <a:r>
              <a:rPr lang="en-US" dirty="0">
                <a:latin typeface="Times New Roman" panose="02020603050405020304" pitchFamily="18" charset="0"/>
                <a:cs typeface="Times New Roman" panose="02020603050405020304" pitchFamily="18" charset="0"/>
              </a:rPr>
              <a:t>    for j in range(3):</a:t>
            </a:r>
          </a:p>
          <a:p>
            <a:r>
              <a:rPr lang="en-US" dirty="0">
                <a:latin typeface="Times New Roman" panose="02020603050405020304" pitchFamily="18" charset="0"/>
                <a:cs typeface="Times New Roman" panose="02020603050405020304" pitchFamily="18" charset="0"/>
              </a:rPr>
              <a:t>        transpose[j][</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matrix[</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Print the transpose matrix</a:t>
            </a:r>
          </a:p>
          <a:p>
            <a:r>
              <a:rPr lang="en-US" dirty="0">
                <a:latin typeface="Times New Roman" panose="02020603050405020304" pitchFamily="18" charset="0"/>
                <a:cs typeface="Times New Roman" panose="02020603050405020304" pitchFamily="18" charset="0"/>
              </a:rPr>
              <a:t>print("Transpose of the matrix:")</a:t>
            </a:r>
          </a:p>
          <a:p>
            <a:r>
              <a:rPr lang="en-US" dirty="0">
                <a:latin typeface="Times New Roman" panose="02020603050405020304" pitchFamily="18" charset="0"/>
                <a:cs typeface="Times New Roman" panose="02020603050405020304" pitchFamily="18" charset="0"/>
              </a:rPr>
              <a:t>for row in transpose:</a:t>
            </a:r>
          </a:p>
          <a:p>
            <a:r>
              <a:rPr lang="en-US" dirty="0">
                <a:latin typeface="Times New Roman" panose="02020603050405020304" pitchFamily="18" charset="0"/>
                <a:cs typeface="Times New Roman" panose="02020603050405020304" pitchFamily="18" charset="0"/>
              </a:rPr>
              <a:t>    print(row)</a:t>
            </a:r>
          </a:p>
        </p:txBody>
      </p:sp>
      <p:sp>
        <p:nvSpPr>
          <p:cNvPr id="5" name="TextBox 4">
            <a:extLst>
              <a:ext uri="{FF2B5EF4-FFF2-40B4-BE49-F238E27FC236}">
                <a16:creationId xmlns:a16="http://schemas.microsoft.com/office/drawing/2014/main" id="{35A6DDC9-9F96-027C-FF9F-18CC4B28AA0A}"/>
              </a:ext>
            </a:extLst>
          </p:cNvPr>
          <p:cNvSpPr txBox="1"/>
          <p:nvPr/>
        </p:nvSpPr>
        <p:spPr>
          <a:xfrm>
            <a:off x="5879249" y="2970701"/>
            <a:ext cx="2588332" cy="1711366"/>
          </a:xfrm>
          <a:prstGeom prst="rect">
            <a:avLst/>
          </a:prstGeom>
          <a:solidFill>
            <a:schemeClr val="accent6">
              <a:lumMod val="40000"/>
              <a:lumOff val="60000"/>
            </a:schemeClr>
          </a:solid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Transpose of the matrix:</a:t>
            </a:r>
          </a:p>
          <a:p>
            <a:pPr>
              <a:lnSpc>
                <a:spcPct val="150000"/>
              </a:lnSpc>
            </a:pPr>
            <a:r>
              <a:rPr lang="en-IN" dirty="0">
                <a:latin typeface="Times New Roman" panose="02020603050405020304" pitchFamily="18" charset="0"/>
                <a:cs typeface="Times New Roman" panose="02020603050405020304" pitchFamily="18" charset="0"/>
              </a:rPr>
              <a:t>[1, 4, 7]</a:t>
            </a:r>
          </a:p>
          <a:p>
            <a:pPr>
              <a:lnSpc>
                <a:spcPct val="150000"/>
              </a:lnSpc>
            </a:pPr>
            <a:r>
              <a:rPr lang="en-IN" dirty="0">
                <a:latin typeface="Times New Roman" panose="02020603050405020304" pitchFamily="18" charset="0"/>
                <a:cs typeface="Times New Roman" panose="02020603050405020304" pitchFamily="18" charset="0"/>
              </a:rPr>
              <a:t>[2, 5, 8]</a:t>
            </a:r>
          </a:p>
          <a:p>
            <a:pPr>
              <a:lnSpc>
                <a:spcPct val="150000"/>
              </a:lnSpc>
            </a:pPr>
            <a:r>
              <a:rPr lang="en-IN" dirty="0">
                <a:latin typeface="Times New Roman" panose="02020603050405020304" pitchFamily="18" charset="0"/>
                <a:cs typeface="Times New Roman" panose="02020603050405020304" pitchFamily="18" charset="0"/>
              </a:rPr>
              <a:t>[3, 6, 9]</a:t>
            </a:r>
          </a:p>
        </p:txBody>
      </p:sp>
    </p:spTree>
    <p:extLst>
      <p:ext uri="{BB962C8B-B14F-4D97-AF65-F5344CB8AC3E}">
        <p14:creationId xmlns:p14="http://schemas.microsoft.com/office/powerpoint/2010/main" val="5526478"/>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B1875-FCB0-2FB9-A39A-BD873B00B5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0E45BB-E05C-A4E8-2B23-E500226D74C2}"/>
              </a:ext>
            </a:extLst>
          </p:cNvPr>
          <p:cNvPicPr>
            <a:picLocks noChangeAspect="1"/>
          </p:cNvPicPr>
          <p:nvPr/>
        </p:nvPicPr>
        <p:blipFill>
          <a:blip r:embed="R49133c29aeab49df"/>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00644F8D-C733-E65C-F733-D326765CDED4}"/>
              </a:ext>
            </a:extLst>
          </p:cNvPr>
          <p:cNvPicPr>
            <a:picLocks noChangeAspect="1"/>
          </p:cNvPicPr>
          <p:nvPr/>
        </p:nvPicPr>
        <p:blipFill>
          <a:blip r:embed="Rc6e27c1ded844287" cstate="print">
            <a:extLst>
              <a:ext uri="{28A0092B-C50C-407E-A947-70E740481C1C}">
                <a14:useLocalDpi xmlns:a14="http://schemas.microsoft.com/office/drawing/2010/main" val="0"/>
              </a:ext>
            </a:extLst>
          </a:blip>
          <a:stretch>
            <a:fillRect/>
          </a:stretch>
        </p:blipFill>
        <p:spPr>
          <a:xfrm>
            <a:off x="13079" y="6372186"/>
            <a:ext cx="2411760" cy="346691"/>
          </a:xfrm>
          <a:prstGeom prst="rect">
            <a:avLst/>
          </a:prstGeom>
        </p:spPr>
      </p:pic>
      <p:sp>
        <p:nvSpPr>
          <p:cNvPr id="6" name="TextBox 5">
            <a:extLst>
              <a:ext uri="{FF2B5EF4-FFF2-40B4-BE49-F238E27FC236}">
                <a16:creationId xmlns:a16="http://schemas.microsoft.com/office/drawing/2014/main" id="{957C76DE-99F4-0160-83E8-368CD53DD8A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998538-0A41-5F37-C02A-A0408E28F005}"/>
              </a:ext>
            </a:extLst>
          </p:cNvPr>
          <p:cNvSpPr>
            <a:spLocks noChangeArrowheads="1"/>
          </p:cNvSpPr>
          <p:nvPr/>
        </p:nvSpPr>
        <p:spPr bwMode="auto">
          <a:xfrm>
            <a:off x="233264" y="27130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688C3E45-56ED-9ED7-E0A8-BA7BF542CA5A}"/>
              </a:ext>
            </a:extLst>
          </p:cNvPr>
          <p:cNvPicPr>
            <a:picLocks noChangeAspect="1" noChangeArrowheads="1"/>
          </p:cNvPicPr>
          <p:nvPr/>
        </p:nvPicPr>
        <p:blipFill>
          <a:blip r:embed="Raa6df5145e8c4094">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DA56B02-50F6-BD4B-FBE1-1106E7D8F4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C352FD8D-CE9E-4D7C-C5F0-1567A0BAA5AA}"/>
              </a:ext>
            </a:extLst>
          </p:cNvPr>
          <p:cNvSpPr txBox="1"/>
          <p:nvPr/>
        </p:nvSpPr>
        <p:spPr>
          <a:xfrm>
            <a:off x="180806" y="1274438"/>
            <a:ext cx="8639665" cy="3165290"/>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Q. Trace the Matrix</a:t>
            </a:r>
          </a:p>
          <a:p>
            <a:pPr algn="ctr"/>
            <a:r>
              <a:rPr lang="en-US" sz="2400" dirty="0">
                <a:latin typeface="Times New Roman" panose="02020603050405020304" pitchFamily="18" charset="0"/>
                <a:cs typeface="Times New Roman" panose="02020603050405020304" pitchFamily="18" charset="0"/>
              </a:rPr>
              <a:t>5  6</a:t>
            </a:r>
          </a:p>
          <a:p>
            <a:pPr algn="ctr">
              <a:lnSpc>
                <a:spcPct val="150000"/>
              </a:lnSpc>
            </a:pPr>
            <a:r>
              <a:rPr lang="en-US" sz="2400" dirty="0">
                <a:latin typeface="Times New Roman" panose="02020603050405020304" pitchFamily="18" charset="0"/>
                <a:cs typeface="Times New Roman" panose="02020603050405020304" pitchFamily="18" charset="0"/>
              </a:rPr>
              <a:t>7  8</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matrix[1][0]?</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matrix[0][1]?</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matrix[1][2]?</a:t>
            </a:r>
          </a:p>
        </p:txBody>
      </p:sp>
    </p:spTree>
    <p:extLst>
      <p:ext uri="{BB962C8B-B14F-4D97-AF65-F5344CB8AC3E}">
        <p14:creationId xmlns:p14="http://schemas.microsoft.com/office/powerpoint/2010/main" val="596563827"/>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E68F-9927-A85F-6BC5-2C238F05A0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7C6C909-7C3B-3841-27B1-4F346235D680}"/>
              </a:ext>
            </a:extLst>
          </p:cNvPr>
          <p:cNvPicPr>
            <a:picLocks noChangeAspect="1"/>
          </p:cNvPicPr>
          <p:nvPr/>
        </p:nvPicPr>
        <p:blipFill>
          <a:blip r:embed="R38cd1719bfb24b35"/>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284A19F5-3FD4-BBE9-37FF-066BFE4AA727}"/>
              </a:ext>
            </a:extLst>
          </p:cNvPr>
          <p:cNvPicPr>
            <a:picLocks noChangeAspect="1"/>
          </p:cNvPicPr>
          <p:nvPr/>
        </p:nvPicPr>
        <p:blipFill>
          <a:blip r:embed="Rae1dd09594094592"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897E32C2-30DA-09EC-6667-CACE23592864}"/>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B64CE3F-8D81-E958-0971-E6403A9BCA17}"/>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547D6B3B-2F0E-D6D9-D092-A86FD27D2618}"/>
              </a:ext>
            </a:extLst>
          </p:cNvPr>
          <p:cNvPicPr>
            <a:picLocks noChangeAspect="1" noChangeArrowheads="1"/>
          </p:cNvPicPr>
          <p:nvPr/>
        </p:nvPicPr>
        <p:blipFill>
          <a:blip r:embed="R314c4a6ee99d4b02">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7CA2B16-50FC-CAD1-CBB4-F5CB4EA521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AB3BFA1-736F-F5D6-E92B-8ABA3E60F877}"/>
              </a:ext>
            </a:extLst>
          </p:cNvPr>
          <p:cNvSpPr txBox="1"/>
          <p:nvPr/>
        </p:nvSpPr>
        <p:spPr>
          <a:xfrm>
            <a:off x="180806" y="1274438"/>
            <a:ext cx="8639665" cy="2793842"/>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Store 5 elements in a 1-D array</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Find their sum</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Add all elements of a 2-D array</a:t>
            </a:r>
          </a:p>
        </p:txBody>
      </p:sp>
    </p:spTree>
    <p:extLst>
      <p:ext uri="{BB962C8B-B14F-4D97-AF65-F5344CB8AC3E}">
        <p14:creationId xmlns:p14="http://schemas.microsoft.com/office/powerpoint/2010/main" val="3070610303"/>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7280-545F-53FC-FEDC-0BE76F235B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CE939-4E7B-EDE0-D803-4AE361558158}"/>
              </a:ext>
            </a:extLst>
          </p:cNvPr>
          <p:cNvPicPr>
            <a:picLocks noGrp="1" noChangeAspect="1"/>
          </p:cNvPicPr>
          <p:nvPr>
            <p:ph idx="1"/>
          </p:nvPr>
        </p:nvPicPr>
        <p:blipFill>
          <a:blip r:embed="Rd2aff97e0cfb4024"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B910BBD-2B63-8046-4356-519B5A64B208}"/>
              </a:ext>
            </a:extLst>
          </p:cNvPr>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9C0E593-B27C-BAEB-0F23-5FE316E167B6}"/>
              </a:ext>
            </a:extLst>
          </p:cNvPr>
          <p:cNvPicPr>
            <a:picLocks noChangeAspect="1"/>
          </p:cNvPicPr>
          <p:nvPr/>
        </p:nvPicPr>
        <p:blipFill>
          <a:blip r:embed="Rc7974070c93b4f2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D943039-6B46-955E-1AE0-EF9B1F5A1FA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AA24B31-EBCD-F328-F14A-EC22756F8B72}"/>
              </a:ext>
            </a:extLst>
          </p:cNvPr>
          <p:cNvSpPr>
            <a:spLocks noChangeArrowheads="1"/>
          </p:cNvSpPr>
          <p:nvPr/>
        </p:nvSpPr>
        <p:spPr bwMode="auto">
          <a:xfrm>
            <a:off x="179512" y="356119"/>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 (Summary)</a:t>
            </a:r>
          </a:p>
        </p:txBody>
      </p:sp>
      <p:sp>
        <p:nvSpPr>
          <p:cNvPr id="3" name="TextBox 2">
            <a:extLst>
              <a:ext uri="{FF2B5EF4-FFF2-40B4-BE49-F238E27FC236}">
                <a16:creationId xmlns:a16="http://schemas.microsoft.com/office/drawing/2014/main" id="{93A9DD31-51F5-A06E-E099-7EB66509B17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63135ABA-1B0E-88B9-43AE-33429CFC1137}"/>
              </a:ext>
            </a:extLst>
          </p:cNvPr>
          <p:cNvSpPr/>
          <p:nvPr/>
        </p:nvSpPr>
        <p:spPr>
          <a:xfrm>
            <a:off x="282545" y="1399824"/>
            <a:ext cx="8784976" cy="3673121"/>
          </a:xfrm>
          <a:prstGeom prst="rect">
            <a:avLst/>
          </a:prstGeom>
        </p:spPr>
        <p:txBody>
          <a:bodyPr wrap="square">
            <a:spAutoFit/>
          </a:bodyPr>
          <a:lstStyle/>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1-D arrays store data in a </a:t>
            </a:r>
            <a:r>
              <a:rPr lang="en-US" altLang="en-US" sz="2400" b="1" dirty="0">
                <a:highlight>
                  <a:srgbClr val="FFFFFF"/>
                </a:highlight>
                <a:latin typeface="Times New Roman" panose="02020603050405020304" pitchFamily="18" charset="0"/>
                <a:cs typeface="Times New Roman" panose="02020603050405020304" pitchFamily="18" charset="0"/>
              </a:rPr>
              <a:t>single line</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2-D arrays store data in </a:t>
            </a:r>
            <a:r>
              <a:rPr lang="en-US" altLang="en-US" sz="2400" b="1" dirty="0">
                <a:highlight>
                  <a:srgbClr val="FFFFFF"/>
                </a:highlight>
                <a:latin typeface="Times New Roman" panose="02020603050405020304" pitchFamily="18" charset="0"/>
                <a:cs typeface="Times New Roman" panose="02020603050405020304" pitchFamily="18" charset="0"/>
              </a:rPr>
              <a:t>rows and columns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Indexing usually starts from </a:t>
            </a:r>
            <a:r>
              <a:rPr lang="en-US" altLang="en-US" sz="2400" b="1" dirty="0">
                <a:highlight>
                  <a:srgbClr val="FFFFFF"/>
                </a:highlight>
                <a:latin typeface="Times New Roman" panose="02020603050405020304" pitchFamily="18" charset="0"/>
                <a:cs typeface="Times New Roman" panose="02020603050405020304" pitchFamily="18" charset="0"/>
              </a:rPr>
              <a:t>0</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Correct indexing avoids </a:t>
            </a:r>
            <a:r>
              <a:rPr lang="en-US" altLang="en-US" sz="2400" b="1" dirty="0">
                <a:highlight>
                  <a:srgbClr val="FFFFFF"/>
                </a:highlight>
                <a:latin typeface="Times New Roman" panose="02020603050405020304" pitchFamily="18" charset="0"/>
                <a:cs typeface="Times New Roman" panose="02020603050405020304" pitchFamily="18" charset="0"/>
              </a:rPr>
              <a:t>errors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Arrays make programs </a:t>
            </a:r>
            <a:r>
              <a:rPr lang="en-US" altLang="en-US" sz="2400" b="1" dirty="0">
                <a:highlight>
                  <a:srgbClr val="FFFFFF"/>
                </a:highlight>
                <a:latin typeface="Times New Roman" panose="02020603050405020304" pitchFamily="18" charset="0"/>
                <a:cs typeface="Times New Roman" panose="02020603050405020304" pitchFamily="18" charset="0"/>
              </a:rPr>
              <a:t>organized and efficient</a:t>
            </a:r>
          </a:p>
        </p:txBody>
      </p:sp>
      <p:pic>
        <p:nvPicPr>
          <p:cNvPr id="1026" name="Picture 2" descr="Ezoic">
            <a:extLst>
              <a:ext uri="{FF2B5EF4-FFF2-40B4-BE49-F238E27FC236}">
                <a16:creationId xmlns:a16="http://schemas.microsoft.com/office/drawing/2014/main" id="{31A03011-D15C-4033-2AA2-62F8848D0EE7}"/>
              </a:ext>
            </a:extLst>
          </p:cNvPr>
          <p:cNvPicPr>
            <a:picLocks noChangeAspect="1" noChangeArrowheads="1"/>
          </p:cNvPicPr>
          <p:nvPr/>
        </p:nvPicPr>
        <p:blipFill>
          <a:blip r:embed="R13d92d47816145fb">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359C36-75A5-7E59-537E-913B3BB9BE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1240253"/>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e01ee9406485428d"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2d3389bc787147df"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53683"/>
            <a:ext cx="8291264" cy="5109860"/>
          </a:xfrm>
          <a:prstGeom prst="rect">
            <a:avLst/>
          </a:prstGeom>
          <a:noFill/>
        </p:spPr>
        <p:txBody>
          <a:bodyPr wrap="square" rtlCol="0">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Q1</a:t>
            </a:r>
            <a:r>
              <a:rPr lang="en-US" sz="2200" dirty="0">
                <a:latin typeface="Times New Roman" panose="02020603050405020304" pitchFamily="18" charset="0"/>
                <a:cs typeface="Times New Roman" panose="02020603050405020304" pitchFamily="18" charset="0"/>
              </a:rPr>
              <a:t> You are working on a scientific simulation that involves modeling weather patterns across a geographical area. Each grid cell in the simulation has various weather attributes, but many cells have default values due to the sparse nature of weather phenomena. Which type of array would you use to represent the weather data efficiently?</a:t>
            </a:r>
          </a:p>
          <a:p>
            <a:pPr algn="just">
              <a:lnSpc>
                <a:spcPct val="150000"/>
              </a:lnSpc>
            </a:pPr>
            <a:endParaRPr lang="en-US" sz="2200" b="1" dirty="0">
              <a:latin typeface="Times New Roman" panose="02020603050405020304" pitchFamily="18" charset="0"/>
              <a:cs typeface="Times New Roman" panose="02020603050405020304" pitchFamily="18" charset="0"/>
            </a:endParaRPr>
          </a:p>
          <a:p>
            <a:pPr algn="just">
              <a:lnSpc>
                <a:spcPct val="150000"/>
              </a:lnSpc>
            </a:pPr>
            <a:r>
              <a:rPr lang="en-US" sz="2200" b="1" dirty="0">
                <a:latin typeface="Times New Roman" panose="02020603050405020304" pitchFamily="18" charset="0"/>
                <a:cs typeface="Times New Roman" panose="02020603050405020304" pitchFamily="18" charset="0"/>
              </a:rPr>
              <a:t>Q2</a:t>
            </a:r>
            <a:r>
              <a:rPr lang="en-US" sz="2200" dirty="0">
                <a:latin typeface="Times New Roman" panose="02020603050405020304" pitchFamily="18" charset="0"/>
                <a:cs typeface="Times New Roman" panose="02020603050405020304" pitchFamily="18" charset="0"/>
              </a:rPr>
              <a:t> You are developing a game where players move around on a game board represented by a grid. Each cell in the grid can either be empty or contain an obstacle. How would you represent this game board using arrays, and which type of array would be most appropriate?</a:t>
            </a:r>
          </a:p>
        </p:txBody>
      </p:sp>
      <p:sp>
        <p:nvSpPr>
          <p:cNvPr id="8" name="Slide Number Placeholder 7"/>
          <p:cNvSpPr>
            <a:spLocks noGrp="1"/>
          </p:cNvSpPr>
          <p:nvPr>
            <p:ph type="sldNum" sz="quarter" idx="12"/>
          </p:nvPr>
        </p:nvSpPr>
        <p:spPr/>
        <p:txBody>
          <a:bodyPr/>
          <a:lstStyle/>
          <a:p>
            <a:fld id="{C421C46D-3F04-4F73-BF36-E6D9DA5AE143}" type="slidenum">
              <a:rPr lang="en-IN"/>
              <a:t>31</a:t>
            </a:fld>
            <a:endParaRPr lang="en-IN"/>
          </a:p>
        </p:txBody>
      </p:sp>
    </p:spTree>
    <p:extLst>
      <p:ext uri="{BB962C8B-B14F-4D97-AF65-F5344CB8AC3E}">
        <p14:creationId xmlns:p14="http://schemas.microsoft.com/office/powerpoint/2010/main" val="1118302243"/>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a5b56b24121d410f"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 (</a:t>
            </a:r>
            <a:r>
              <a:rPr lang="en-IN" sz="3200" b="1" dirty="0">
                <a:solidFill>
                  <a:srgbClr val="E31E24"/>
                </a:solidFill>
                <a:cs typeface="Times New Roman" panose="02020603050405020304" pitchFamily="18" charset="0"/>
                <a:sym typeface="Arial"/>
              </a:rPr>
              <a:t>Answers)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a5eeed8add57477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13478" y="1666628"/>
            <a:ext cx="8363272" cy="2395849"/>
          </a:xfrm>
          <a:prstGeom prst="rect">
            <a:avLst/>
          </a:prstGeom>
          <a:noFill/>
        </p:spPr>
        <p:txBody>
          <a:bodyPr wrap="square" rtlCol="0">
            <a:spAutoFit/>
          </a:bodyPr>
          <a:lstStyle/>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A1: </a:t>
            </a:r>
            <a:r>
              <a:rPr lang="en-US" sz="2400" dirty="0">
                <a:latin typeface="Times New Roman" panose="02020603050405020304" pitchFamily="18" charset="0"/>
                <a:cs typeface="Times New Roman" panose="02020603050405020304" pitchFamily="18" charset="0"/>
              </a:rPr>
              <a:t>Sparse array, as it efficiently handles datasets with many default or empty values, which is common in weather simulations.</a:t>
            </a:r>
          </a:p>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A2: </a:t>
            </a:r>
            <a:r>
              <a:rPr lang="en-US" sz="2400" dirty="0">
                <a:latin typeface="Times New Roman" panose="02020603050405020304" pitchFamily="18" charset="0"/>
                <a:cs typeface="Times New Roman" panose="02020603050405020304" pitchFamily="18" charset="0"/>
              </a:rPr>
              <a:t>2D array, as it provides a grid-like structure that matches the layout of the game board.</a:t>
            </a:r>
          </a:p>
        </p:txBody>
      </p:sp>
      <p:sp>
        <p:nvSpPr>
          <p:cNvPr id="8" name="Slide Number Placeholder 7"/>
          <p:cNvSpPr>
            <a:spLocks noGrp="1"/>
          </p:cNvSpPr>
          <p:nvPr>
            <p:ph type="sldNum" sz="quarter" idx="12"/>
          </p:nvPr>
        </p:nvSpPr>
        <p:spPr/>
        <p:txBody>
          <a:bodyPr/>
          <a:lstStyle/>
          <a:p>
            <a:fld id="{C421C46D-3F04-4F73-BF36-E6D9DA5AE143}" type="slidenum">
              <a:rPr lang="en-IN"/>
              <a:t>32</a:t>
            </a:fld>
            <a:endParaRPr lang="en-IN"/>
          </a:p>
        </p:txBody>
      </p:sp>
    </p:spTree>
    <p:extLst>
      <p:ext uri="{BB962C8B-B14F-4D97-AF65-F5344CB8AC3E}">
        <p14:creationId xmlns:p14="http://schemas.microsoft.com/office/powerpoint/2010/main" val="3813458573"/>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c7a98ae271c04b60"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6698c8b22741448e"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253683"/>
            <a:ext cx="8748463" cy="5170646"/>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Arrays in Data Structures</a:t>
            </a:r>
          </a:p>
          <a:p>
            <a:pPr marL="268288" algn="just">
              <a:spcBef>
                <a:spcPts val="600"/>
              </a:spcBef>
            </a:pPr>
            <a:r>
              <a:rPr lang="en-IN" dirty="0">
                <a:latin typeface="Times New Roman" panose="02020603050405020304" pitchFamily="18" charset="0"/>
                <a:cs typeface="Times New Roman" panose="02020603050405020304" pitchFamily="18" charset="0"/>
                <a:hlinkClick r:id="rcId1aa2808ca2764f4b"/>
              </a:rPr>
              <a:t>https://www.geeksforgeeks.org/array-data-structure/</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 Structures – Arrays</a:t>
            </a:r>
          </a:p>
          <a:p>
            <a:pPr marL="268288" algn="just">
              <a:spcBef>
                <a:spcPts val="600"/>
              </a:spcBef>
            </a:pPr>
            <a:r>
              <a:rPr lang="en-IN" dirty="0">
                <a:latin typeface="Times New Roman" panose="02020603050405020304" pitchFamily="18" charset="0"/>
                <a:cs typeface="Times New Roman" panose="02020603050405020304" pitchFamily="18" charset="0"/>
                <a:hlinkClick r:id="rcId77b4a1d038f64511"/>
              </a:rPr>
              <a:t>https://www.tutorialspoint.com/data_structures_algorithms/array_data_structure.htm</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MIT </a:t>
            </a:r>
            <a:r>
              <a:rPr lang="en-IN" dirty="0" err="1">
                <a:latin typeface="Times New Roman" panose="02020603050405020304" pitchFamily="18" charset="0"/>
                <a:cs typeface="Times New Roman" panose="02020603050405020304" pitchFamily="18" charset="0"/>
              </a:rPr>
              <a:t>OpenCourseWare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Introduction to Algorithms</a:t>
            </a:r>
          </a:p>
          <a:p>
            <a:pPr marL="268288" algn="just">
              <a:spcBef>
                <a:spcPts val="600"/>
              </a:spcBef>
            </a:pPr>
            <a:r>
              <a:rPr lang="en-IN" dirty="0">
                <a:latin typeface="Times New Roman" panose="02020603050405020304" pitchFamily="18" charset="0"/>
                <a:cs typeface="Times New Roman" panose="02020603050405020304" pitchFamily="18" charset="0"/>
                <a:hlinkClick r:id="rcIddbefc89d175141be"/>
              </a:rPr>
              <a:t>https://ocw.mit.edu</a:t>
            </a: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a:t>33</a:t>
            </a:fld>
            <a:endParaRPr lang="en-IN"/>
          </a:p>
        </p:txBody>
      </p:sp>
    </p:spTree>
    <p:extLst>
      <p:ext uri="{BB962C8B-B14F-4D97-AF65-F5344CB8AC3E}">
        <p14:creationId xmlns:p14="http://schemas.microsoft.com/office/powerpoint/2010/main" val="2832830457"/>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22e3b05363eb4f4d"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f41edc35c28040f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a:t>34</a:t>
            </a:fld>
            <a:endParaRPr lang="en-IN"/>
          </a:p>
        </p:txBody>
      </p:sp>
    </p:spTree>
    <p:extLst>
      <p:ext uri="{BB962C8B-B14F-4D97-AF65-F5344CB8AC3E}">
        <p14:creationId xmlns:p14="http://schemas.microsoft.com/office/powerpoint/2010/main" val="3858198192"/>
      </p:ext>
    </p:extLst>
  </p:cSld>
  <p:clrMapOvr>
    <a:masterClrMapping/>
  </p:clrMapOvr>
</p:sld>
</file>

<file path=docProps/app.xml><?xml version="1.0" encoding="utf-8"?>
<Properties xmlns="http://schemas.openxmlformats.org/officeDocument/2006/extended-properties" xmlns:vt="http://schemas.openxmlformats.org/officeDocument/2006/docPropsVTypes">
  <TotalTime>23772</TotalTime>
  <Words>5169</Words>
  <Application>Microsoft Office PowerPoint</Application>
  <PresentationFormat>On-screen Show (4:3)</PresentationFormat>
  <Paragraphs>1005</Paragraphs>
  <Slides>48</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WEBDEV</dc:creator>
  <lastModifiedBy>Aarti Sangwan</lastModifiedBy>
  <revision>1474</revision>
  <lastPrinted>2022-09-05T08:43:44.0000000Z</lastPrinted>
  <dcterms:created xsi:type="dcterms:W3CDTF">2020-01-16T09:05:56.0000000Z</dcterms:created>
  <dcterms:modified xsi:type="dcterms:W3CDTF">2026-04-30T17:04:48.4630000Z</dcterms:modified>
</coreProperties>
</file>