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95" r:id="rId2"/>
    <p:sldId id="396" r:id="rId3"/>
    <p:sldId id="405" r:id="rId4"/>
    <p:sldId id="422" r:id="rId5"/>
    <p:sldId id="514" r:id="rId6"/>
    <p:sldId id="511" r:id="rId7"/>
    <p:sldId id="541" r:id="rId8"/>
    <p:sldId id="549" r:id="rId9"/>
    <p:sldId id="540" r:id="rId10"/>
    <p:sldId id="408" r:id="rId11"/>
    <p:sldId id="419" r:id="rId12"/>
    <p:sldId id="420" r:id="rId13"/>
    <p:sldId id="42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9F0189-926E-4AB8-AF63-A431B72ABB67}" v="2" dt="2025-07-26T07:19:00.0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6" autoAdjust="0"/>
    <p:restoredTop sz="94660"/>
  </p:normalViewPr>
  <p:slideViewPr>
    <p:cSldViewPr snapToGrid="0">
      <p:cViewPr varScale="1">
        <p:scale>
          <a:sx n="79" d="100"/>
          <a:sy n="79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ivyanshi Mangla" userId="34edbf5d-06d7-4864-825a-181c004d5073" providerId="ADAL" clId="{6A9F0189-926E-4AB8-AF63-A431B72ABB67}"/>
    <pc:docChg chg="undo custSel addSld delSld modSld">
      <pc:chgData name="Dr. Divyanshi Mangla" userId="34edbf5d-06d7-4864-825a-181c004d5073" providerId="ADAL" clId="{6A9F0189-926E-4AB8-AF63-A431B72ABB67}" dt="2025-07-26T07:26:12.216" v="135" actId="20577"/>
      <pc:docMkLst>
        <pc:docMk/>
      </pc:docMkLst>
      <pc:sldChg chg="modSp mod">
        <pc:chgData name="Dr. Divyanshi Mangla" userId="34edbf5d-06d7-4864-825a-181c004d5073" providerId="ADAL" clId="{6A9F0189-926E-4AB8-AF63-A431B72ABB67}" dt="2025-07-26T06:31:28.684" v="0" actId="20577"/>
        <pc:sldMkLst>
          <pc:docMk/>
          <pc:sldMk cId="1551643713" sldId="395"/>
        </pc:sldMkLst>
        <pc:spChg chg="mod">
          <ac:chgData name="Dr. Divyanshi Mangla" userId="34edbf5d-06d7-4864-825a-181c004d5073" providerId="ADAL" clId="{6A9F0189-926E-4AB8-AF63-A431B72ABB67}" dt="2025-07-26T06:31:28.684" v="0" actId="20577"/>
          <ac:spMkLst>
            <pc:docMk/>
            <pc:sldMk cId="1551643713" sldId="395"/>
            <ac:spMk id="4" creationId="{7AE87B50-18B9-D467-F70C-34907A9652C5}"/>
          </ac:spMkLst>
        </pc:spChg>
      </pc:sldChg>
      <pc:sldChg chg="modSp mod">
        <pc:chgData name="Dr. Divyanshi Mangla" userId="34edbf5d-06d7-4864-825a-181c004d5073" providerId="ADAL" clId="{6A9F0189-926E-4AB8-AF63-A431B72ABB67}" dt="2025-07-26T06:32:07.001" v="67" actId="20577"/>
        <pc:sldMkLst>
          <pc:docMk/>
          <pc:sldMk cId="1839139080" sldId="396"/>
        </pc:sldMkLst>
        <pc:spChg chg="mod">
          <ac:chgData name="Dr. Divyanshi Mangla" userId="34edbf5d-06d7-4864-825a-181c004d5073" providerId="ADAL" clId="{6A9F0189-926E-4AB8-AF63-A431B72ABB67}" dt="2025-07-26T06:32:07.001" v="67" actId="20577"/>
          <ac:spMkLst>
            <pc:docMk/>
            <pc:sldMk cId="1839139080" sldId="396"/>
            <ac:spMk id="6" creationId="{C7FE91A7-EF64-E9A6-68F4-F6C5EABBEA4A}"/>
          </ac:spMkLst>
        </pc:spChg>
      </pc:sldChg>
      <pc:sldChg chg="modSp mod">
        <pc:chgData name="Dr. Divyanshi Mangla" userId="34edbf5d-06d7-4864-825a-181c004d5073" providerId="ADAL" clId="{6A9F0189-926E-4AB8-AF63-A431B72ABB67}" dt="2025-07-26T07:26:12.216" v="135" actId="20577"/>
        <pc:sldMkLst>
          <pc:docMk/>
          <pc:sldMk cId="3060683144" sldId="405"/>
        </pc:sldMkLst>
        <pc:spChg chg="mod">
          <ac:chgData name="Dr. Divyanshi Mangla" userId="34edbf5d-06d7-4864-825a-181c004d5073" providerId="ADAL" clId="{6A9F0189-926E-4AB8-AF63-A431B72ABB67}" dt="2025-07-26T07:26:12.216" v="135" actId="20577"/>
          <ac:spMkLst>
            <pc:docMk/>
            <pc:sldMk cId="3060683144" sldId="405"/>
            <ac:spMk id="6" creationId="{B5C909BE-9726-8848-9A71-19F72CDF3C0E}"/>
          </ac:spMkLst>
        </pc:spChg>
      </pc:sldChg>
      <pc:sldChg chg="addSp delSp modSp mod">
        <pc:chgData name="Dr. Divyanshi Mangla" userId="34edbf5d-06d7-4864-825a-181c004d5073" providerId="ADAL" clId="{6A9F0189-926E-4AB8-AF63-A431B72ABB67}" dt="2025-07-26T07:24:51.499" v="111" actId="207"/>
        <pc:sldMkLst>
          <pc:docMk/>
          <pc:sldMk cId="3461469184" sldId="408"/>
        </pc:sldMkLst>
        <pc:spChg chg="del mod">
          <ac:chgData name="Dr. Divyanshi Mangla" userId="34edbf5d-06d7-4864-825a-181c004d5073" providerId="ADAL" clId="{6A9F0189-926E-4AB8-AF63-A431B72ABB67}" dt="2025-07-26T07:22:42.215" v="103"/>
          <ac:spMkLst>
            <pc:docMk/>
            <pc:sldMk cId="3461469184" sldId="408"/>
            <ac:spMk id="3" creationId="{243BFFBC-74A3-451B-CDF0-A4DFA118CA29}"/>
          </ac:spMkLst>
        </pc:spChg>
        <pc:spChg chg="add mod">
          <ac:chgData name="Dr. Divyanshi Mangla" userId="34edbf5d-06d7-4864-825a-181c004d5073" providerId="ADAL" clId="{6A9F0189-926E-4AB8-AF63-A431B72ABB67}" dt="2025-07-26T07:24:51.499" v="111" actId="207"/>
          <ac:spMkLst>
            <pc:docMk/>
            <pc:sldMk cId="3461469184" sldId="408"/>
            <ac:spMk id="5" creationId="{503049AB-D76F-658A-5A91-5600978FD0FE}"/>
          </ac:spMkLst>
        </pc:spChg>
      </pc:sldChg>
      <pc:sldChg chg="del">
        <pc:chgData name="Dr. Divyanshi Mangla" userId="34edbf5d-06d7-4864-825a-181c004d5073" providerId="ADAL" clId="{6A9F0189-926E-4AB8-AF63-A431B72ABB67}" dt="2025-07-26T07:15:17.315" v="69" actId="47"/>
        <pc:sldMkLst>
          <pc:docMk/>
          <pc:sldMk cId="2559325736" sldId="418"/>
        </pc:sldMkLst>
      </pc:sldChg>
      <pc:sldChg chg="addSp modSp mod">
        <pc:chgData name="Dr. Divyanshi Mangla" userId="34edbf5d-06d7-4864-825a-181c004d5073" providerId="ADAL" clId="{6A9F0189-926E-4AB8-AF63-A431B72ABB67}" dt="2025-07-26T07:24:24.343" v="110" actId="207"/>
        <pc:sldMkLst>
          <pc:docMk/>
          <pc:sldMk cId="278459223" sldId="419"/>
        </pc:sldMkLst>
        <pc:spChg chg="add mod">
          <ac:chgData name="Dr. Divyanshi Mangla" userId="34edbf5d-06d7-4864-825a-181c004d5073" providerId="ADAL" clId="{6A9F0189-926E-4AB8-AF63-A431B72ABB67}" dt="2025-07-26T07:24:24.343" v="110" actId="207"/>
          <ac:spMkLst>
            <pc:docMk/>
            <pc:sldMk cId="278459223" sldId="419"/>
            <ac:spMk id="4" creationId="{28BD33EF-B522-71BB-540A-5026C1F27F12}"/>
          </ac:spMkLst>
        </pc:spChg>
      </pc:sldChg>
      <pc:sldChg chg="addSp modSp mod">
        <pc:chgData name="Dr. Divyanshi Mangla" userId="34edbf5d-06d7-4864-825a-181c004d5073" providerId="ADAL" clId="{6A9F0189-926E-4AB8-AF63-A431B72ABB67}" dt="2025-07-26T07:19:52.095" v="81" actId="1076"/>
        <pc:sldMkLst>
          <pc:docMk/>
          <pc:sldMk cId="582118690" sldId="420"/>
        </pc:sldMkLst>
        <pc:spChg chg="mod">
          <ac:chgData name="Dr. Divyanshi Mangla" userId="34edbf5d-06d7-4864-825a-181c004d5073" providerId="ADAL" clId="{6A9F0189-926E-4AB8-AF63-A431B72ABB67}" dt="2025-07-26T07:19:47.170" v="80" actId="403"/>
          <ac:spMkLst>
            <pc:docMk/>
            <pc:sldMk cId="582118690" sldId="420"/>
            <ac:spMk id="4" creationId="{F08930CF-6A98-97BF-FED1-A648429CD3F4}"/>
          </ac:spMkLst>
        </pc:spChg>
        <pc:spChg chg="add mod">
          <ac:chgData name="Dr. Divyanshi Mangla" userId="34edbf5d-06d7-4864-825a-181c004d5073" providerId="ADAL" clId="{6A9F0189-926E-4AB8-AF63-A431B72ABB67}" dt="2025-07-26T07:19:52.095" v="81" actId="1076"/>
          <ac:spMkLst>
            <pc:docMk/>
            <pc:sldMk cId="582118690" sldId="420"/>
            <ac:spMk id="5" creationId="{86EA5CAA-6A89-E706-E3ED-211B4C360625}"/>
          </ac:spMkLst>
        </pc:spChg>
      </pc:sldChg>
      <pc:sldChg chg="addSp modSp mod">
        <pc:chgData name="Dr. Divyanshi Mangla" userId="34edbf5d-06d7-4864-825a-181c004d5073" providerId="ADAL" clId="{6A9F0189-926E-4AB8-AF63-A431B72ABB67}" dt="2025-07-26T07:19:12.741" v="72" actId="2711"/>
        <pc:sldMkLst>
          <pc:docMk/>
          <pc:sldMk cId="404351408" sldId="421"/>
        </pc:sldMkLst>
        <pc:graphicFrameChg chg="add mod modGraphic">
          <ac:chgData name="Dr. Divyanshi Mangla" userId="34edbf5d-06d7-4864-825a-181c004d5073" providerId="ADAL" clId="{6A9F0189-926E-4AB8-AF63-A431B72ABB67}" dt="2025-07-26T07:19:12.741" v="72" actId="2711"/>
          <ac:graphicFrameMkLst>
            <pc:docMk/>
            <pc:sldMk cId="404351408" sldId="421"/>
            <ac:graphicFrameMk id="4" creationId="{154BEE7A-8467-22A4-57B5-37FEEFEB5C78}"/>
          </ac:graphicFrameMkLst>
        </pc:graphicFrameChg>
      </pc:sldChg>
      <pc:sldChg chg="modSp mod">
        <pc:chgData name="Dr. Divyanshi Mangla" userId="34edbf5d-06d7-4864-825a-181c004d5073" providerId="ADAL" clId="{6A9F0189-926E-4AB8-AF63-A431B72ABB67}" dt="2025-07-26T07:25:40.412" v="117" actId="14100"/>
        <pc:sldMkLst>
          <pc:docMk/>
          <pc:sldMk cId="231369642" sldId="422"/>
        </pc:sldMkLst>
        <pc:graphicFrameChg chg="mod modGraphic">
          <ac:chgData name="Dr. Divyanshi Mangla" userId="34edbf5d-06d7-4864-825a-181c004d5073" providerId="ADAL" clId="{6A9F0189-926E-4AB8-AF63-A431B72ABB67}" dt="2025-07-26T07:25:40.412" v="117" actId="14100"/>
          <ac:graphicFrameMkLst>
            <pc:docMk/>
            <pc:sldMk cId="231369642" sldId="422"/>
            <ac:graphicFrameMk id="7" creationId="{2B6AA9A4-869F-76C2-E9CD-EFAC3EF71EAF}"/>
          </ac:graphicFrameMkLst>
        </pc:graphicFrameChg>
      </pc:sldChg>
      <pc:sldChg chg="add">
        <pc:chgData name="Dr. Divyanshi Mangla" userId="34edbf5d-06d7-4864-825a-181c004d5073" providerId="ADAL" clId="{6A9F0189-926E-4AB8-AF63-A431B72ABB67}" dt="2025-07-26T07:15:14.390" v="68"/>
        <pc:sldMkLst>
          <pc:docMk/>
          <pc:sldMk cId="1361709447" sldId="511"/>
        </pc:sldMkLst>
      </pc:sldChg>
      <pc:sldChg chg="modSp add mod">
        <pc:chgData name="Dr. Divyanshi Mangla" userId="34edbf5d-06d7-4864-825a-181c004d5073" providerId="ADAL" clId="{6A9F0189-926E-4AB8-AF63-A431B72ABB67}" dt="2025-07-26T07:25:27.855" v="115" actId="14100"/>
        <pc:sldMkLst>
          <pc:docMk/>
          <pc:sldMk cId="3778342708" sldId="514"/>
        </pc:sldMkLst>
        <pc:picChg chg="mod">
          <ac:chgData name="Dr. Divyanshi Mangla" userId="34edbf5d-06d7-4864-825a-181c004d5073" providerId="ADAL" clId="{6A9F0189-926E-4AB8-AF63-A431B72ABB67}" dt="2025-07-26T07:25:27.855" v="115" actId="14100"/>
          <ac:picMkLst>
            <pc:docMk/>
            <pc:sldMk cId="3778342708" sldId="514"/>
            <ac:picMk id="11" creationId="{FD3618C1-AB4C-F0B9-6B90-DDBF416B0A8E}"/>
          </ac:picMkLst>
        </pc:picChg>
        <pc:picChg chg="mod">
          <ac:chgData name="Dr. Divyanshi Mangla" userId="34edbf5d-06d7-4864-825a-181c004d5073" providerId="ADAL" clId="{6A9F0189-926E-4AB8-AF63-A431B72ABB67}" dt="2025-07-26T07:25:23.360" v="114" actId="1076"/>
          <ac:picMkLst>
            <pc:docMk/>
            <pc:sldMk cId="3778342708" sldId="514"/>
            <ac:picMk id="13" creationId="{22851463-3B13-F23B-395C-AB2B09822C4D}"/>
          </ac:picMkLst>
        </pc:picChg>
      </pc:sldChg>
      <pc:sldChg chg="add">
        <pc:chgData name="Dr. Divyanshi Mangla" userId="34edbf5d-06d7-4864-825a-181c004d5073" providerId="ADAL" clId="{6A9F0189-926E-4AB8-AF63-A431B72ABB67}" dt="2025-07-26T07:15:14.390" v="68"/>
        <pc:sldMkLst>
          <pc:docMk/>
          <pc:sldMk cId="3708719499" sldId="540"/>
        </pc:sldMkLst>
      </pc:sldChg>
      <pc:sldChg chg="add">
        <pc:chgData name="Dr. Divyanshi Mangla" userId="34edbf5d-06d7-4864-825a-181c004d5073" providerId="ADAL" clId="{6A9F0189-926E-4AB8-AF63-A431B72ABB67}" dt="2025-07-26T07:15:14.390" v="68"/>
        <pc:sldMkLst>
          <pc:docMk/>
          <pc:sldMk cId="484943999" sldId="541"/>
        </pc:sldMkLst>
      </pc:sldChg>
      <pc:sldChg chg="add">
        <pc:chgData name="Dr. Divyanshi Mangla" userId="34edbf5d-06d7-4864-825a-181c004d5073" providerId="ADAL" clId="{6A9F0189-926E-4AB8-AF63-A431B72ABB67}" dt="2025-07-26T07:15:14.390" v="68"/>
        <pc:sldMkLst>
          <pc:docMk/>
          <pc:sldMk cId="3985957769" sldId="54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CA880-F528-42FF-9D9D-656041A152F2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7FDF-EB9E-4972-8337-0107D986E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8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6A1C-8890-F6EE-FA88-CCFD7B4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B296B-425B-80CF-2353-C85FB9542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013F8-2700-556B-E8BF-134DA9F6B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4B3B-F227-E980-ABF8-A3F9E2D16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448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707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52C0A-5BAA-BF88-3455-F66752E5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B637-3722-E45C-B8ED-6C2496E10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CA0D78-B8C2-070C-A75D-39390A1F0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1FB704-FDF4-DE6A-D204-FC9442B68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9458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E3CD7-86AD-FE89-0C03-5098130A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79FDE-CB3E-2C0B-D4FE-DDE5186248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B920C-CCD9-4EEF-AF33-44BC642892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F9110E-1F5E-C9F6-5A08-0A1B285B0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867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ECB1C-51C6-3F1B-D46E-2D719CBE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38417-77D4-6416-E16B-4DD3855DF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57FA79-26A4-F080-4B28-B25D8E295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35A96-D732-4DE4-B2C6-A84EB8BF41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000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6D224-5F28-52BF-77CD-4D9A9CB3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78297-6564-A7C4-7B84-80E50A5A5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AC1EF-42CD-1CA1-F36A-40E58071D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0A565-A151-0337-CDDC-2DD336F03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215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F059-0C54-AD09-D4B4-0A2E5A7CA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A6A15-A308-D446-4F84-A9EE699D4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9609-ACF1-CEF4-58E3-FDE91E11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BA11-9F27-9D7A-2271-AA4752D1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79911-496E-C1BF-40E5-989E3E98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63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AFD5-92DF-02D3-14DA-0592076B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E9CB-D905-9CF7-0F87-B66D74AA6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6189C-A79E-BA17-D8F7-8F9DCA2B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E3653-B273-A58F-15BB-E260E6E7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33112-B3A0-0810-9716-268AC010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95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E9CE-DA9D-BE97-2E16-DD85A7CC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4CD4F-7B95-EEB9-DB66-EFD86AA5C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66CA-A45E-ADB5-D5E2-5F9C921E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A573-6B22-121D-65BD-2A6EFC3D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4F79B-846A-89F9-76E1-69BD6CE1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39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E730-90B9-98AD-146E-DA2D4B21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5413-DE4A-8131-C8FB-47019CBEB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76244-0B58-1F73-09C2-5794FB2BC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18BB9-8F43-C544-66AD-4C8D8E2B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4F58E-781B-34C5-D44C-F95867AA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4C006-D063-991F-DF59-74479B1A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63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FEE4-8DAA-4BF2-33D9-8496D58F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A8551-198F-A3F5-F0C3-7CAD28455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C037F-E6FE-9AF0-60DD-12B8B2874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628EC-40E4-7A35-54F8-4092A7BF9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DEC03-25FD-18D4-233F-6E513DF3D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CF223-7474-A556-4E6F-CF4149D8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D1F66-1570-EF8F-1B7A-914E32EE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A1EA8-4288-D015-2240-EA8FDA65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0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3207-5D12-38FE-ED70-4ECEFA87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E37A2-0316-0D07-42D3-79D3B266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BD6B8-D060-620A-C00E-05D42CE4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0D3BF-06A8-517B-489F-8DAE81E5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74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4613C-7E35-B8C8-09C8-37BABFBD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9A415-E177-3F8D-4EE0-D515AEBA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8B1BD-5491-E598-6006-DE5852BE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71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8579-F3BE-5A87-CF66-98C0A357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D013B-C5E8-D3F3-7820-9CB3DE7BD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DE167-0C5C-9459-27E6-0179E758F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32756-F545-C414-62A5-DB1355BA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C04F0-F5D7-EF56-AC99-5181D233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8C0C5-F425-A69F-F34B-B512177D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7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70A6-7E65-99AA-5BBC-E4BCB662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1155F-0B71-2ED7-013C-68DB130F0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CA4B-9DB6-8BB3-AE8F-09531BB49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E8D6C-C250-DF43-2397-AC2E2D38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1FB44-B47A-AD3F-4A9A-65B569F3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3B207-678C-5259-993C-2D3CCA61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41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05DD-7452-98CF-B717-FEED2572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A86B3-0E86-0C15-42C2-115C1446A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7975-0C95-1271-A8B1-D7852BD2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EDCDC-18C6-7073-AE91-FB00D577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D04EA-A0FF-30D1-F12A-6F3762F2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54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3B6E-1307-A690-B8DB-F0D2160AA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B7061-9074-3F86-73F4-F43CE854D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A8E-B32E-3026-3606-0449F14DB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47BC5-E165-71CE-82A4-748F63FE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2F803-BB05-AF2F-1493-934211B7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56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63B337-0CB5-9D2D-6A56-7EF1247A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D1469-6A47-EE6F-92C2-8B3C836F8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71DBD-F888-3E18-7AF6-BA2844530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D6ED3-0AC2-1A27-AAC0-0E5466588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11556-8588-723C-1EB1-38BC89D7A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2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0E1FFC39-993B-BCEA-F84E-9FFC410CCE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294"/>
            <a:ext cx="12192000" cy="6946678"/>
          </a:xfrm>
          <a:prstGeom prst="rect">
            <a:avLst/>
          </a:prstGeom>
        </p:spPr>
      </p:pic>
      <p:pic>
        <p:nvPicPr>
          <p:cNvPr id="1026" name="Picture 2" descr="KR Mangalam Full Form: All Defination - CareerGuide">
            <a:extLst>
              <a:ext uri="{FF2B5EF4-FFF2-40B4-BE49-F238E27FC236}">
                <a16:creationId xmlns:a16="http://schemas.microsoft.com/office/drawing/2014/main" id="{37025CEA-8A22-BAED-A319-F9DDDC3D9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743" y="134471"/>
            <a:ext cx="5724938" cy="106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F80489-0B3E-B6D7-4D23-523CAF0319F8}"/>
              </a:ext>
            </a:extLst>
          </p:cNvPr>
          <p:cNvSpPr txBox="1"/>
          <p:nvPr/>
        </p:nvSpPr>
        <p:spPr>
          <a:xfrm>
            <a:off x="687333" y="1337895"/>
            <a:ext cx="113970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Engineering Chemistry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ETCH104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B.Tech. CSE (Full Stack/IBM/DS) SEM-I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 Dr. Divyanshi Mangla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(Assistant Professor)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School of Basic and Applied Sciences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87B50-18B9-D467-F70C-34907A9652C5}"/>
              </a:ext>
            </a:extLst>
          </p:cNvPr>
          <p:cNvSpPr/>
          <p:nvPr/>
        </p:nvSpPr>
        <p:spPr>
          <a:xfrm>
            <a:off x="9609259" y="337200"/>
            <a:ext cx="252729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Session no.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17</a:t>
            </a:r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64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4C842B31-BC89-43EA-A6A3-FF6F9B5AF7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B7E1E9C-F82F-8470-62C4-87CA738BC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72725"/>
            <a:ext cx="3269613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Table of Contents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13B30A-3576-FCBF-3170-78045AB53FA0}"/>
              </a:ext>
            </a:extLst>
          </p:cNvPr>
          <p:cNvCxnSpPr/>
          <p:nvPr/>
        </p:nvCxnSpPr>
        <p:spPr>
          <a:xfrm>
            <a:off x="-1" y="1061448"/>
            <a:ext cx="1216152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175348-F07F-139B-210A-51B3F331B9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E91A7-EF64-E9A6-68F4-F6C5EABBEA4A}"/>
              </a:ext>
            </a:extLst>
          </p:cNvPr>
          <p:cNvSpPr txBox="1"/>
          <p:nvPr/>
        </p:nvSpPr>
        <p:spPr>
          <a:xfrm>
            <a:off x="251520" y="1484784"/>
            <a:ext cx="8712968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Pre-requisite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Battery and its Types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Primary battery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Secondary battery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Quiz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Support Material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13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24492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Pre-requisite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909BE-9726-8848-9A71-19F72CDF3C0E}"/>
              </a:ext>
            </a:extLst>
          </p:cNvPr>
          <p:cNvSpPr txBox="1"/>
          <p:nvPr/>
        </p:nvSpPr>
        <p:spPr>
          <a:xfrm>
            <a:off x="179512" y="1315453"/>
            <a:ext cx="6405921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knowledge of Class 12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Redox reactions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68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8DB8-7C92-7F49-3D09-50F65EBB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5DEDB5F-922C-0E11-8257-EA991DFB3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2C0260C-356D-0020-5C6D-47A86703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2976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Course Outcomes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F56155-D7E6-3EFF-D12D-BA82436D6512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648CF18-377B-7EF4-EFE6-0C161A5A0B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6AA9A4-869F-76C2-E9CD-EFAC3EF71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342841"/>
              </p:ext>
            </p:extLst>
          </p:nvPr>
        </p:nvGraphicFramePr>
        <p:xfrm>
          <a:off x="912405" y="2047566"/>
          <a:ext cx="10441394" cy="269512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323969">
                  <a:extLst>
                    <a:ext uri="{9D8B030D-6E8A-4147-A177-3AD203B41FA5}">
                      <a16:colId xmlns:a16="http://schemas.microsoft.com/office/drawing/2014/main" val="1078813254"/>
                    </a:ext>
                  </a:extLst>
                </a:gridCol>
                <a:gridCol w="6661609">
                  <a:extLst>
                    <a:ext uri="{9D8B030D-6E8A-4147-A177-3AD203B41FA5}">
                      <a16:colId xmlns:a16="http://schemas.microsoft.com/office/drawing/2014/main" val="1198884536"/>
                    </a:ext>
                  </a:extLst>
                </a:gridCol>
                <a:gridCol w="2455816">
                  <a:extLst>
                    <a:ext uri="{9D8B030D-6E8A-4147-A177-3AD203B41FA5}">
                      <a16:colId xmlns:a16="http://schemas.microsoft.com/office/drawing/2014/main" val="2626532432"/>
                    </a:ext>
                  </a:extLst>
                </a:gridCol>
              </a:tblGrid>
              <a:tr h="770035">
                <a:tc>
                  <a:txBody>
                    <a:bodyPr/>
                    <a:lstStyle/>
                    <a:p>
                      <a:pPr marL="9525" algn="ctr">
                        <a:lnSpc>
                          <a:spcPts val="128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the methods for water hardness and the basics of boiler water treatment and analyze fuel calorific values and battery.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5412386"/>
                  </a:ext>
                </a:extLst>
              </a:tr>
              <a:tr h="385018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characteristics and working principles of different battery types and types of fuels. 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23707397"/>
                  </a:ext>
                </a:extLst>
              </a:tr>
              <a:tr h="770035">
                <a:tc>
                  <a:txBody>
                    <a:bodyPr/>
                    <a:lstStyle/>
                    <a:p>
                      <a:pPr marL="9525" algn="ctr">
                        <a:lnSpc>
                          <a:spcPts val="1265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the differences between batteries and fuel cells and classify fuel cell types based on their components.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7939504"/>
                  </a:ext>
                </a:extLst>
              </a:tr>
              <a:tr h="770035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between hard and soft water, solve the related numerical problems on water purification and emf and its significance in industry and daily life.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BTL3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140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6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03512" y="151594"/>
            <a:ext cx="84249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Batteries</a:t>
            </a:r>
            <a:endParaRPr lang="en-IN" sz="3200" b="1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519921" y="1092224"/>
            <a:ext cx="8784976" cy="1069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 fontAlgn="base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Batteries are devices that store electrical energy in the form of chemical energy.</a:t>
            </a:r>
          </a:p>
          <a:p>
            <a:pPr marL="342900" indent="-342900" algn="just" fontAlgn="base">
              <a:lnSpc>
                <a:spcPct val="107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Batteries consist of one or more galvanic cells connected in series.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3618C1-AB4C-F0B9-6B90-DDBF416B0A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4141" y="2190338"/>
            <a:ext cx="6867796" cy="19141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851463-3B13-F23B-395C-AB2B09822C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4140" y="4175403"/>
            <a:ext cx="4912984" cy="206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342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8E17-3BF5-9751-942D-65A32277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BD2D022-93FA-2A31-2E26-7E72B3C3CD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1ADCC02A-5AF8-1D8F-E326-994D9D7D70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61" y="287787"/>
            <a:ext cx="422102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Primary batteries</a:t>
            </a:r>
            <a:endParaRPr lang="en-IN" sz="3200" b="1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4085878-D9CE-8CF5-C473-1FE98FFF1D5A}"/>
              </a:ext>
            </a:extLst>
          </p:cNvPr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2F22722-7D99-9D55-209A-9C9256023D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2148AE-576B-FD01-C9AA-823C813591F2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49FB38-C9A5-5809-C025-2E5146926315}"/>
              </a:ext>
            </a:extLst>
          </p:cNvPr>
          <p:cNvSpPr txBox="1"/>
          <p:nvPr/>
        </p:nvSpPr>
        <p:spPr>
          <a:xfrm>
            <a:off x="1919536" y="1293835"/>
            <a:ext cx="821712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/>
              <a:t>Primary batteries are non-rechargeable batteries.</a:t>
            </a:r>
          </a:p>
          <a:p>
            <a:endParaRPr lang="en-US" sz="22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/>
              <a:t>The chemical reaction in a primary battery is irreversible.</a:t>
            </a:r>
          </a:p>
          <a:p>
            <a:endParaRPr lang="en-US" sz="22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/>
              <a:t>Once a primary battery is discharged, it cannot be recharged.</a:t>
            </a:r>
          </a:p>
          <a:p>
            <a:endParaRPr lang="en-US" sz="22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/>
              <a:t>Examples of primary batteries include: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200"/>
              <a:t>Alkaline batteries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200"/>
              <a:t>Carbon-zinc batteries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200"/>
              <a:t>Lithium batteries</a:t>
            </a:r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709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90FDD-CCE7-CF55-E251-81C029619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1DFF96A-870B-CE54-4E39-702380CB70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EA64B6D5-FD0C-CAB5-0F02-E184C4AEF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60" y="287787"/>
            <a:ext cx="480772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Secondary batteries</a:t>
            </a:r>
            <a:endParaRPr lang="en-IN" sz="3200" b="1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CE151F-DC82-B695-5B0C-B98AA815BFCE}"/>
              </a:ext>
            </a:extLst>
          </p:cNvPr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E15C443-220E-C35C-DECF-74924746E1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A7E7AF-F55C-09F0-818C-93ED8EDCF4F6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D53F6F-DB96-9E9F-E517-30B3841B49D6}"/>
              </a:ext>
            </a:extLst>
          </p:cNvPr>
          <p:cNvSpPr txBox="1"/>
          <p:nvPr/>
        </p:nvSpPr>
        <p:spPr>
          <a:xfrm>
            <a:off x="1919536" y="1293835"/>
            <a:ext cx="8217126" cy="4370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/>
              <a:t>Secondary batteries are rechargeable batteries.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/>
              <a:t>The chemical reaction in a secondary battery is reversible.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/>
              <a:t>Secondary batteries can be recharged by applying an external voltage.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2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/>
              <a:t>Examples of secondary batteries include: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200"/>
              <a:t>Lead-acid batteries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200"/>
              <a:t>Nickel-cadmium batteries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200"/>
              <a:t>Lithium-ion batteries</a:t>
            </a:r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943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D13B4-ACE8-12F3-A466-87902EDF1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217C18-32F4-7AC2-CCB5-A7E1D0623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AA9C6A-13F8-4768-A272-C407FB1D532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FDCA36-CA9E-3FF6-C1E4-22E3F3B7D8AC}"/>
              </a:ext>
            </a:extLst>
          </p:cNvPr>
          <p:cNvSpPr txBox="1"/>
          <p:nvPr/>
        </p:nvSpPr>
        <p:spPr>
          <a:xfrm>
            <a:off x="983432" y="91616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F4E5D8-2986-20BA-9ACC-C0F04AE2A18B}"/>
              </a:ext>
            </a:extLst>
          </p:cNvPr>
          <p:cNvSpPr/>
          <p:nvPr/>
        </p:nvSpPr>
        <p:spPr>
          <a:xfrm>
            <a:off x="1616089" y="70971"/>
            <a:ext cx="835666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Differences between Primary and secondary batteries</a:t>
            </a:r>
            <a:endParaRPr lang="en-IN" sz="3200" b="1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283EC7-C4C2-4EB2-4E87-E2ACF1534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2" y="1148189"/>
            <a:ext cx="8640960" cy="53771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5957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A228A-2449-7DAF-5150-6B9211905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E726FDC-6D25-06A3-E8AB-BBAF332DC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966FA4C7-DB0E-B3EC-AB30-54FBE623E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561" y="287787"/>
            <a:ext cx="422423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Reserve batteries</a:t>
            </a:r>
            <a:endParaRPr lang="en-IN" sz="3200" b="1">
              <a:solidFill>
                <a:srgbClr val="E31E24"/>
              </a:solidFill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800945-FC0D-D154-D72F-91E6A4BEFB21}"/>
              </a:ext>
            </a:extLst>
          </p:cNvPr>
          <p:cNvCxnSpPr/>
          <p:nvPr/>
        </p:nvCxnSpPr>
        <p:spPr>
          <a:xfrm>
            <a:off x="1524001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5F56564-CD1E-9094-570D-9ACCD3B3E8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008" y="630932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269107-A223-7BB9-8D13-B97774FA67AD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kern="10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39003E-728A-21D3-3B6E-BC539F9C8752}"/>
              </a:ext>
            </a:extLst>
          </p:cNvPr>
          <p:cNvSpPr txBox="1"/>
          <p:nvPr/>
        </p:nvSpPr>
        <p:spPr>
          <a:xfrm>
            <a:off x="1919536" y="1293835"/>
            <a:ext cx="8217126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/>
              <a:t>Reserve batteries are activated when they are needed.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/>
              <a:t>The electrolyte in a reserve battery is separated from the electrodes until the battery is activated.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/>
              <a:t>Reserve batteries are used in applications where long shelf life and reliability are important.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240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400"/>
              <a:t>Examples of reserve batteries include: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/>
              <a:t>Silver-oxide batteries</a:t>
            </a:r>
          </a:p>
          <a:p>
            <a:pPr marL="514350" indent="-514350">
              <a:buFont typeface="+mj-lt"/>
              <a:buAutoNum type="romanLcPeriod"/>
            </a:pPr>
            <a:r>
              <a:rPr lang="en-US" sz="2400"/>
              <a:t>Lithium-thionyl chloride batteries</a:t>
            </a:r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719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ABFC-9C8B-85A8-02BB-30086D3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A43A6ED-74BB-1BBE-0EF4-C19D270DC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03049AB-D76F-658A-5A91-5600978FD0FE}"/>
              </a:ext>
            </a:extLst>
          </p:cNvPr>
          <p:cNvSpPr txBox="1"/>
          <p:nvPr/>
        </p:nvSpPr>
        <p:spPr>
          <a:xfrm>
            <a:off x="298489" y="0"/>
            <a:ext cx="11893511" cy="6458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r>
              <a:rPr lang="en-US" sz="2400" b="1" dirty="0">
                <a:solidFill>
                  <a:srgbClr val="4F81BD"/>
                </a:solidFill>
                <a:effectLst/>
                <a:latin typeface="Calibri" panose="020F0502020204030204" pitchFamily="34" charset="0"/>
                <a:ea typeface="MS Gothic" panose="020B0609070205080204" pitchFamily="49" charset="-128"/>
                <a:cs typeface="Times New Roman" panose="02020603050405020304" pitchFamily="18" charset="0"/>
              </a:rPr>
              <a:t>Daily Quiz – Batteries and Their Types</a:t>
            </a:r>
          </a:p>
          <a:p>
            <a:pPr>
              <a:lnSpc>
                <a:spcPct val="115000"/>
              </a:lnSpc>
              <a:spcBef>
                <a:spcPts val="1000"/>
              </a:spcBef>
              <a:buNone/>
            </a:pPr>
            <a:endParaRPr lang="en-IN" sz="2400" b="1" dirty="0">
              <a:solidFill>
                <a:srgbClr val="4F81BD"/>
              </a:solidFill>
              <a:effectLst/>
              <a:latin typeface="Calibri" panose="020F0502020204030204" pitchFamily="34" charset="0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Q1. MCQ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Which of the following is a primary battery?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a) Nickel-Cadmium battery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b) Lead-acid battery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c) Mercury battery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d) Lithium-ion battery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Correct Answer: c) Mercury battery</a:t>
            </a:r>
            <a:endParaRPr lang="en-IN" sz="1800" dirty="0">
              <a:solidFill>
                <a:schemeClr val="bg1">
                  <a:lumMod val="9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Q2. MCQ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Which battery is rechargeable and commonly used in electric vehicles?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a) Mercury cell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b) Lead-acid battery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c) Zinc-carbon battery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d) Dry cell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Correct Answer: b) Lead-acid battery</a:t>
            </a:r>
            <a:endParaRPr lang="en-IN" sz="1800" dirty="0">
              <a:solidFill>
                <a:schemeClr val="bg1">
                  <a:lumMod val="9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Q3. Short Answer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What is the main difference between a primary and a secondary battery?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Answer: Primary batteries are non-rechargeable and used once; secondary batteries are rechargeable</a:t>
            </a:r>
            <a:r>
              <a:rPr lang="en-US" sz="1800" dirty="0">
                <a:solidFill>
                  <a:schemeClr val="bg1">
                    <a:lumMod val="8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.</a:t>
            </a:r>
            <a:endParaRPr lang="en-IN" sz="1800" dirty="0">
              <a:solidFill>
                <a:schemeClr val="bg1">
                  <a:lumMod val="8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469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F63B-5B62-18E2-A9B4-DD9857FC7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3279D7A4-C310-2591-C382-70F3520A0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BD33EF-B522-71BB-540A-5026C1F27F12}"/>
              </a:ext>
            </a:extLst>
          </p:cNvPr>
          <p:cNvSpPr txBox="1"/>
          <p:nvPr/>
        </p:nvSpPr>
        <p:spPr>
          <a:xfrm>
            <a:off x="579863" y="869795"/>
            <a:ext cx="8569712" cy="420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Q4. MCQ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In a lithium-ion battery, lithium ions move: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a) From cathode to anode during discharge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b) From anode to cathode during discharge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c) From electrolyte to anode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d) Only during charging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Correct Answer: b) From anode to cathode during discharge</a:t>
            </a: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endParaRPr lang="en-IN" dirty="0"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lvl="0">
              <a:lnSpc>
                <a:spcPct val="115000"/>
              </a:lnSpc>
              <a:tabLst>
                <a:tab pos="228600" algn="l"/>
              </a:tabLst>
            </a:pP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Q5. Short Answer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Write one key application each for the following: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Ni-Cd battery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- Lithium-ion battery</a:t>
            </a:r>
            <a:br>
              <a:rPr lang="en-US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Answer: Ni-Cd: Cordless tools; Li-ion: Mobile phones, EVs</a:t>
            </a:r>
            <a:endParaRPr lang="en-IN" sz="1800" dirty="0">
              <a:solidFill>
                <a:schemeClr val="bg1">
                  <a:lumMod val="95000"/>
                </a:schemeClr>
              </a:solidFill>
              <a:effectLst/>
              <a:latin typeface="Cambria" panose="020405030504060302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4592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D324-4D3D-EA5F-4293-43A286CF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672B6F43-2F77-ECE6-542B-41048C2B9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8930CF-6A98-97BF-FED1-A648429CD3F4}"/>
              </a:ext>
            </a:extLst>
          </p:cNvPr>
          <p:cNvSpPr txBox="1"/>
          <p:nvPr/>
        </p:nvSpPr>
        <p:spPr>
          <a:xfrm>
            <a:off x="182880" y="367993"/>
            <a:ext cx="9400032" cy="1345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📚 Key Takeaways:</a:t>
            </a:r>
          </a:p>
          <a:p>
            <a:pPr>
              <a:lnSpc>
                <a:spcPct val="150000"/>
              </a:lnSpc>
              <a:buNone/>
            </a:pPr>
            <a:endParaRPr lang="en-US" b="1" dirty="0"/>
          </a:p>
          <a:p>
            <a:pPr>
              <a:lnSpc>
                <a:spcPct val="150000"/>
              </a:lnSpc>
              <a:buNone/>
            </a:pP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A5CAA-6A89-E706-E3ED-211B4C360625}"/>
              </a:ext>
            </a:extLst>
          </p:cNvPr>
          <p:cNvSpPr txBox="1"/>
          <p:nvPr/>
        </p:nvSpPr>
        <p:spPr>
          <a:xfrm>
            <a:off x="182880" y="1740813"/>
            <a:ext cx="12009120" cy="3376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Batteries</a:t>
            </a:r>
            <a:r>
              <a:rPr lang="en-US" dirty="0"/>
              <a:t> are devices that convert </a:t>
            </a:r>
            <a:r>
              <a:rPr lang="en-US" b="1" dirty="0"/>
              <a:t>chemical energy into electrical energy</a:t>
            </a:r>
            <a:r>
              <a:rPr lang="en-US" dirty="0"/>
              <a:t> via redox reactions.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Primary batteries</a:t>
            </a:r>
            <a:r>
              <a:rPr lang="en-US" dirty="0"/>
              <a:t> (e.g., dry cell, mercury cell) are non-rechargeable and used once.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Secondary batteries</a:t>
            </a:r>
            <a:r>
              <a:rPr lang="en-US" dirty="0"/>
              <a:t> (e.g., lead-acid, Ni-Cd, Li-ion) are </a:t>
            </a:r>
            <a:r>
              <a:rPr lang="en-US" b="1" dirty="0"/>
              <a:t>rechargeable</a:t>
            </a:r>
            <a:r>
              <a:rPr lang="en-US" dirty="0"/>
              <a:t> and used in portable and large-scale devices.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Lead-acid batteries</a:t>
            </a:r>
            <a:r>
              <a:rPr lang="en-US" dirty="0"/>
              <a:t> are commonly used in vehicles due to high current output and low cost.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Nickel-Cadmium (Ni-Cd)</a:t>
            </a:r>
            <a:r>
              <a:rPr lang="en-US" dirty="0"/>
              <a:t> batteries have good charge-discharge cycles but suffer from the </a:t>
            </a:r>
            <a:r>
              <a:rPr lang="en-US" b="1" dirty="0"/>
              <a:t>memory effect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Lithium-ion batteries</a:t>
            </a:r>
            <a:r>
              <a:rPr lang="en-US" dirty="0"/>
              <a:t> offer </a:t>
            </a:r>
            <a:r>
              <a:rPr lang="en-US" b="1" dirty="0"/>
              <a:t>high energy density</a:t>
            </a:r>
            <a:r>
              <a:rPr lang="en-US" dirty="0"/>
              <a:t>, long life, and are widely used in electronics and EVs.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working principle</a:t>
            </a:r>
            <a:r>
              <a:rPr lang="en-US" dirty="0"/>
              <a:t> involves </a:t>
            </a:r>
            <a:r>
              <a:rPr lang="en-US" b="1" dirty="0"/>
              <a:t>movement of ions</a:t>
            </a:r>
            <a:r>
              <a:rPr lang="en-US" dirty="0"/>
              <a:t> between electrodes during charging and discharging.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Battery performance depends on electrode materials, electrolytes, cycle life, energy density, and safety.</a:t>
            </a:r>
          </a:p>
        </p:txBody>
      </p:sp>
    </p:spTree>
    <p:extLst>
      <p:ext uri="{BB962C8B-B14F-4D97-AF65-F5344CB8AC3E}">
        <p14:creationId xmlns:p14="http://schemas.microsoft.com/office/powerpoint/2010/main" val="582118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629F-2CFA-F16E-94D6-EC37DA78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BBF6B9ED-E103-F7DA-C6B0-CD7219A59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F715DD2-01D3-4E38-DD74-867A29EA8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646331"/>
            <a:ext cx="283532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📚 Textbook 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4BEE7A-8467-22A4-57B5-37FEEFEB5C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045999"/>
              </p:ext>
            </p:extLst>
          </p:nvPr>
        </p:nvGraphicFramePr>
        <p:xfrm>
          <a:off x="379141" y="1449659"/>
          <a:ext cx="10929400" cy="4743830"/>
        </p:xfrm>
        <a:graphic>
          <a:graphicData uri="http://schemas.openxmlformats.org/drawingml/2006/table">
            <a:tbl>
              <a:tblPr/>
              <a:tblGrid>
                <a:gridCol w="2732350">
                  <a:extLst>
                    <a:ext uri="{9D8B030D-6E8A-4147-A177-3AD203B41FA5}">
                      <a16:colId xmlns:a16="http://schemas.microsoft.com/office/drawing/2014/main" val="896686618"/>
                    </a:ext>
                  </a:extLst>
                </a:gridCol>
                <a:gridCol w="2732350">
                  <a:extLst>
                    <a:ext uri="{9D8B030D-6E8A-4147-A177-3AD203B41FA5}">
                      <a16:colId xmlns:a16="http://schemas.microsoft.com/office/drawing/2014/main" val="3787854823"/>
                    </a:ext>
                  </a:extLst>
                </a:gridCol>
                <a:gridCol w="2732350">
                  <a:extLst>
                    <a:ext uri="{9D8B030D-6E8A-4147-A177-3AD203B41FA5}">
                      <a16:colId xmlns:a16="http://schemas.microsoft.com/office/drawing/2014/main" val="2228130335"/>
                    </a:ext>
                  </a:extLst>
                </a:gridCol>
                <a:gridCol w="2732350">
                  <a:extLst>
                    <a:ext uri="{9D8B030D-6E8A-4147-A177-3AD203B41FA5}">
                      <a16:colId xmlns:a16="http://schemas.microsoft.com/office/drawing/2014/main" val="531940025"/>
                    </a:ext>
                  </a:extLst>
                </a:gridCol>
              </a:tblGrid>
              <a:tr h="691702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Book Title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Publisher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Relevant Chapter/Pages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5909806"/>
                  </a:ext>
                </a:extLst>
              </a:tr>
              <a:tr h="988511">
                <a:tc>
                  <a:txBody>
                    <a:bodyPr/>
                    <a:lstStyle/>
                    <a:p>
                      <a:r>
                        <a:rPr lang="pt-BR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P.W. Atkins &amp; Julio de Paula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Chemistry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Oxford University Press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Ch. 19: Electrochemistry, pp. 670–692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19325"/>
                  </a:ext>
                </a:extLst>
              </a:tr>
              <a:tr h="691702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K.L. Kapoor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Electrochemistry &amp; Solutions (Vol. 3)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Macmillan India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Ch. 5: Batteries, pp. 120–140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6782698"/>
                  </a:ext>
                </a:extLst>
              </a:tr>
              <a:tr h="988511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Bahl &amp; Tuli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Essentials of Physical Chemistry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Chand Publishing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Ch. 9: Electrochemical Cells and Batteries, pp. 670–690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232596"/>
                  </a:ext>
                </a:extLst>
              </a:tr>
              <a:tr h="691702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&amp; Kaur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 Chemistry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Krishna Prakashan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Ch. on Batteries &amp; Fuel Cells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350283"/>
                  </a:ext>
                </a:extLst>
              </a:tr>
              <a:tr h="691702"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Gurdeep Raj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Advanced Physical Chemistry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Goel Publishing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Section: Batteries and Storage Cells</a:t>
                      </a:r>
                    </a:p>
                  </a:txBody>
                  <a:tcPr marL="90653" marR="90653" marT="45326" marB="4532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8360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51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846</Words>
  <Application>Microsoft Office PowerPoint</Application>
  <PresentationFormat>Widescreen</PresentationFormat>
  <Paragraphs>135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Divyanshi Mangla</dc:creator>
  <cp:lastModifiedBy>Divyanshi Mangla</cp:lastModifiedBy>
  <cp:revision>1</cp:revision>
  <dcterms:created xsi:type="dcterms:W3CDTF">2025-07-26T06:24:36Z</dcterms:created>
  <dcterms:modified xsi:type="dcterms:W3CDTF">2025-07-26T07:26:12Z</dcterms:modified>
</cp:coreProperties>
</file>