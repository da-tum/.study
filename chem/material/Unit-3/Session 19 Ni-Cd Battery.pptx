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95" r:id="rId2"/>
    <p:sldId id="396" r:id="rId3"/>
    <p:sldId id="405" r:id="rId4"/>
    <p:sldId id="422" r:id="rId5"/>
    <p:sldId id="535" r:id="rId6"/>
    <p:sldId id="256" r:id="rId7"/>
    <p:sldId id="257" r:id="rId8"/>
    <p:sldId id="258" r:id="rId9"/>
    <p:sldId id="259" r:id="rId10"/>
    <p:sldId id="260" r:id="rId11"/>
    <p:sldId id="261" r:id="rId12"/>
    <p:sldId id="262" r:id="rId13"/>
    <p:sldId id="408" r:id="rId14"/>
    <p:sldId id="420" r:id="rId15"/>
    <p:sldId id="42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A2DABA-2AFD-4373-A5DF-B2B4D9C4D758}" v="40" dt="2025-07-26T08:20:29.2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6" autoAdjust="0"/>
    <p:restoredTop sz="94660"/>
  </p:normalViewPr>
  <p:slideViewPr>
    <p:cSldViewPr snapToGrid="0">
      <p:cViewPr varScale="1">
        <p:scale>
          <a:sx n="72" d="100"/>
          <a:sy n="72" d="100"/>
        </p:scale>
        <p:origin x="96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Divyanshi Mangla" userId="34edbf5d-06d7-4864-825a-181c004d5073" providerId="ADAL" clId="{7BA2DABA-2AFD-4373-A5DF-B2B4D9C4D758}"/>
    <pc:docChg chg="undo custSel addSld delSld modSld">
      <pc:chgData name="Dr. Divyanshi Mangla" userId="34edbf5d-06d7-4864-825a-181c004d5073" providerId="ADAL" clId="{7BA2DABA-2AFD-4373-A5DF-B2B4D9C4D758}" dt="2025-07-26T08:20:29.281" v="151" actId="1076"/>
      <pc:docMkLst>
        <pc:docMk/>
      </pc:docMkLst>
      <pc:sldChg chg="addSp modSp add mod">
        <pc:chgData name="Dr. Divyanshi Mangla" userId="34edbf5d-06d7-4864-825a-181c004d5073" providerId="ADAL" clId="{7BA2DABA-2AFD-4373-A5DF-B2B4D9C4D758}" dt="2025-07-26T08:19:26.972" v="136"/>
        <pc:sldMkLst>
          <pc:docMk/>
          <pc:sldMk cId="0" sldId="256"/>
        </pc:sldMkLst>
        <pc:picChg chg="mod">
          <ac:chgData name="Dr. Divyanshi Mangla" userId="34edbf5d-06d7-4864-825a-181c004d5073" providerId="ADAL" clId="{7BA2DABA-2AFD-4373-A5DF-B2B4D9C4D758}" dt="2025-07-26T08:15:47.202" v="87" actId="1076"/>
          <ac:picMkLst>
            <pc:docMk/>
            <pc:sldMk cId="0" sldId="256"/>
            <ac:picMk id="2" creationId="{00000000-0000-0000-0000-000000000000}"/>
          </ac:picMkLst>
        </pc:picChg>
        <pc:picChg chg="add mod">
          <ac:chgData name="Dr. Divyanshi Mangla" userId="34edbf5d-06d7-4864-825a-181c004d5073" providerId="ADAL" clId="{7BA2DABA-2AFD-4373-A5DF-B2B4D9C4D758}" dt="2025-07-26T08:19:26.972" v="136"/>
          <ac:picMkLst>
            <pc:docMk/>
            <pc:sldMk cId="0" sldId="256"/>
            <ac:picMk id="3" creationId="{0EF09CCA-AC26-E0B3-E6D4-676209DDFAA9}"/>
          </ac:picMkLst>
        </pc:picChg>
      </pc:sldChg>
      <pc:sldChg chg="addSp modSp add mod">
        <pc:chgData name="Dr. Divyanshi Mangla" userId="34edbf5d-06d7-4864-825a-181c004d5073" providerId="ADAL" clId="{7BA2DABA-2AFD-4373-A5DF-B2B4D9C4D758}" dt="2025-07-26T08:19:30.413" v="137"/>
        <pc:sldMkLst>
          <pc:docMk/>
          <pc:sldMk cId="0" sldId="257"/>
        </pc:sldMkLst>
        <pc:picChg chg="mod">
          <ac:chgData name="Dr. Divyanshi Mangla" userId="34edbf5d-06d7-4864-825a-181c004d5073" providerId="ADAL" clId="{7BA2DABA-2AFD-4373-A5DF-B2B4D9C4D758}" dt="2025-07-26T08:15:58.410" v="93" actId="1076"/>
          <ac:picMkLst>
            <pc:docMk/>
            <pc:sldMk cId="0" sldId="257"/>
            <ac:picMk id="2" creationId="{00000000-0000-0000-0000-000000000000}"/>
          </ac:picMkLst>
        </pc:picChg>
        <pc:picChg chg="add mod">
          <ac:chgData name="Dr. Divyanshi Mangla" userId="34edbf5d-06d7-4864-825a-181c004d5073" providerId="ADAL" clId="{7BA2DABA-2AFD-4373-A5DF-B2B4D9C4D758}" dt="2025-07-26T08:19:30.413" v="137"/>
          <ac:picMkLst>
            <pc:docMk/>
            <pc:sldMk cId="0" sldId="257"/>
            <ac:picMk id="3" creationId="{1D91A3A4-D49C-E756-6EE7-D8FD5F5B7DAC}"/>
          </ac:picMkLst>
        </pc:picChg>
      </pc:sldChg>
      <pc:sldChg chg="addSp modSp add mod">
        <pc:chgData name="Dr. Divyanshi Mangla" userId="34edbf5d-06d7-4864-825a-181c004d5073" providerId="ADAL" clId="{7BA2DABA-2AFD-4373-A5DF-B2B4D9C4D758}" dt="2025-07-26T08:19:31.969" v="138"/>
        <pc:sldMkLst>
          <pc:docMk/>
          <pc:sldMk cId="0" sldId="258"/>
        </pc:sldMkLst>
        <pc:picChg chg="mod">
          <ac:chgData name="Dr. Divyanshi Mangla" userId="34edbf5d-06d7-4864-825a-181c004d5073" providerId="ADAL" clId="{7BA2DABA-2AFD-4373-A5DF-B2B4D9C4D758}" dt="2025-07-26T08:16:13.619" v="98" actId="1076"/>
          <ac:picMkLst>
            <pc:docMk/>
            <pc:sldMk cId="0" sldId="258"/>
            <ac:picMk id="2" creationId="{00000000-0000-0000-0000-000000000000}"/>
          </ac:picMkLst>
        </pc:picChg>
        <pc:picChg chg="add mod">
          <ac:chgData name="Dr. Divyanshi Mangla" userId="34edbf5d-06d7-4864-825a-181c004d5073" providerId="ADAL" clId="{7BA2DABA-2AFD-4373-A5DF-B2B4D9C4D758}" dt="2025-07-26T08:19:31.969" v="138"/>
          <ac:picMkLst>
            <pc:docMk/>
            <pc:sldMk cId="0" sldId="258"/>
            <ac:picMk id="3" creationId="{A28C4843-F493-164E-B90B-05E066EBC85C}"/>
          </ac:picMkLst>
        </pc:picChg>
      </pc:sldChg>
      <pc:sldChg chg="addSp modSp add mod">
        <pc:chgData name="Dr. Divyanshi Mangla" userId="34edbf5d-06d7-4864-825a-181c004d5073" providerId="ADAL" clId="{7BA2DABA-2AFD-4373-A5DF-B2B4D9C4D758}" dt="2025-07-26T08:19:34.112" v="139"/>
        <pc:sldMkLst>
          <pc:docMk/>
          <pc:sldMk cId="0" sldId="259"/>
        </pc:sldMkLst>
        <pc:picChg chg="mod">
          <ac:chgData name="Dr. Divyanshi Mangla" userId="34edbf5d-06d7-4864-825a-181c004d5073" providerId="ADAL" clId="{7BA2DABA-2AFD-4373-A5DF-B2B4D9C4D758}" dt="2025-07-26T08:16:21.362" v="100" actId="14100"/>
          <ac:picMkLst>
            <pc:docMk/>
            <pc:sldMk cId="0" sldId="259"/>
            <ac:picMk id="2" creationId="{00000000-0000-0000-0000-000000000000}"/>
          </ac:picMkLst>
        </pc:picChg>
        <pc:picChg chg="add mod">
          <ac:chgData name="Dr. Divyanshi Mangla" userId="34edbf5d-06d7-4864-825a-181c004d5073" providerId="ADAL" clId="{7BA2DABA-2AFD-4373-A5DF-B2B4D9C4D758}" dt="2025-07-26T08:19:34.112" v="139"/>
          <ac:picMkLst>
            <pc:docMk/>
            <pc:sldMk cId="0" sldId="259"/>
            <ac:picMk id="3" creationId="{7B4D669E-12D8-6AB8-6F5F-6D77F7D91F2F}"/>
          </ac:picMkLst>
        </pc:picChg>
      </pc:sldChg>
      <pc:sldChg chg="addSp modSp add mod">
        <pc:chgData name="Dr. Divyanshi Mangla" userId="34edbf5d-06d7-4864-825a-181c004d5073" providerId="ADAL" clId="{7BA2DABA-2AFD-4373-A5DF-B2B4D9C4D758}" dt="2025-07-26T08:19:57.066" v="146" actId="1076"/>
        <pc:sldMkLst>
          <pc:docMk/>
          <pc:sldMk cId="0" sldId="260"/>
        </pc:sldMkLst>
        <pc:picChg chg="mod modCrop">
          <ac:chgData name="Dr. Divyanshi Mangla" userId="34edbf5d-06d7-4864-825a-181c004d5073" providerId="ADAL" clId="{7BA2DABA-2AFD-4373-A5DF-B2B4D9C4D758}" dt="2025-07-26T08:19:57.066" v="146" actId="1076"/>
          <ac:picMkLst>
            <pc:docMk/>
            <pc:sldMk cId="0" sldId="260"/>
            <ac:picMk id="2" creationId="{00000000-0000-0000-0000-000000000000}"/>
          </ac:picMkLst>
        </pc:picChg>
        <pc:picChg chg="add mod">
          <ac:chgData name="Dr. Divyanshi Mangla" userId="34edbf5d-06d7-4864-825a-181c004d5073" providerId="ADAL" clId="{7BA2DABA-2AFD-4373-A5DF-B2B4D9C4D758}" dt="2025-07-26T08:19:42.344" v="142"/>
          <ac:picMkLst>
            <pc:docMk/>
            <pc:sldMk cId="0" sldId="260"/>
            <ac:picMk id="3" creationId="{92B83C53-6177-A342-AA40-F24E5F2BDCF2}"/>
          </ac:picMkLst>
        </pc:picChg>
      </pc:sldChg>
      <pc:sldChg chg="addSp modSp add mod">
        <pc:chgData name="Dr. Divyanshi Mangla" userId="34edbf5d-06d7-4864-825a-181c004d5073" providerId="ADAL" clId="{7BA2DABA-2AFD-4373-A5DF-B2B4D9C4D758}" dt="2025-07-26T08:20:04.484" v="147"/>
        <pc:sldMkLst>
          <pc:docMk/>
          <pc:sldMk cId="0" sldId="261"/>
        </pc:sldMkLst>
        <pc:picChg chg="mod">
          <ac:chgData name="Dr. Divyanshi Mangla" userId="34edbf5d-06d7-4864-825a-181c004d5073" providerId="ADAL" clId="{7BA2DABA-2AFD-4373-A5DF-B2B4D9C4D758}" dt="2025-07-26T08:16:35.659" v="105" actId="1076"/>
          <ac:picMkLst>
            <pc:docMk/>
            <pc:sldMk cId="0" sldId="261"/>
            <ac:picMk id="2" creationId="{00000000-0000-0000-0000-000000000000}"/>
          </ac:picMkLst>
        </pc:picChg>
        <pc:picChg chg="add mod">
          <ac:chgData name="Dr. Divyanshi Mangla" userId="34edbf5d-06d7-4864-825a-181c004d5073" providerId="ADAL" clId="{7BA2DABA-2AFD-4373-A5DF-B2B4D9C4D758}" dt="2025-07-26T08:20:04.484" v="147"/>
          <ac:picMkLst>
            <pc:docMk/>
            <pc:sldMk cId="0" sldId="261"/>
            <ac:picMk id="3" creationId="{2A8DC034-B0D4-02C3-CF6A-9A9AD1BA4159}"/>
          </ac:picMkLst>
        </pc:picChg>
      </pc:sldChg>
      <pc:sldChg chg="addSp delSp modSp add mod setBg setClrOvrMap">
        <pc:chgData name="Dr. Divyanshi Mangla" userId="34edbf5d-06d7-4864-825a-181c004d5073" providerId="ADAL" clId="{7BA2DABA-2AFD-4373-A5DF-B2B4D9C4D758}" dt="2025-07-26T08:20:29.281" v="151" actId="1076"/>
        <pc:sldMkLst>
          <pc:docMk/>
          <pc:sldMk cId="0" sldId="262"/>
        </pc:sldMkLst>
        <pc:spChg chg="add del">
          <ac:chgData name="Dr. Divyanshi Mangla" userId="34edbf5d-06d7-4864-825a-181c004d5073" providerId="ADAL" clId="{7BA2DABA-2AFD-4373-A5DF-B2B4D9C4D758}" dt="2025-07-26T08:18:23.602" v="134" actId="26606"/>
          <ac:spMkLst>
            <pc:docMk/>
            <pc:sldMk cId="0" sldId="262"/>
            <ac:spMk id="16" creationId="{417CDA24-35F8-4540-8C52-3096D6D94949}"/>
          </ac:spMkLst>
        </pc:spChg>
        <pc:spChg chg="add del">
          <ac:chgData name="Dr. Divyanshi Mangla" userId="34edbf5d-06d7-4864-825a-181c004d5073" providerId="ADAL" clId="{7BA2DABA-2AFD-4373-A5DF-B2B4D9C4D758}" dt="2025-07-26T08:18:23.602" v="134" actId="26606"/>
          <ac:spMkLst>
            <pc:docMk/>
            <pc:sldMk cId="0" sldId="262"/>
            <ac:spMk id="17" creationId="{8658BFE0-4E65-4174-9C75-687C94E88273}"/>
          </ac:spMkLst>
        </pc:spChg>
        <pc:spChg chg="add del">
          <ac:chgData name="Dr. Divyanshi Mangla" userId="34edbf5d-06d7-4864-825a-181c004d5073" providerId="ADAL" clId="{7BA2DABA-2AFD-4373-A5DF-B2B4D9C4D758}" dt="2025-07-26T08:18:23.602" v="134" actId="26606"/>
          <ac:spMkLst>
            <pc:docMk/>
            <pc:sldMk cId="0" sldId="262"/>
            <ac:spMk id="18" creationId="{FA75DFED-A0C1-4A83-BE1D-0271C1826EF6}"/>
          </ac:spMkLst>
        </pc:spChg>
        <pc:spChg chg="add del">
          <ac:chgData name="Dr. Divyanshi Mangla" userId="34edbf5d-06d7-4864-825a-181c004d5073" providerId="ADAL" clId="{7BA2DABA-2AFD-4373-A5DF-B2B4D9C4D758}" dt="2025-07-26T08:20:16.837" v="149" actId="26606"/>
          <ac:spMkLst>
            <pc:docMk/>
            <pc:sldMk cId="0" sldId="262"/>
            <ac:spMk id="20" creationId="{12E8CD4E-6381-4807-AA5B-CE0024A8BE19}"/>
          </ac:spMkLst>
        </pc:spChg>
        <pc:spChg chg="add">
          <ac:chgData name="Dr. Divyanshi Mangla" userId="34edbf5d-06d7-4864-825a-181c004d5073" providerId="ADAL" clId="{7BA2DABA-2AFD-4373-A5DF-B2B4D9C4D758}" dt="2025-07-26T08:18:23.618" v="135" actId="26606"/>
          <ac:spMkLst>
            <pc:docMk/>
            <pc:sldMk cId="0" sldId="262"/>
            <ac:spMk id="21" creationId="{D28445F8-F032-43C9-8D0F-A5155F525283}"/>
          </ac:spMkLst>
        </pc:spChg>
        <pc:spChg chg="add del">
          <ac:chgData name="Dr. Divyanshi Mangla" userId="34edbf5d-06d7-4864-825a-181c004d5073" providerId="ADAL" clId="{7BA2DABA-2AFD-4373-A5DF-B2B4D9C4D758}" dt="2025-07-26T08:20:16.837" v="149" actId="26606"/>
          <ac:spMkLst>
            <pc:docMk/>
            <pc:sldMk cId="0" sldId="262"/>
            <ac:spMk id="22" creationId="{36A325B5-56A3-425A-B9A3-0CEB7CA1BBF6}"/>
          </ac:spMkLst>
        </pc:spChg>
        <pc:spChg chg="add del">
          <ac:chgData name="Dr. Divyanshi Mangla" userId="34edbf5d-06d7-4864-825a-181c004d5073" providerId="ADAL" clId="{7BA2DABA-2AFD-4373-A5DF-B2B4D9C4D758}" dt="2025-07-26T08:20:16.837" v="149" actId="26606"/>
          <ac:spMkLst>
            <pc:docMk/>
            <pc:sldMk cId="0" sldId="262"/>
            <ac:spMk id="23" creationId="{B80DE958-9D45-4CAD-BF1F-FA2ED970B7F6}"/>
          </ac:spMkLst>
        </pc:spChg>
        <pc:spChg chg="add del">
          <ac:chgData name="Dr. Divyanshi Mangla" userId="34edbf5d-06d7-4864-825a-181c004d5073" providerId="ADAL" clId="{7BA2DABA-2AFD-4373-A5DF-B2B4D9C4D758}" dt="2025-07-26T08:20:16.837" v="149" actId="26606"/>
          <ac:spMkLst>
            <pc:docMk/>
            <pc:sldMk cId="0" sldId="262"/>
            <ac:spMk id="24" creationId="{BB93B4BF-AD35-4E52-8131-161C5FB9CDD7}"/>
          </ac:spMkLst>
        </pc:spChg>
        <pc:spChg chg="add">
          <ac:chgData name="Dr. Divyanshi Mangla" userId="34edbf5d-06d7-4864-825a-181c004d5073" providerId="ADAL" clId="{7BA2DABA-2AFD-4373-A5DF-B2B4D9C4D758}" dt="2025-07-26T08:20:16.837" v="149" actId="26606"/>
          <ac:spMkLst>
            <pc:docMk/>
            <pc:sldMk cId="0" sldId="262"/>
            <ac:spMk id="29" creationId="{E1750109-3B91-4506-B997-0CD8E35A1488}"/>
          </ac:spMkLst>
        </pc:spChg>
        <pc:spChg chg="add">
          <ac:chgData name="Dr. Divyanshi Mangla" userId="34edbf5d-06d7-4864-825a-181c004d5073" providerId="ADAL" clId="{7BA2DABA-2AFD-4373-A5DF-B2B4D9C4D758}" dt="2025-07-26T08:20:16.837" v="149" actId="26606"/>
          <ac:spMkLst>
            <pc:docMk/>
            <pc:sldMk cId="0" sldId="262"/>
            <ac:spMk id="31" creationId="{E72D8D1B-59F6-4FF3-8547-9BBB6129F2FA}"/>
          </ac:spMkLst>
        </pc:spChg>
        <pc:spChg chg="add">
          <ac:chgData name="Dr. Divyanshi Mangla" userId="34edbf5d-06d7-4864-825a-181c004d5073" providerId="ADAL" clId="{7BA2DABA-2AFD-4373-A5DF-B2B4D9C4D758}" dt="2025-07-26T08:20:16.837" v="149" actId="26606"/>
          <ac:spMkLst>
            <pc:docMk/>
            <pc:sldMk cId="0" sldId="262"/>
            <ac:spMk id="33" creationId="{14044C96-7CFD-44DB-A579-D77B0D37C681}"/>
          </ac:spMkLst>
        </pc:spChg>
        <pc:spChg chg="add">
          <ac:chgData name="Dr. Divyanshi Mangla" userId="34edbf5d-06d7-4864-825a-181c004d5073" providerId="ADAL" clId="{7BA2DABA-2AFD-4373-A5DF-B2B4D9C4D758}" dt="2025-07-26T08:20:16.837" v="149" actId="26606"/>
          <ac:spMkLst>
            <pc:docMk/>
            <pc:sldMk cId="0" sldId="262"/>
            <ac:spMk id="35" creationId="{8FC8C21F-9484-4A71-ABFA-6C10682FAC3E}"/>
          </ac:spMkLst>
        </pc:spChg>
        <pc:spChg chg="add">
          <ac:chgData name="Dr. Divyanshi Mangla" userId="34edbf5d-06d7-4864-825a-181c004d5073" providerId="ADAL" clId="{7BA2DABA-2AFD-4373-A5DF-B2B4D9C4D758}" dt="2025-07-26T08:20:16.837" v="149" actId="26606"/>
          <ac:spMkLst>
            <pc:docMk/>
            <pc:sldMk cId="0" sldId="262"/>
            <ac:spMk id="37" creationId="{2C444748-5A8D-4B53-89FE-42B455DFA2D1}"/>
          </ac:spMkLst>
        </pc:spChg>
        <pc:spChg chg="add">
          <ac:chgData name="Dr. Divyanshi Mangla" userId="34edbf5d-06d7-4864-825a-181c004d5073" providerId="ADAL" clId="{7BA2DABA-2AFD-4373-A5DF-B2B4D9C4D758}" dt="2025-07-26T08:20:16.837" v="149" actId="26606"/>
          <ac:spMkLst>
            <pc:docMk/>
            <pc:sldMk cId="0" sldId="262"/>
            <ac:spMk id="39" creationId="{F4FFA271-A10A-4AC3-8F06-E3313A197A80}"/>
          </ac:spMkLst>
        </pc:spChg>
        <pc:picChg chg="mod ord">
          <ac:chgData name="Dr. Divyanshi Mangla" userId="34edbf5d-06d7-4864-825a-181c004d5073" providerId="ADAL" clId="{7BA2DABA-2AFD-4373-A5DF-B2B4D9C4D758}" dt="2025-07-26T08:18:23.618" v="135" actId="26606"/>
          <ac:picMkLst>
            <pc:docMk/>
            <pc:sldMk cId="0" sldId="262"/>
            <ac:picMk id="2" creationId="{00000000-0000-0000-0000-000000000000}"/>
          </ac:picMkLst>
        </pc:picChg>
        <pc:picChg chg="add mod ord">
          <ac:chgData name="Dr. Divyanshi Mangla" userId="34edbf5d-06d7-4864-825a-181c004d5073" providerId="ADAL" clId="{7BA2DABA-2AFD-4373-A5DF-B2B4D9C4D758}" dt="2025-07-26T08:18:23.618" v="135" actId="26606"/>
          <ac:picMkLst>
            <pc:docMk/>
            <pc:sldMk cId="0" sldId="262"/>
            <ac:picMk id="3" creationId="{00000000-0000-0000-0000-000000000000}"/>
          </ac:picMkLst>
        </pc:picChg>
        <pc:picChg chg="add mod">
          <ac:chgData name="Dr. Divyanshi Mangla" userId="34edbf5d-06d7-4864-825a-181c004d5073" providerId="ADAL" clId="{7BA2DABA-2AFD-4373-A5DF-B2B4D9C4D758}" dt="2025-07-26T08:18:23.618" v="135" actId="26606"/>
          <ac:picMkLst>
            <pc:docMk/>
            <pc:sldMk cId="0" sldId="262"/>
            <ac:picMk id="4" creationId="{00000000-0000-0000-0000-000000000000}"/>
          </ac:picMkLst>
        </pc:picChg>
        <pc:picChg chg="add mod ord">
          <ac:chgData name="Dr. Divyanshi Mangla" userId="34edbf5d-06d7-4864-825a-181c004d5073" providerId="ADAL" clId="{7BA2DABA-2AFD-4373-A5DF-B2B4D9C4D758}" dt="2025-07-26T08:18:23.618" v="135" actId="26606"/>
          <ac:picMkLst>
            <pc:docMk/>
            <pc:sldMk cId="0" sldId="262"/>
            <ac:picMk id="5" creationId="{00000000-0000-0000-0000-000000000000}"/>
          </ac:picMkLst>
        </pc:picChg>
        <pc:picChg chg="add mod">
          <ac:chgData name="Dr. Divyanshi Mangla" userId="34edbf5d-06d7-4864-825a-181c004d5073" providerId="ADAL" clId="{7BA2DABA-2AFD-4373-A5DF-B2B4D9C4D758}" dt="2025-07-26T08:20:29.281" v="151" actId="1076"/>
          <ac:picMkLst>
            <pc:docMk/>
            <pc:sldMk cId="0" sldId="262"/>
            <ac:picMk id="6" creationId="{CE56876F-00E4-7D19-35AC-42FECC2FB810}"/>
          </ac:picMkLst>
        </pc:picChg>
        <pc:cxnChg chg="add del">
          <ac:chgData name="Dr. Divyanshi Mangla" userId="34edbf5d-06d7-4864-825a-181c004d5073" providerId="ADAL" clId="{7BA2DABA-2AFD-4373-A5DF-B2B4D9C4D758}" dt="2025-07-26T08:18:15.276" v="132" actId="26606"/>
          <ac:cxnSpMkLst>
            <pc:docMk/>
            <pc:sldMk cId="0" sldId="262"/>
            <ac:cxnSpMk id="10" creationId="{91B6081D-D3E8-4209-B85B-EB1C655A6272}"/>
          </ac:cxnSpMkLst>
        </pc:cxnChg>
        <pc:cxnChg chg="add del">
          <ac:chgData name="Dr. Divyanshi Mangla" userId="34edbf5d-06d7-4864-825a-181c004d5073" providerId="ADAL" clId="{7BA2DABA-2AFD-4373-A5DF-B2B4D9C4D758}" dt="2025-07-26T08:18:15.276" v="132" actId="26606"/>
          <ac:cxnSpMkLst>
            <pc:docMk/>
            <pc:sldMk cId="0" sldId="262"/>
            <ac:cxnSpMk id="12" creationId="{28CA55E4-1295-45C8-BA05-5A9E705B749A}"/>
          </ac:cxnSpMkLst>
        </pc:cxnChg>
        <pc:cxnChg chg="add del">
          <ac:chgData name="Dr. Divyanshi Mangla" userId="34edbf5d-06d7-4864-825a-181c004d5073" providerId="ADAL" clId="{7BA2DABA-2AFD-4373-A5DF-B2B4D9C4D758}" dt="2025-07-26T08:18:15.276" v="132" actId="26606"/>
          <ac:cxnSpMkLst>
            <pc:docMk/>
            <pc:sldMk cId="0" sldId="262"/>
            <ac:cxnSpMk id="14" creationId="{08C5794E-A9A1-4A23-AF68-C79A7822334C}"/>
          </ac:cxnSpMkLst>
        </pc:cxnChg>
      </pc:sldChg>
      <pc:sldChg chg="delSp add del mod">
        <pc:chgData name="Dr. Divyanshi Mangla" userId="34edbf5d-06d7-4864-825a-181c004d5073" providerId="ADAL" clId="{7BA2DABA-2AFD-4373-A5DF-B2B4D9C4D758}" dt="2025-07-26T08:17:12.531" v="116" actId="47"/>
        <pc:sldMkLst>
          <pc:docMk/>
          <pc:sldMk cId="0" sldId="263"/>
        </pc:sldMkLst>
        <pc:picChg chg="del">
          <ac:chgData name="Dr. Divyanshi Mangla" userId="34edbf5d-06d7-4864-825a-181c004d5073" providerId="ADAL" clId="{7BA2DABA-2AFD-4373-A5DF-B2B4D9C4D758}" dt="2025-07-26T08:16:49.373" v="108" actId="21"/>
          <ac:picMkLst>
            <pc:docMk/>
            <pc:sldMk cId="0" sldId="263"/>
            <ac:picMk id="2" creationId="{00000000-0000-0000-0000-000000000000}"/>
          </ac:picMkLst>
        </pc:picChg>
      </pc:sldChg>
      <pc:sldChg chg="delSp modSp add del mod">
        <pc:chgData name="Dr. Divyanshi Mangla" userId="34edbf5d-06d7-4864-825a-181c004d5073" providerId="ADAL" clId="{7BA2DABA-2AFD-4373-A5DF-B2B4D9C4D758}" dt="2025-07-26T08:17:45.419" v="125" actId="47"/>
        <pc:sldMkLst>
          <pc:docMk/>
          <pc:sldMk cId="0" sldId="264"/>
        </pc:sldMkLst>
        <pc:picChg chg="del mod">
          <ac:chgData name="Dr. Divyanshi Mangla" userId="34edbf5d-06d7-4864-825a-181c004d5073" providerId="ADAL" clId="{7BA2DABA-2AFD-4373-A5DF-B2B4D9C4D758}" dt="2025-07-26T08:17:20.226" v="118" actId="21"/>
          <ac:picMkLst>
            <pc:docMk/>
            <pc:sldMk cId="0" sldId="264"/>
            <ac:picMk id="2" creationId="{00000000-0000-0000-0000-000000000000}"/>
          </ac:picMkLst>
        </pc:picChg>
      </pc:sldChg>
      <pc:sldChg chg="delSp modSp add del mod">
        <pc:chgData name="Dr. Divyanshi Mangla" userId="34edbf5d-06d7-4864-825a-181c004d5073" providerId="ADAL" clId="{7BA2DABA-2AFD-4373-A5DF-B2B4D9C4D758}" dt="2025-07-26T08:17:45.964" v="126" actId="47"/>
        <pc:sldMkLst>
          <pc:docMk/>
          <pc:sldMk cId="0" sldId="265"/>
        </pc:sldMkLst>
        <pc:picChg chg="del mod">
          <ac:chgData name="Dr. Divyanshi Mangla" userId="34edbf5d-06d7-4864-825a-181c004d5073" providerId="ADAL" clId="{7BA2DABA-2AFD-4373-A5DF-B2B4D9C4D758}" dt="2025-07-26T08:17:43.535" v="124" actId="21"/>
          <ac:picMkLst>
            <pc:docMk/>
            <pc:sldMk cId="0" sldId="265"/>
            <ac:picMk id="2" creationId="{00000000-0000-0000-0000-000000000000}"/>
          </ac:picMkLst>
        </pc:picChg>
      </pc:sldChg>
      <pc:sldChg chg="modSp mod">
        <pc:chgData name="Dr. Divyanshi Mangla" userId="34edbf5d-06d7-4864-825a-181c004d5073" providerId="ADAL" clId="{7BA2DABA-2AFD-4373-A5DF-B2B4D9C4D758}" dt="2025-07-26T07:48:59.208" v="0" actId="20577"/>
        <pc:sldMkLst>
          <pc:docMk/>
          <pc:sldMk cId="1551643713" sldId="395"/>
        </pc:sldMkLst>
        <pc:spChg chg="mod">
          <ac:chgData name="Dr. Divyanshi Mangla" userId="34edbf5d-06d7-4864-825a-181c004d5073" providerId="ADAL" clId="{7BA2DABA-2AFD-4373-A5DF-B2B4D9C4D758}" dt="2025-07-26T07:48:59.208" v="0" actId="20577"/>
          <ac:spMkLst>
            <pc:docMk/>
            <pc:sldMk cId="1551643713" sldId="395"/>
            <ac:spMk id="4" creationId="{7AE87B50-18B9-D467-F70C-34907A9652C5}"/>
          </ac:spMkLst>
        </pc:spChg>
      </pc:sldChg>
      <pc:sldChg chg="modSp mod">
        <pc:chgData name="Dr. Divyanshi Mangla" userId="34edbf5d-06d7-4864-825a-181c004d5073" providerId="ADAL" clId="{7BA2DABA-2AFD-4373-A5DF-B2B4D9C4D758}" dt="2025-07-26T07:49:51.758" v="29" actId="6549"/>
        <pc:sldMkLst>
          <pc:docMk/>
          <pc:sldMk cId="1839139080" sldId="396"/>
        </pc:sldMkLst>
        <pc:spChg chg="mod">
          <ac:chgData name="Dr. Divyanshi Mangla" userId="34edbf5d-06d7-4864-825a-181c004d5073" providerId="ADAL" clId="{7BA2DABA-2AFD-4373-A5DF-B2B4D9C4D758}" dt="2025-07-26T07:49:51.758" v="29" actId="6549"/>
          <ac:spMkLst>
            <pc:docMk/>
            <pc:sldMk cId="1839139080" sldId="396"/>
            <ac:spMk id="6" creationId="{C7FE91A7-EF64-E9A6-68F4-F6C5EABBEA4A}"/>
          </ac:spMkLst>
        </pc:spChg>
      </pc:sldChg>
      <pc:sldChg chg="modSp mod">
        <pc:chgData name="Dr. Divyanshi Mangla" userId="34edbf5d-06d7-4864-825a-181c004d5073" providerId="ADAL" clId="{7BA2DABA-2AFD-4373-A5DF-B2B4D9C4D758}" dt="2025-07-26T07:49:35.018" v="22" actId="20577"/>
        <pc:sldMkLst>
          <pc:docMk/>
          <pc:sldMk cId="3060683144" sldId="405"/>
        </pc:sldMkLst>
        <pc:spChg chg="mod">
          <ac:chgData name="Dr. Divyanshi Mangla" userId="34edbf5d-06d7-4864-825a-181c004d5073" providerId="ADAL" clId="{7BA2DABA-2AFD-4373-A5DF-B2B4D9C4D758}" dt="2025-07-26T07:49:35.018" v="22" actId="20577"/>
          <ac:spMkLst>
            <pc:docMk/>
            <pc:sldMk cId="3060683144" sldId="405"/>
            <ac:spMk id="6" creationId="{B5C909BE-9726-8848-9A71-19F72CDF3C0E}"/>
          </ac:spMkLst>
        </pc:spChg>
      </pc:sldChg>
      <pc:sldChg chg="addSp delSp modSp mod">
        <pc:chgData name="Dr. Divyanshi Mangla" userId="34edbf5d-06d7-4864-825a-181c004d5073" providerId="ADAL" clId="{7BA2DABA-2AFD-4373-A5DF-B2B4D9C4D758}" dt="2025-07-26T08:14:27.649" v="74" actId="207"/>
        <pc:sldMkLst>
          <pc:docMk/>
          <pc:sldMk cId="3461469184" sldId="408"/>
        </pc:sldMkLst>
        <pc:spChg chg="mod">
          <ac:chgData name="Dr. Divyanshi Mangla" userId="34edbf5d-06d7-4864-825a-181c004d5073" providerId="ADAL" clId="{7BA2DABA-2AFD-4373-A5DF-B2B4D9C4D758}" dt="2025-07-26T08:13:56.212" v="69" actId="403"/>
          <ac:spMkLst>
            <pc:docMk/>
            <pc:sldMk cId="3461469184" sldId="408"/>
            <ac:spMk id="3" creationId="{243BFFBC-74A3-451B-CDF0-A4DFA118CA29}"/>
          </ac:spMkLst>
        </pc:spChg>
        <pc:spChg chg="add mod">
          <ac:chgData name="Dr. Divyanshi Mangla" userId="34edbf5d-06d7-4864-825a-181c004d5073" providerId="ADAL" clId="{7BA2DABA-2AFD-4373-A5DF-B2B4D9C4D758}" dt="2025-07-26T08:14:06.689" v="70" actId="207"/>
          <ac:spMkLst>
            <pc:docMk/>
            <pc:sldMk cId="3461469184" sldId="408"/>
            <ac:spMk id="4" creationId="{06804CF6-5228-B29C-D476-E8BE0E460ADE}"/>
          </ac:spMkLst>
        </pc:spChg>
        <pc:spChg chg="add del mod">
          <ac:chgData name="Dr. Divyanshi Mangla" userId="34edbf5d-06d7-4864-825a-181c004d5073" providerId="ADAL" clId="{7BA2DABA-2AFD-4373-A5DF-B2B4D9C4D758}" dt="2025-07-26T08:12:06.483" v="53" actId="478"/>
          <ac:spMkLst>
            <pc:docMk/>
            <pc:sldMk cId="3461469184" sldId="408"/>
            <ac:spMk id="5" creationId="{51BD9C91-4915-B143-D0D1-656193648422}"/>
          </ac:spMkLst>
        </pc:spChg>
        <pc:spChg chg="add mod">
          <ac:chgData name="Dr. Divyanshi Mangla" userId="34edbf5d-06d7-4864-825a-181c004d5073" providerId="ADAL" clId="{7BA2DABA-2AFD-4373-A5DF-B2B4D9C4D758}" dt="2025-07-26T08:14:11.318" v="71" actId="207"/>
          <ac:spMkLst>
            <pc:docMk/>
            <pc:sldMk cId="3461469184" sldId="408"/>
            <ac:spMk id="6" creationId="{27052876-AC41-EEC9-1C82-3B4F48B57940}"/>
          </ac:spMkLst>
        </pc:spChg>
        <pc:spChg chg="add del mod">
          <ac:chgData name="Dr. Divyanshi Mangla" userId="34edbf5d-06d7-4864-825a-181c004d5073" providerId="ADAL" clId="{7BA2DABA-2AFD-4373-A5DF-B2B4D9C4D758}" dt="2025-07-26T08:12:04.781" v="52" actId="478"/>
          <ac:spMkLst>
            <pc:docMk/>
            <pc:sldMk cId="3461469184" sldId="408"/>
            <ac:spMk id="7" creationId="{90E25FE6-C24E-B60F-358B-C603CA84C9E4}"/>
          </ac:spMkLst>
        </pc:spChg>
        <pc:spChg chg="add mod">
          <ac:chgData name="Dr. Divyanshi Mangla" userId="34edbf5d-06d7-4864-825a-181c004d5073" providerId="ADAL" clId="{7BA2DABA-2AFD-4373-A5DF-B2B4D9C4D758}" dt="2025-07-26T08:14:16.037" v="72" actId="207"/>
          <ac:spMkLst>
            <pc:docMk/>
            <pc:sldMk cId="3461469184" sldId="408"/>
            <ac:spMk id="8" creationId="{0F3EAD7D-8990-B3BC-C6FA-6DA60ADD1896}"/>
          </ac:spMkLst>
        </pc:spChg>
        <pc:spChg chg="add del mod">
          <ac:chgData name="Dr. Divyanshi Mangla" userId="34edbf5d-06d7-4864-825a-181c004d5073" providerId="ADAL" clId="{7BA2DABA-2AFD-4373-A5DF-B2B4D9C4D758}" dt="2025-07-26T08:12:03.672" v="51" actId="478"/>
          <ac:spMkLst>
            <pc:docMk/>
            <pc:sldMk cId="3461469184" sldId="408"/>
            <ac:spMk id="9" creationId="{EC637C48-9EE0-1AB4-31DB-3A800B715062}"/>
          </ac:spMkLst>
        </pc:spChg>
        <pc:spChg chg="add mod">
          <ac:chgData name="Dr. Divyanshi Mangla" userId="34edbf5d-06d7-4864-825a-181c004d5073" providerId="ADAL" clId="{7BA2DABA-2AFD-4373-A5DF-B2B4D9C4D758}" dt="2025-07-26T08:14:22.006" v="73" actId="207"/>
          <ac:spMkLst>
            <pc:docMk/>
            <pc:sldMk cId="3461469184" sldId="408"/>
            <ac:spMk id="10" creationId="{AB3084DF-3EFE-8BD5-BEC3-BC1BCB1C169F}"/>
          </ac:spMkLst>
        </pc:spChg>
        <pc:spChg chg="add del mod">
          <ac:chgData name="Dr. Divyanshi Mangla" userId="34edbf5d-06d7-4864-825a-181c004d5073" providerId="ADAL" clId="{7BA2DABA-2AFD-4373-A5DF-B2B4D9C4D758}" dt="2025-07-26T08:12:02.929" v="50" actId="478"/>
          <ac:spMkLst>
            <pc:docMk/>
            <pc:sldMk cId="3461469184" sldId="408"/>
            <ac:spMk id="11" creationId="{5552453A-C145-F07D-F436-6CC6B714D6BD}"/>
          </ac:spMkLst>
        </pc:spChg>
        <pc:spChg chg="add mod">
          <ac:chgData name="Dr. Divyanshi Mangla" userId="34edbf5d-06d7-4864-825a-181c004d5073" providerId="ADAL" clId="{7BA2DABA-2AFD-4373-A5DF-B2B4D9C4D758}" dt="2025-07-26T08:14:27.649" v="74" actId="207"/>
          <ac:spMkLst>
            <pc:docMk/>
            <pc:sldMk cId="3461469184" sldId="408"/>
            <ac:spMk id="12" creationId="{E86A38EE-59FE-B5BD-B8AF-9F760AB91B71}"/>
          </ac:spMkLst>
        </pc:spChg>
        <pc:picChg chg="mod">
          <ac:chgData name="Dr. Divyanshi Mangla" userId="34edbf5d-06d7-4864-825a-181c004d5073" providerId="ADAL" clId="{7BA2DABA-2AFD-4373-A5DF-B2B4D9C4D758}" dt="2025-07-26T08:11:52.537" v="47" actId="1076"/>
          <ac:picMkLst>
            <pc:docMk/>
            <pc:sldMk cId="3461469184" sldId="408"/>
            <ac:picMk id="2" creationId="{0A43A6ED-74BB-1BBE-0EF4-C19D270DC8B6}"/>
          </ac:picMkLst>
        </pc:picChg>
      </pc:sldChg>
      <pc:sldChg chg="addSp modSp del">
        <pc:chgData name="Dr. Divyanshi Mangla" userId="34edbf5d-06d7-4864-825a-181c004d5073" providerId="ADAL" clId="{7BA2DABA-2AFD-4373-A5DF-B2B4D9C4D758}" dt="2025-07-26T08:04:12.415" v="36" actId="47"/>
        <pc:sldMkLst>
          <pc:docMk/>
          <pc:sldMk cId="2559325736" sldId="418"/>
        </pc:sldMkLst>
        <pc:picChg chg="add mod">
          <ac:chgData name="Dr. Divyanshi Mangla" userId="34edbf5d-06d7-4864-825a-181c004d5073" providerId="ADAL" clId="{7BA2DABA-2AFD-4373-A5DF-B2B4D9C4D758}" dt="2025-07-26T08:03:58.833" v="33"/>
          <ac:picMkLst>
            <pc:docMk/>
            <pc:sldMk cId="2559325736" sldId="418"/>
            <ac:picMk id="4" creationId="{0CB16336-BAD8-6B00-7E8A-E5F55EA6EC01}"/>
          </ac:picMkLst>
        </pc:picChg>
      </pc:sldChg>
      <pc:sldChg chg="del">
        <pc:chgData name="Dr. Divyanshi Mangla" userId="34edbf5d-06d7-4864-825a-181c004d5073" providerId="ADAL" clId="{7BA2DABA-2AFD-4373-A5DF-B2B4D9C4D758}" dt="2025-07-26T08:15:19.886" v="84" actId="47"/>
        <pc:sldMkLst>
          <pc:docMk/>
          <pc:sldMk cId="278459223" sldId="419"/>
        </pc:sldMkLst>
      </pc:sldChg>
      <pc:sldChg chg="addSp modSp mod">
        <pc:chgData name="Dr. Divyanshi Mangla" userId="34edbf5d-06d7-4864-825a-181c004d5073" providerId="ADAL" clId="{7BA2DABA-2AFD-4373-A5DF-B2B4D9C4D758}" dt="2025-07-26T08:15:10.446" v="83" actId="403"/>
        <pc:sldMkLst>
          <pc:docMk/>
          <pc:sldMk cId="582118690" sldId="420"/>
        </pc:sldMkLst>
        <pc:spChg chg="add mod">
          <ac:chgData name="Dr. Divyanshi Mangla" userId="34edbf5d-06d7-4864-825a-181c004d5073" providerId="ADAL" clId="{7BA2DABA-2AFD-4373-A5DF-B2B4D9C4D758}" dt="2025-07-26T08:15:07.473" v="80" actId="1076"/>
          <ac:spMkLst>
            <pc:docMk/>
            <pc:sldMk cId="582118690" sldId="420"/>
            <ac:spMk id="3" creationId="{120BF8D6-350F-15DA-5943-EA08F5AF7B81}"/>
          </ac:spMkLst>
        </pc:spChg>
        <pc:spChg chg="mod">
          <ac:chgData name="Dr. Divyanshi Mangla" userId="34edbf5d-06d7-4864-825a-181c004d5073" providerId="ADAL" clId="{7BA2DABA-2AFD-4373-A5DF-B2B4D9C4D758}" dt="2025-07-26T08:15:10.446" v="83" actId="403"/>
          <ac:spMkLst>
            <pc:docMk/>
            <pc:sldMk cId="582118690" sldId="420"/>
            <ac:spMk id="4" creationId="{F08930CF-6A98-97BF-FED1-A648429CD3F4}"/>
          </ac:spMkLst>
        </pc:spChg>
      </pc:sldChg>
      <pc:sldChg chg="addSp modSp">
        <pc:chgData name="Dr. Divyanshi Mangla" userId="34edbf5d-06d7-4864-825a-181c004d5073" providerId="ADAL" clId="{7BA2DABA-2AFD-4373-A5DF-B2B4D9C4D758}" dt="2025-07-26T08:15:29.086" v="85"/>
        <pc:sldMkLst>
          <pc:docMk/>
          <pc:sldMk cId="404351408" sldId="421"/>
        </pc:sldMkLst>
        <pc:graphicFrameChg chg="add mod">
          <ac:chgData name="Dr. Divyanshi Mangla" userId="34edbf5d-06d7-4864-825a-181c004d5073" providerId="ADAL" clId="{7BA2DABA-2AFD-4373-A5DF-B2B4D9C4D758}" dt="2025-07-26T08:15:29.086" v="85"/>
          <ac:graphicFrameMkLst>
            <pc:docMk/>
            <pc:sldMk cId="404351408" sldId="421"/>
            <ac:graphicFrameMk id="4" creationId="{9AEC95A2-3016-FA6A-AAE3-3550E4F16275}"/>
          </ac:graphicFrameMkLst>
        </pc:graphicFrameChg>
      </pc:sldChg>
      <pc:sldChg chg="delSp modSp add mod">
        <pc:chgData name="Dr. Divyanshi Mangla" userId="34edbf5d-06d7-4864-825a-181c004d5073" providerId="ADAL" clId="{7BA2DABA-2AFD-4373-A5DF-B2B4D9C4D758}" dt="2025-07-26T08:04:39.921" v="42" actId="1076"/>
        <pc:sldMkLst>
          <pc:docMk/>
          <pc:sldMk cId="3043244195" sldId="535"/>
        </pc:sldMkLst>
        <pc:spChg chg="del">
          <ac:chgData name="Dr. Divyanshi Mangla" userId="34edbf5d-06d7-4864-825a-181c004d5073" providerId="ADAL" clId="{7BA2DABA-2AFD-4373-A5DF-B2B4D9C4D758}" dt="2025-07-26T08:04:07.713" v="35" actId="478"/>
          <ac:spMkLst>
            <pc:docMk/>
            <pc:sldMk cId="3043244195" sldId="535"/>
            <ac:spMk id="2" creationId="{00000000-0000-0000-0000-000000000000}"/>
          </ac:spMkLst>
        </pc:spChg>
        <pc:spChg chg="del">
          <ac:chgData name="Dr. Divyanshi Mangla" userId="34edbf5d-06d7-4864-825a-181c004d5073" providerId="ADAL" clId="{7BA2DABA-2AFD-4373-A5DF-B2B4D9C4D758}" dt="2025-07-26T08:04:06.635" v="34" actId="478"/>
          <ac:spMkLst>
            <pc:docMk/>
            <pc:sldMk cId="3043244195" sldId="535"/>
            <ac:spMk id="3" creationId="{00000000-0000-0000-0000-000000000000}"/>
          </ac:spMkLst>
        </pc:spChg>
        <pc:spChg chg="mod">
          <ac:chgData name="Dr. Divyanshi Mangla" userId="34edbf5d-06d7-4864-825a-181c004d5073" providerId="ADAL" clId="{7BA2DABA-2AFD-4373-A5DF-B2B4D9C4D758}" dt="2025-07-26T08:04:35.337" v="41" actId="1076"/>
          <ac:spMkLst>
            <pc:docMk/>
            <pc:sldMk cId="3043244195" sldId="535"/>
            <ac:spMk id="6" creationId="{00000000-0000-0000-0000-000000000000}"/>
          </ac:spMkLst>
        </pc:spChg>
        <pc:spChg chg="mod">
          <ac:chgData name="Dr. Divyanshi Mangla" userId="34edbf5d-06d7-4864-825a-181c004d5073" providerId="ADAL" clId="{7BA2DABA-2AFD-4373-A5DF-B2B4D9C4D758}" dt="2025-07-26T08:04:27.218" v="38" actId="1076"/>
          <ac:spMkLst>
            <pc:docMk/>
            <pc:sldMk cId="3043244195" sldId="535"/>
            <ac:spMk id="9" creationId="{00000000-0000-0000-0000-000000000000}"/>
          </ac:spMkLst>
        </pc:spChg>
        <pc:picChg chg="del">
          <ac:chgData name="Dr. Divyanshi Mangla" userId="34edbf5d-06d7-4864-825a-181c004d5073" providerId="ADAL" clId="{7BA2DABA-2AFD-4373-A5DF-B2B4D9C4D758}" dt="2025-07-26T08:03:56.999" v="32" actId="21"/>
          <ac:picMkLst>
            <pc:docMk/>
            <pc:sldMk cId="3043244195" sldId="535"/>
            <ac:picMk id="4" creationId="{0CB16336-BAD8-6B00-7E8A-E5F55EA6EC01}"/>
          </ac:picMkLst>
        </pc:picChg>
        <pc:picChg chg="mod">
          <ac:chgData name="Dr. Divyanshi Mangla" userId="34edbf5d-06d7-4864-825a-181c004d5073" providerId="ADAL" clId="{7BA2DABA-2AFD-4373-A5DF-B2B4D9C4D758}" dt="2025-07-26T08:04:39.921" v="42" actId="1076"/>
          <ac:picMkLst>
            <pc:docMk/>
            <pc:sldMk cId="3043244195" sldId="535"/>
            <ac:picMk id="5" creationId="{9094BCA0-6CA0-CA17-A2C4-83B26AAA3AA3}"/>
          </ac:picMkLst>
        </pc:picChg>
        <pc:picChg chg="mod ord">
          <ac:chgData name="Dr. Divyanshi Mangla" userId="34edbf5d-06d7-4864-825a-181c004d5073" providerId="ADAL" clId="{7BA2DABA-2AFD-4373-A5DF-B2B4D9C4D758}" dt="2025-07-26T08:04:31.375" v="40" actId="167"/>
          <ac:picMkLst>
            <pc:docMk/>
            <pc:sldMk cId="3043244195" sldId="535"/>
            <ac:picMk id="8" creationId="{1604386F-44CC-0CDB-97A5-23B06D3BA47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DCA880-F528-42FF-9D9D-656041A152F2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757FDF-EB9E-4972-8337-0107D986E7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80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57734-D135-44F6-9EAE-3DBCD6C2823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6093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66A1C-8890-F6EE-FA88-CCFD7B436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0B296B-425B-80CF-2353-C85FB9542F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E013F8-2700-556B-E8BF-134DA9F6BE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24B3B-F227-E980-ABF8-A3F9E2D166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957734-D135-44F6-9EAE-3DBCD6C2823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5444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5F059-0C54-AD09-D4B4-0A2E5A7CA3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9A6A15-A308-D446-4F84-A9EE699D4A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39609-ACF1-CEF4-58E3-FDE91E118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ABA11-9F27-9D7A-2271-AA4752D13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79911-496E-C1BF-40E5-989E3E983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635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3AFD5-92DF-02D3-14DA-0592076BC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8AE9CB-D905-9CF7-0F87-B66D74AA6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6189C-A79E-BA17-D8F7-8F9DCA2B6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E3653-B273-A58F-15BB-E260E6E72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33112-B3A0-0810-9716-268AC0108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955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EE9CE-DA9D-BE97-2E16-DD85A7CC6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4CD4F-7B95-EEB9-DB66-EFD86AA5C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666CA-A45E-ADB5-D5E2-5F9C921ED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BA573-6B22-121D-65BD-2A6EFC3D6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34F79B-846A-89F9-76E1-69BD6CE19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396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AE730-90B9-98AD-146E-DA2D4B21D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15413-DE4A-8131-C8FB-47019CBEB7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76244-0B58-1F73-09C2-5794FB2BCE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A18BB9-8F43-C544-66AD-4C8D8E2BF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04F58E-781B-34C5-D44C-F95867AAC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4C006-D063-991F-DF59-74479B1A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634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6FEE4-8DAA-4BF2-33D9-8496D58F8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1A8551-198F-A3F5-F0C3-7CAD28455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EC037F-E6FE-9AF0-60DD-12B8B28742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3628EC-40E4-7A35-54F8-4092A7BF9C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1DEC03-25FD-18D4-233F-6E513DF3D4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2CF223-7474-A556-4E6F-CF4149D8A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4D1F66-1570-EF8F-1B7A-914E32EE8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CA1EA8-4288-D015-2240-EA8FDA657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07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73207-5D12-38FE-ED70-4ECEFA879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BE37A2-0316-0D07-42D3-79D3B2669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8BD6B8-D060-620A-C00E-05D42CE42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A0D3BF-06A8-517B-489F-8DAE81E53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745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F4613C-7E35-B8C8-09C8-37BABFBD8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29A415-E177-3F8D-4EE0-D515AEBA9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8B1BD-5491-E598-6006-DE5852BED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9716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08579-F3BE-5A87-CF66-98C0A3579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D013B-C5E8-D3F3-7820-9CB3DE7BD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1DE167-0C5C-9459-27E6-0179E758F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32756-F545-C414-62A5-DB1355BAF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C04F0-F5D7-EF56-AC99-5181D233B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F8C0C5-F425-A69F-F34B-B512177DF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3570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870A6-7E65-99AA-5BBC-E4BCB662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B1155F-0B71-2ED7-013C-68DB130F0A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D2CA4B-9DB6-8BB3-AE8F-09531BB49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E8D6C-C250-DF43-2397-AC2E2D388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1FB44-B47A-AD3F-4A9A-65B569F3A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C3B207-678C-5259-993C-2D3CCA61B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5414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005DD-7452-98CF-B717-FEED25722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4A86B3-0E86-0C15-42C2-115C1446A6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B7975-0C95-1271-A8B1-D7852BD2E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EDCDC-18C6-7073-AE91-FB00D577C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D04EA-A0FF-30D1-F12A-6F3762F2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45412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223B6E-1307-A690-B8DB-F0D2160AA9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9B7061-9074-3F86-73F4-F43CE854D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E2A8E-B32E-3026-3606-0449F14DB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47BC5-E165-71CE-82A4-748F63FE6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2F803-BB05-AF2F-1493-934211B74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567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63B337-0CB5-9D2D-6A56-7EF1247AB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0D1469-6A47-EE6F-92C2-8B3C836F8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71DBD-F888-3E18-7AF6-BA2844530A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AAF4DF-28EA-4565-A8DA-61A050D9D6F4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D6ED3-0AC2-1A27-AAC0-0E54665883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011556-8588-723C-1EB1-38BC89D7A8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FD9AB0-0CF1-4071-BB77-1E46448FA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3321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g"/><Relationship Id="rId5" Type="http://schemas.openxmlformats.org/officeDocument/2006/relationships/image" Target="../media/image6.jpeg"/><Relationship Id="rId4" Type="http://schemas.openxmlformats.org/officeDocument/2006/relationships/image" Target="../media/image14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0E1FFC39-993B-BCEA-F84E-9FFC410CCE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294"/>
            <a:ext cx="12192000" cy="6946678"/>
          </a:xfrm>
          <a:prstGeom prst="rect">
            <a:avLst/>
          </a:prstGeom>
        </p:spPr>
      </p:pic>
      <p:pic>
        <p:nvPicPr>
          <p:cNvPr id="1026" name="Picture 2" descr="KR Mangalam Full Form: All Defination - CareerGuide">
            <a:extLst>
              <a:ext uri="{FF2B5EF4-FFF2-40B4-BE49-F238E27FC236}">
                <a16:creationId xmlns:a16="http://schemas.microsoft.com/office/drawing/2014/main" id="{37025CEA-8A22-BAED-A319-F9DDDC3D9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9743" y="134471"/>
            <a:ext cx="5724938" cy="1068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9F80489-0B3E-B6D7-4D23-523CAF0319F8}"/>
              </a:ext>
            </a:extLst>
          </p:cNvPr>
          <p:cNvSpPr txBox="1"/>
          <p:nvPr/>
        </p:nvSpPr>
        <p:spPr>
          <a:xfrm>
            <a:off x="687333" y="1337895"/>
            <a:ext cx="1139709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Subject: Engineering Chemistry</a:t>
            </a:r>
          </a:p>
          <a:p>
            <a:pPr algn="ctr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ETCH104</a:t>
            </a:r>
          </a:p>
          <a:p>
            <a:pPr algn="ctr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Program: B.Tech. CSE (Full Stack/IBM/DS) SEM-I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Name: Dr. Divyanshi Mangla</a:t>
            </a:r>
          </a:p>
          <a:p>
            <a:pPr algn="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(Assistant Professor)</a:t>
            </a:r>
          </a:p>
          <a:p>
            <a:pPr algn="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School of Basic and Applied Sciences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E87B50-18B9-D467-F70C-34907A9652C5}"/>
              </a:ext>
            </a:extLst>
          </p:cNvPr>
          <p:cNvSpPr/>
          <p:nvPr/>
        </p:nvSpPr>
        <p:spPr>
          <a:xfrm>
            <a:off x="9609259" y="337200"/>
            <a:ext cx="252729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Session no.</a:t>
            </a:r>
            <a:r>
              <a:rPr lang="en-US" sz="28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19</a:t>
            </a:r>
            <a:r>
              <a:rPr lang="en-US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51643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4C842B31-BC89-43EA-A6A3-FF6F9B5AF7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8538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7B7E1E9C-F82F-8470-62C4-87CA738BCF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72725"/>
            <a:ext cx="3269613" cy="742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50000"/>
              </a:lnSpc>
              <a:buSzPct val="25000"/>
            </a:pPr>
            <a:r>
              <a:rPr lang="en-US" sz="3200" b="1" dirty="0">
                <a:solidFill>
                  <a:srgbClr val="E31E24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  <a:t>Table of Contents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413B30A-3576-FCBF-3170-78045AB53FA0}"/>
              </a:ext>
            </a:extLst>
          </p:cNvPr>
          <p:cNvCxnSpPr/>
          <p:nvPr/>
        </p:nvCxnSpPr>
        <p:spPr>
          <a:xfrm>
            <a:off x="-1" y="1061448"/>
            <a:ext cx="12161520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84175348-F07F-139B-210A-51B3F331B92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FE91A7-EF64-E9A6-68F4-F6C5EABBEA4A}"/>
              </a:ext>
            </a:extLst>
          </p:cNvPr>
          <p:cNvSpPr txBox="1"/>
          <p:nvPr/>
        </p:nvSpPr>
        <p:spPr>
          <a:xfrm>
            <a:off x="251520" y="1484784"/>
            <a:ext cx="8712968" cy="3089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Pre-requisite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Ni-Cd Batteries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Quiz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Support Material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139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50A75B56-6F80-3714-8E55-BEAF8ED13B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8538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33055022-1F6C-2E8A-ABFF-26A7CE774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244926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dirty="0">
                <a:solidFill>
                  <a:srgbClr val="E31E24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rPr>
              <a:t>Pre-requisite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0BEF448-A9CF-5D4F-DFF2-F58D1C6D31C4}"/>
              </a:ext>
            </a:extLst>
          </p:cNvPr>
          <p:cNvCxnSpPr>
            <a:cxnSpLocks/>
          </p:cNvCxnSpPr>
          <p:nvPr/>
        </p:nvCxnSpPr>
        <p:spPr>
          <a:xfrm flipV="1">
            <a:off x="0" y="986118"/>
            <a:ext cx="12120282" cy="7533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E94267F-7B74-501B-513A-8C37E3133C9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C909BE-9726-8848-9A71-19F72CDF3C0E}"/>
              </a:ext>
            </a:extLst>
          </p:cNvPr>
          <p:cNvSpPr txBox="1"/>
          <p:nvPr/>
        </p:nvSpPr>
        <p:spPr>
          <a:xfrm>
            <a:off x="179512" y="1315453"/>
            <a:ext cx="6405921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knowledge of Class 12</a:t>
            </a:r>
            <a:r>
              <a:rPr lang="en-IN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Chemistry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Electrode potential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Redox reactions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Batteries</a:t>
            </a:r>
          </a:p>
        </p:txBody>
      </p:sp>
    </p:spTree>
    <p:extLst>
      <p:ext uri="{BB962C8B-B14F-4D97-AF65-F5344CB8AC3E}">
        <p14:creationId xmlns:p14="http://schemas.microsoft.com/office/powerpoint/2010/main" val="3060683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88DB8-7C92-7F49-3D09-50F65EBBE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75DEDB5F-922C-0E11-8257-EA991DFB30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85384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B2C0260C-356D-0020-5C6D-47A867034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51593"/>
            <a:ext cx="329769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dirty="0">
                <a:solidFill>
                  <a:srgbClr val="E31E24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  <a:sym typeface="Arial"/>
              </a:rPr>
              <a:t>Course Outcomes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F56155-D7E6-3EFF-D12D-BA82436D6512}"/>
              </a:ext>
            </a:extLst>
          </p:cNvPr>
          <p:cNvCxnSpPr>
            <a:cxnSpLocks/>
          </p:cNvCxnSpPr>
          <p:nvPr/>
        </p:nvCxnSpPr>
        <p:spPr>
          <a:xfrm flipV="1">
            <a:off x="0" y="986118"/>
            <a:ext cx="12120282" cy="7533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648CF18-377B-7EF4-EFE6-0C161A5A0B2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B6AA9A4-869F-76C2-E9CD-EFAC3EF71EAF}"/>
              </a:ext>
            </a:extLst>
          </p:cNvPr>
          <p:cNvGraphicFramePr>
            <a:graphicFrameLocks noGrp="1"/>
          </p:cNvGraphicFramePr>
          <p:nvPr/>
        </p:nvGraphicFramePr>
        <p:xfrm>
          <a:off x="912405" y="2371058"/>
          <a:ext cx="10441394" cy="2270314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{2D5ABB26-0587-4C30-8999-92F81FD0307C}</a:tableStyleId>
              </a:tblPr>
              <a:tblGrid>
                <a:gridCol w="1323969">
                  <a:extLst>
                    <a:ext uri="{9D8B030D-6E8A-4147-A177-3AD203B41FA5}">
                      <a16:colId xmlns:a16="http://schemas.microsoft.com/office/drawing/2014/main" val="1078813254"/>
                    </a:ext>
                  </a:extLst>
                </a:gridCol>
                <a:gridCol w="6661609">
                  <a:extLst>
                    <a:ext uri="{9D8B030D-6E8A-4147-A177-3AD203B41FA5}">
                      <a16:colId xmlns:a16="http://schemas.microsoft.com/office/drawing/2014/main" val="1198884536"/>
                    </a:ext>
                  </a:extLst>
                </a:gridCol>
                <a:gridCol w="2455816">
                  <a:extLst>
                    <a:ext uri="{9D8B030D-6E8A-4147-A177-3AD203B41FA5}">
                      <a16:colId xmlns:a16="http://schemas.microsoft.com/office/drawing/2014/main" val="2626532432"/>
                    </a:ext>
                  </a:extLst>
                </a:gridCol>
              </a:tblGrid>
              <a:tr h="648661">
                <a:tc>
                  <a:txBody>
                    <a:bodyPr/>
                    <a:lstStyle/>
                    <a:p>
                      <a:pPr marL="9525" algn="ctr">
                        <a:lnSpc>
                          <a:spcPts val="1285"/>
                        </a:lnSpc>
                        <a:spcBef>
                          <a:spcPts val="5"/>
                        </a:spcBef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CO1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6195" marR="36195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the methods for water hardness and the basics of boiler water treatment and analyze fuel calorific values and battery.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BTL2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45412386"/>
                  </a:ext>
                </a:extLst>
              </a:tr>
              <a:tr h="324331">
                <a:tc>
                  <a:txBody>
                    <a:bodyPr/>
                    <a:lstStyle/>
                    <a:p>
                      <a:pPr marL="9525" algn="ctr">
                        <a:lnSpc>
                          <a:spcPts val="129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6195" marR="36195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Explain the characteristics and working principles of different battery types and types of fuels. 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BTL2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23707397"/>
                  </a:ext>
                </a:extLst>
              </a:tr>
              <a:tr h="648661">
                <a:tc>
                  <a:txBody>
                    <a:bodyPr/>
                    <a:lstStyle/>
                    <a:p>
                      <a:pPr marL="9525" algn="ctr">
                        <a:lnSpc>
                          <a:spcPts val="1265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CO3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6195" marR="36195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Determine the differences between batteries and fuel cells and classify fuel cell types based on their components.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BTL4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77939504"/>
                  </a:ext>
                </a:extLst>
              </a:tr>
              <a:tr h="648661">
                <a:tc>
                  <a:txBody>
                    <a:bodyPr/>
                    <a:lstStyle/>
                    <a:p>
                      <a:pPr marL="9525" algn="ctr">
                        <a:lnSpc>
                          <a:spcPts val="1290"/>
                        </a:lnSpc>
                        <a:buNone/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CO4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36195" marR="36195">
                        <a:buNone/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Identify between hard and soft water, solve the related numerical problems on water purification and emf and its significance in industry and daily life.</a:t>
                      </a:r>
                      <a:endParaRPr lang="en-IN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BTL3</a:t>
                      </a:r>
                      <a:endParaRPr lang="en-IN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314066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369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04386F-44CC-0CDB-97A5-23B06D3BA4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84" t="37165" r="48493" b="17828"/>
          <a:stretch/>
        </p:blipFill>
        <p:spPr>
          <a:xfrm>
            <a:off x="5733955" y="2561650"/>
            <a:ext cx="6136433" cy="40943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94BCA0-6CA0-CA17-A2C4-83B26AAA3AA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02" y="6482666"/>
            <a:ext cx="2411760" cy="3466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54141" y="339531"/>
            <a:ext cx="64540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solidFill>
                  <a:srgbClr val="E31E24"/>
                </a:solidFill>
                <a:latin typeface="Verdana" panose="020B0604030504040204" pitchFamily="34" charset="0"/>
                <a:ea typeface="Verdana" panose="020B0604030504040204" pitchFamily="34" charset="0"/>
                <a:cs typeface="Times New Roman" panose="02020603050405020304" pitchFamily="18" charset="0"/>
              </a:rPr>
              <a:t>Nickel- Cadmium batteries </a:t>
            </a:r>
          </a:p>
        </p:txBody>
      </p:sp>
      <p:sp>
        <p:nvSpPr>
          <p:cNvPr id="7" name="Rectangle 6"/>
          <p:cNvSpPr/>
          <p:nvPr/>
        </p:nvSpPr>
        <p:spPr>
          <a:xfrm>
            <a:off x="1962434" y="1442721"/>
            <a:ext cx="845404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sz="2000"/>
          </a:p>
        </p:txBody>
      </p:sp>
      <p:sp>
        <p:nvSpPr>
          <p:cNvPr id="9" name="TextBox 8"/>
          <p:cNvSpPr txBox="1"/>
          <p:nvPr/>
        </p:nvSpPr>
        <p:spPr>
          <a:xfrm>
            <a:off x="1121914" y="1314805"/>
            <a:ext cx="849694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Anode: Cadmium (Cd) Electrolyte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Cathode: NiO2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Electrolyte: 30% KOH in distilled water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819230-EF9D-6E26-9D80-D07284ADD811}"/>
              </a:ext>
            </a:extLst>
          </p:cNvPr>
          <p:cNvSpPr txBox="1"/>
          <p:nvPr/>
        </p:nvSpPr>
        <p:spPr>
          <a:xfrm>
            <a:off x="5627950" y="6345953"/>
            <a:ext cx="5112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Fig 5 : Nickel- Cadmium battery </a:t>
            </a:r>
          </a:p>
        </p:txBody>
      </p:sp>
    </p:spTree>
    <p:extLst>
      <p:ext uri="{BB962C8B-B14F-4D97-AF65-F5344CB8AC3E}">
        <p14:creationId xmlns:p14="http://schemas.microsoft.com/office/powerpoint/2010/main" val="3043244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Nickel-cadmium-battery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552" y="1085088"/>
            <a:ext cx="6916928" cy="5187696"/>
          </a:xfrm>
          <a:prstGeom prst="rect">
            <a:avLst/>
          </a:prstGeom>
        </p:spPr>
      </p:pic>
      <p:pic>
        <p:nvPicPr>
          <p:cNvPr id="3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0EF09CCA-AC26-E0B3-E6D4-676209DDF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Nickel-cadmium-battery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176528"/>
            <a:ext cx="6884416" cy="5163312"/>
          </a:xfrm>
          <a:prstGeom prst="rect">
            <a:avLst/>
          </a:prstGeom>
        </p:spPr>
      </p:pic>
      <p:pic>
        <p:nvPicPr>
          <p:cNvPr id="3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1D91A3A4-D49C-E756-6EE7-D8FD5F5B7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Nickel-cadmium-battery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824" y="973836"/>
            <a:ext cx="7122160" cy="5341620"/>
          </a:xfrm>
          <a:prstGeom prst="rect">
            <a:avLst/>
          </a:prstGeom>
        </p:spPr>
      </p:pic>
      <p:pic>
        <p:nvPicPr>
          <p:cNvPr id="3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A28C4843-F493-164E-B90B-05E066EBC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Nickel-cadmium-battery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096" y="649224"/>
            <a:ext cx="7510272" cy="5632704"/>
          </a:xfrm>
          <a:prstGeom prst="rect">
            <a:avLst/>
          </a:prstGeom>
        </p:spPr>
      </p:pic>
      <p:pic>
        <p:nvPicPr>
          <p:cNvPr id="3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7B4D669E-12D8-6AB8-6F5F-6D77F7D91F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Nickel-cadmium-battery-6-2048.jpg"/>
          <p:cNvPicPr>
            <a:picLocks noChangeAspect="1"/>
          </p:cNvPicPr>
          <p:nvPr/>
        </p:nvPicPr>
        <p:blipFill>
          <a:blip r:embed="rId2"/>
          <a:srcRect b="21799"/>
          <a:stretch>
            <a:fillRect/>
          </a:stretch>
        </p:blipFill>
        <p:spPr>
          <a:xfrm>
            <a:off x="2266121" y="1182756"/>
            <a:ext cx="7659757" cy="4492487"/>
          </a:xfrm>
          <a:prstGeom prst="rect">
            <a:avLst/>
          </a:prstGeom>
        </p:spPr>
      </p:pic>
      <p:pic>
        <p:nvPicPr>
          <p:cNvPr id="3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92B83C53-6177-A342-AA40-F24E5F2BD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Nickel-cadmium-battery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392" y="966216"/>
            <a:ext cx="7010400" cy="5257800"/>
          </a:xfrm>
          <a:prstGeom prst="rect">
            <a:avLst/>
          </a:prstGeom>
        </p:spPr>
      </p:pic>
      <p:pic>
        <p:nvPicPr>
          <p:cNvPr id="3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2A8DC034-B0D4-02C3-CF6A-9A9AD1BA4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1750109-3B91-4506-B997-0CD8E35A14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145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72D8D1B-59F6-4FF3-8547-9BBB6129F2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480060"/>
            <a:ext cx="3442553" cy="278807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08-Nickel-cadmium-battery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49" y="710490"/>
            <a:ext cx="3122143" cy="2341607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14044C96-7CFD-44DB-A579-D77B0D37C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5998" y="487090"/>
            <a:ext cx="3588174" cy="278104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07-Nickel-cadmium-battery-8-204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3518" y="664970"/>
            <a:ext cx="3252903" cy="2439677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8FC8C21F-9484-4A71-ABFA-6C10682FA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1331" y="3603670"/>
            <a:ext cx="3442553" cy="278807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09-Nickel-cadmium-battery-10-204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549" y="3819656"/>
            <a:ext cx="3104943" cy="2328707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2C444748-5A8D-4B53-89FE-42B455DFA2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5618" y="487090"/>
            <a:ext cx="3588171" cy="589788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CE56876F-00E4-7D19-35AC-42FECC2FB8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366594" y="2706624"/>
            <a:ext cx="1458811" cy="1458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F4FFA271-A10A-4AC3-8F06-E3313A197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29502" y="3603670"/>
            <a:ext cx="3601167" cy="2788074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10-Nickel-cadmium-battery-11-2048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3518" y="3767686"/>
            <a:ext cx="3252903" cy="243967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BABFC-9C8B-85A8-02BB-30086D3D0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0A43A6ED-74BB-1BBE-0EF4-C19D270DC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6981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43BFFBC-74A3-451B-CDF0-A4DFA118CA29}"/>
              </a:ext>
            </a:extLst>
          </p:cNvPr>
          <p:cNvSpPr/>
          <p:nvPr/>
        </p:nvSpPr>
        <p:spPr>
          <a:xfrm>
            <a:off x="6316676" y="105545"/>
            <a:ext cx="10198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Q&amp;A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804CF6-5228-B29C-D476-E8BE0E460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886" y="210749"/>
            <a:ext cx="451277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Q1. MCQ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is the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anode material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in a Nickel-Cadmium battery?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Nickel(II) oxide-hydroxide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Cadmium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Zinc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Graphite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Correct Answer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 b) Cadmium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7052876-AC41-EEC9-1C82-3B4F48B57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942" y="1448663"/>
            <a:ext cx="476925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Q2. MCQ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of the following is a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major disadvantage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Ni-Cd batteries?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High cost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Memory effect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Non-rechargeable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Low voltage output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Correct Answer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 b) Memory effect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0F3EAD7D-8990-B3BC-C6FA-6DA60ADD1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942" y="2978846"/>
            <a:ext cx="4339906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Q3. Short Answer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Write the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 cell reaction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a Nickel-Cadmium battery.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Answer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2NiO(OH) + Cd + 2H₂O → 2Ni(OH)₂ + Cd(OH)₂</a:t>
            </a: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AB3084DF-3EFE-8BD5-BEC3-BC1BCB1C16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4886" y="3927663"/>
            <a:ext cx="3745641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Q4. MCQ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electrolyte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used in a Ni-Cd battery is: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Sulfuric acid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Potassium hydroxide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Sodium chloride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Ammonium sulfate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Correct Answer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 b) Potassium hydroxide (KOH)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E86A38EE-59FE-B5BD-B8AF-9F760AB91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942" y="5446485"/>
            <a:ext cx="4623382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🔹 Q5. Short Answer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Mention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 applications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Nickel-Cadmium batteries.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Answer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Emergency lighting systems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Cordless power tools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latin typeface="Arial" panose="020B0604020202020204" pitchFamily="34" charset="0"/>
              </a:rPr>
              <a:t>(Also used in portable electronic equipment, aircraft starters, etc.)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1469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FD324-4D3D-EA5F-4293-43A286CF3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672B6F43-2F77-ECE6-542B-41048C2B9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8930CF-6A98-97BF-FED1-A648429CD3F4}"/>
              </a:ext>
            </a:extLst>
          </p:cNvPr>
          <p:cNvSpPr txBox="1"/>
          <p:nvPr/>
        </p:nvSpPr>
        <p:spPr>
          <a:xfrm>
            <a:off x="182880" y="292608"/>
            <a:ext cx="9400032" cy="19691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/>
              <a:t>📚 Key Takeaways:</a:t>
            </a:r>
          </a:p>
          <a:p>
            <a:pPr>
              <a:lnSpc>
                <a:spcPct val="150000"/>
              </a:lnSpc>
              <a:buNone/>
            </a:pPr>
            <a:endParaRPr lang="en-US" sz="2800" b="1" dirty="0"/>
          </a:p>
          <a:p>
            <a:pPr>
              <a:lnSpc>
                <a:spcPct val="150000"/>
              </a:lnSpc>
              <a:buNone/>
            </a:pPr>
            <a:endParaRPr lang="en-US" sz="2800" b="1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20BF8D6-350F-15DA-5943-EA08F5AF7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76" y="1666875"/>
            <a:ext cx="10878812" cy="3884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Ni-Cd batteries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rechargeable secondary cells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 good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cycle life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robust performance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anode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cadmium (Cd)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cathode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nickel(III) oxide-hydroxide (NiO(OH))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electrolyte is typically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potassium hydroxide (KOH)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is not consumed during reaction.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exhibit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memory effect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reducing capacity if recharged before complete discharge.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Ni-Cd batteries have a nominal voltage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1.2 V per cell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Common applications include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cordless tools, emergency lighting, and aviation electronics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Although durable,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cadmium is toxic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; hence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environmental handling and disposal regulations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apply.</a:t>
            </a:r>
          </a:p>
        </p:txBody>
      </p:sp>
    </p:spTree>
    <p:extLst>
      <p:ext uri="{BB962C8B-B14F-4D97-AF65-F5344CB8AC3E}">
        <p14:creationId xmlns:p14="http://schemas.microsoft.com/office/powerpoint/2010/main" val="582118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8629F-2CFA-F16E-94D6-EC37DA785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K.R. Mangalam University (Fees &amp; Reviews): Haryana, India">
            <a:extLst>
              <a:ext uri="{FF2B5EF4-FFF2-40B4-BE49-F238E27FC236}">
                <a16:creationId xmlns:a16="http://schemas.microsoft.com/office/drawing/2014/main" id="{BBF6B9ED-E103-F7DA-C6B0-CD7219A593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25" y="0"/>
            <a:ext cx="166687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4F715DD2-01D3-4E38-DD74-867A29EA8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" y="646331"/>
            <a:ext cx="2835328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📚 Textbook References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EC95A2-3016-FA6A-AAE3-3550E4F1627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081054"/>
          <a:ext cx="10515600" cy="384048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73470066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4494471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4949590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7934981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Author(s)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Title of Book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Publisher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Relevant Chapters/Pages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2410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K.L. Kapoor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i="1"/>
                        <a:t>Electrochemistry and Solutions (Vol. 3)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Macmillan India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Chapter 5: Secondary Batteries, pp. 130–135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8850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Bahl &amp; Tuli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i="1"/>
                        <a:t>Essentials of Physical Chemistry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S. Chand Publishing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Ch. 9 – Batteries, pp. 680–685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07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Gurdeep Raj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i="1"/>
                        <a:t>Advanced Physical Chemistry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Goel Publishing House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Section on Secondary Cells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3735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Sharma &amp; Kaur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i="1"/>
                        <a:t>Physical Chemistry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Krishna Prakashan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Chapter on Batteries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2772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BR"/>
                        <a:t>P.W. Atkins &amp; Julio de Paula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i="1"/>
                        <a:t>Physical Chemistry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Oxford University Press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Ch. 19 – Electrochemistry, pp. 670–692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070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351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611</Words>
  <Application>Microsoft Office PowerPoint</Application>
  <PresentationFormat>Widescreen</PresentationFormat>
  <Paragraphs>102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Divyanshi Mangla</dc:creator>
  <cp:lastModifiedBy>Divyanshi Mangla</cp:lastModifiedBy>
  <cp:revision>1</cp:revision>
  <dcterms:created xsi:type="dcterms:W3CDTF">2025-07-26T06:24:36Z</dcterms:created>
  <dcterms:modified xsi:type="dcterms:W3CDTF">2025-07-26T08:20:31Z</dcterms:modified>
</cp:coreProperties>
</file>