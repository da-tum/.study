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395" r:id="rId2"/>
    <p:sldId id="396" r:id="rId3"/>
    <p:sldId id="405" r:id="rId4"/>
    <p:sldId id="422" r:id="rId5"/>
    <p:sldId id="513" r:id="rId6"/>
    <p:sldId id="515" r:id="rId7"/>
    <p:sldId id="544" r:id="rId8"/>
    <p:sldId id="545" r:id="rId9"/>
    <p:sldId id="546" r:id="rId10"/>
    <p:sldId id="574" r:id="rId11"/>
    <p:sldId id="418" r:id="rId12"/>
    <p:sldId id="420" r:id="rId13"/>
    <p:sldId id="42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F9B2DE-FFD5-498F-8B5E-E51B06489D12}" v="37" dt="2025-07-26T07:35:44.8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6" autoAdjust="0"/>
    <p:restoredTop sz="94660"/>
  </p:normalViewPr>
  <p:slideViewPr>
    <p:cSldViewPr snapToGrid="0">
      <p:cViewPr varScale="1">
        <p:scale>
          <a:sx n="79" d="100"/>
          <a:sy n="79" d="100"/>
        </p:scale>
        <p:origin x="69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Divyanshi Mangla" userId="34edbf5d-06d7-4864-825a-181c004d5073" providerId="ADAL" clId="{EFF9B2DE-FFD5-498F-8B5E-E51B06489D12}"/>
    <pc:docChg chg="undo custSel addSld delSld modSld">
      <pc:chgData name="Dr. Divyanshi Mangla" userId="34edbf5d-06d7-4864-825a-181c004d5073" providerId="ADAL" clId="{EFF9B2DE-FFD5-498F-8B5E-E51B06489D12}" dt="2025-07-26T07:35:54.256" v="142" actId="14100"/>
      <pc:docMkLst>
        <pc:docMk/>
      </pc:docMkLst>
      <pc:sldChg chg="modSp mod">
        <pc:chgData name="Dr. Divyanshi Mangla" userId="34edbf5d-06d7-4864-825a-181c004d5073" providerId="ADAL" clId="{EFF9B2DE-FFD5-498F-8B5E-E51B06489D12}" dt="2025-07-26T07:26:39.078" v="0" actId="20577"/>
        <pc:sldMkLst>
          <pc:docMk/>
          <pc:sldMk cId="1551643713" sldId="395"/>
        </pc:sldMkLst>
        <pc:spChg chg="mod">
          <ac:chgData name="Dr. Divyanshi Mangla" userId="34edbf5d-06d7-4864-825a-181c004d5073" providerId="ADAL" clId="{EFF9B2DE-FFD5-498F-8B5E-E51B06489D12}" dt="2025-07-26T07:26:39.078" v="0" actId="20577"/>
          <ac:spMkLst>
            <pc:docMk/>
            <pc:sldMk cId="1551643713" sldId="395"/>
            <ac:spMk id="4" creationId="{7AE87B50-18B9-D467-F70C-34907A9652C5}"/>
          </ac:spMkLst>
        </pc:spChg>
      </pc:sldChg>
      <pc:sldChg chg="modSp mod">
        <pc:chgData name="Dr. Divyanshi Mangla" userId="34edbf5d-06d7-4864-825a-181c004d5073" providerId="ADAL" clId="{EFF9B2DE-FFD5-498F-8B5E-E51B06489D12}" dt="2025-07-26T07:27:14.161" v="55" actId="20577"/>
        <pc:sldMkLst>
          <pc:docMk/>
          <pc:sldMk cId="1839139080" sldId="396"/>
        </pc:sldMkLst>
        <pc:spChg chg="mod">
          <ac:chgData name="Dr. Divyanshi Mangla" userId="34edbf5d-06d7-4864-825a-181c004d5073" providerId="ADAL" clId="{EFF9B2DE-FFD5-498F-8B5E-E51B06489D12}" dt="2025-07-26T07:27:14.161" v="55" actId="20577"/>
          <ac:spMkLst>
            <pc:docMk/>
            <pc:sldMk cId="1839139080" sldId="396"/>
            <ac:spMk id="6" creationId="{C7FE91A7-EF64-E9A6-68F4-F6C5EABBEA4A}"/>
          </ac:spMkLst>
        </pc:spChg>
      </pc:sldChg>
      <pc:sldChg chg="modSp mod">
        <pc:chgData name="Dr. Divyanshi Mangla" userId="34edbf5d-06d7-4864-825a-181c004d5073" providerId="ADAL" clId="{EFF9B2DE-FFD5-498F-8B5E-E51B06489D12}" dt="2025-07-26T07:27:22.434" v="57"/>
        <pc:sldMkLst>
          <pc:docMk/>
          <pc:sldMk cId="3060683144" sldId="405"/>
        </pc:sldMkLst>
        <pc:spChg chg="mod">
          <ac:chgData name="Dr. Divyanshi Mangla" userId="34edbf5d-06d7-4864-825a-181c004d5073" providerId="ADAL" clId="{EFF9B2DE-FFD5-498F-8B5E-E51B06489D12}" dt="2025-07-26T07:27:22.434" v="57"/>
          <ac:spMkLst>
            <pc:docMk/>
            <pc:sldMk cId="3060683144" sldId="405"/>
            <ac:spMk id="6" creationId="{B5C909BE-9726-8848-9A71-19F72CDF3C0E}"/>
          </ac:spMkLst>
        </pc:spChg>
      </pc:sldChg>
      <pc:sldChg chg="del">
        <pc:chgData name="Dr. Divyanshi Mangla" userId="34edbf5d-06d7-4864-825a-181c004d5073" providerId="ADAL" clId="{EFF9B2DE-FFD5-498F-8B5E-E51B06489D12}" dt="2025-07-26T07:29:11.142" v="67" actId="47"/>
        <pc:sldMkLst>
          <pc:docMk/>
          <pc:sldMk cId="3461469184" sldId="408"/>
        </pc:sldMkLst>
      </pc:sldChg>
      <pc:sldChg chg="addSp delSp modSp add del mod">
        <pc:chgData name="Dr. Divyanshi Mangla" userId="34edbf5d-06d7-4864-825a-181c004d5073" providerId="ADAL" clId="{EFF9B2DE-FFD5-498F-8B5E-E51B06489D12}" dt="2025-07-26T07:35:44.856" v="141" actId="1076"/>
        <pc:sldMkLst>
          <pc:docMk/>
          <pc:sldMk cId="2559325736" sldId="418"/>
        </pc:sldMkLst>
        <pc:spChg chg="add del mod">
          <ac:chgData name="Dr. Divyanshi Mangla" userId="34edbf5d-06d7-4864-825a-181c004d5073" providerId="ADAL" clId="{EFF9B2DE-FFD5-498F-8B5E-E51B06489D12}" dt="2025-07-26T07:33:24.272" v="93" actId="478"/>
          <ac:spMkLst>
            <pc:docMk/>
            <pc:sldMk cId="2559325736" sldId="418"/>
            <ac:spMk id="3" creationId="{507247D7-6490-75EF-EE1C-0B26A198CBA9}"/>
          </ac:spMkLst>
        </pc:spChg>
        <pc:spChg chg="add mod">
          <ac:chgData name="Dr. Divyanshi Mangla" userId="34edbf5d-06d7-4864-825a-181c004d5073" providerId="ADAL" clId="{EFF9B2DE-FFD5-498F-8B5E-E51B06489D12}" dt="2025-07-26T07:35:00.023" v="134" actId="207"/>
          <ac:spMkLst>
            <pc:docMk/>
            <pc:sldMk cId="2559325736" sldId="418"/>
            <ac:spMk id="4" creationId="{A992EEFD-9379-B4D4-D0BC-07E2387EE6D7}"/>
          </ac:spMkLst>
        </pc:spChg>
        <pc:spChg chg="add del mod">
          <ac:chgData name="Dr. Divyanshi Mangla" userId="34edbf5d-06d7-4864-825a-181c004d5073" providerId="ADAL" clId="{EFF9B2DE-FFD5-498F-8B5E-E51B06489D12}" dt="2025-07-26T07:33:25.015" v="94" actId="478"/>
          <ac:spMkLst>
            <pc:docMk/>
            <pc:sldMk cId="2559325736" sldId="418"/>
            <ac:spMk id="5" creationId="{23C99D2C-C8BC-E336-3D0C-0A0B531B52BD}"/>
          </ac:spMkLst>
        </pc:spChg>
        <pc:spChg chg="add mod">
          <ac:chgData name="Dr. Divyanshi Mangla" userId="34edbf5d-06d7-4864-825a-181c004d5073" providerId="ADAL" clId="{EFF9B2DE-FFD5-498F-8B5E-E51B06489D12}" dt="2025-07-26T07:35:03.805" v="135" actId="207"/>
          <ac:spMkLst>
            <pc:docMk/>
            <pc:sldMk cId="2559325736" sldId="418"/>
            <ac:spMk id="6" creationId="{44389DE5-2FDB-D75C-A872-E1475032713A}"/>
          </ac:spMkLst>
        </pc:spChg>
        <pc:spChg chg="add del mod">
          <ac:chgData name="Dr. Divyanshi Mangla" userId="34edbf5d-06d7-4864-825a-181c004d5073" providerId="ADAL" clId="{EFF9B2DE-FFD5-498F-8B5E-E51B06489D12}" dt="2025-07-26T07:33:26.006" v="95" actId="478"/>
          <ac:spMkLst>
            <pc:docMk/>
            <pc:sldMk cId="2559325736" sldId="418"/>
            <ac:spMk id="7" creationId="{F5F1077F-5D72-0FF9-FBAC-649A5B1E764C}"/>
          </ac:spMkLst>
        </pc:spChg>
        <pc:spChg chg="add mod">
          <ac:chgData name="Dr. Divyanshi Mangla" userId="34edbf5d-06d7-4864-825a-181c004d5073" providerId="ADAL" clId="{EFF9B2DE-FFD5-498F-8B5E-E51B06489D12}" dt="2025-07-26T07:35:26.903" v="140" actId="207"/>
          <ac:spMkLst>
            <pc:docMk/>
            <pc:sldMk cId="2559325736" sldId="418"/>
            <ac:spMk id="8" creationId="{9817E01E-AB0F-E916-4663-35746F9FA550}"/>
          </ac:spMkLst>
        </pc:spChg>
        <pc:spChg chg="add del mod">
          <ac:chgData name="Dr. Divyanshi Mangla" userId="34edbf5d-06d7-4864-825a-181c004d5073" providerId="ADAL" clId="{EFF9B2DE-FFD5-498F-8B5E-E51B06489D12}" dt="2025-07-26T07:33:26.591" v="96" actId="478"/>
          <ac:spMkLst>
            <pc:docMk/>
            <pc:sldMk cId="2559325736" sldId="418"/>
            <ac:spMk id="9" creationId="{4A3CE88E-2233-2895-3730-C7F7FDF47690}"/>
          </ac:spMkLst>
        </pc:spChg>
        <pc:spChg chg="add mod">
          <ac:chgData name="Dr. Divyanshi Mangla" userId="34edbf5d-06d7-4864-825a-181c004d5073" providerId="ADAL" clId="{EFF9B2DE-FFD5-498F-8B5E-E51B06489D12}" dt="2025-07-26T07:35:15.403" v="138" actId="207"/>
          <ac:spMkLst>
            <pc:docMk/>
            <pc:sldMk cId="2559325736" sldId="418"/>
            <ac:spMk id="10" creationId="{D407C909-76A2-22E0-49CA-24A7BCB74D59}"/>
          </ac:spMkLst>
        </pc:spChg>
        <pc:spChg chg="add del mod">
          <ac:chgData name="Dr. Divyanshi Mangla" userId="34edbf5d-06d7-4864-825a-181c004d5073" providerId="ADAL" clId="{EFF9B2DE-FFD5-498F-8B5E-E51B06489D12}" dt="2025-07-26T07:33:27.246" v="97" actId="478"/>
          <ac:spMkLst>
            <pc:docMk/>
            <pc:sldMk cId="2559325736" sldId="418"/>
            <ac:spMk id="11" creationId="{F26F94E3-3C32-5328-A6D6-431EB12BD2C9}"/>
          </ac:spMkLst>
        </pc:spChg>
        <pc:spChg chg="add mod">
          <ac:chgData name="Dr. Divyanshi Mangla" userId="34edbf5d-06d7-4864-825a-181c004d5073" providerId="ADAL" clId="{EFF9B2DE-FFD5-498F-8B5E-E51B06489D12}" dt="2025-07-26T07:35:20.377" v="139" actId="207"/>
          <ac:spMkLst>
            <pc:docMk/>
            <pc:sldMk cId="2559325736" sldId="418"/>
            <ac:spMk id="12" creationId="{8BA077CA-B67A-60C5-16FE-4B640E2CDB61}"/>
          </ac:spMkLst>
        </pc:spChg>
        <pc:spChg chg="add mod">
          <ac:chgData name="Dr. Divyanshi Mangla" userId="34edbf5d-06d7-4864-825a-181c004d5073" providerId="ADAL" clId="{EFF9B2DE-FFD5-498F-8B5E-E51B06489D12}" dt="2025-07-26T07:34:48.979" v="133" actId="14838"/>
          <ac:spMkLst>
            <pc:docMk/>
            <pc:sldMk cId="2559325736" sldId="418"/>
            <ac:spMk id="13" creationId="{0DE6CBDB-7CCE-283A-B1BA-6004EBEAC340}"/>
          </ac:spMkLst>
        </pc:spChg>
        <pc:picChg chg="mod">
          <ac:chgData name="Dr. Divyanshi Mangla" userId="34edbf5d-06d7-4864-825a-181c004d5073" providerId="ADAL" clId="{EFF9B2DE-FFD5-498F-8B5E-E51B06489D12}" dt="2025-07-26T07:35:44.856" v="141" actId="1076"/>
          <ac:picMkLst>
            <pc:docMk/>
            <pc:sldMk cId="2559325736" sldId="418"/>
            <ac:picMk id="2" creationId="{0C1D81A0-3A35-640B-0430-637E7C7E1EB1}"/>
          </ac:picMkLst>
        </pc:picChg>
      </pc:sldChg>
      <pc:sldChg chg="del">
        <pc:chgData name="Dr. Divyanshi Mangla" userId="34edbf5d-06d7-4864-825a-181c004d5073" providerId="ADAL" clId="{EFF9B2DE-FFD5-498F-8B5E-E51B06489D12}" dt="2025-07-26T07:29:11.539" v="68" actId="47"/>
        <pc:sldMkLst>
          <pc:docMk/>
          <pc:sldMk cId="278459223" sldId="419"/>
        </pc:sldMkLst>
      </pc:sldChg>
      <pc:sldChg chg="addSp modSp mod">
        <pc:chgData name="Dr. Divyanshi Mangla" userId="34edbf5d-06d7-4864-825a-181c004d5073" providerId="ADAL" clId="{EFF9B2DE-FFD5-498F-8B5E-E51B06489D12}" dt="2025-07-26T07:35:54.256" v="142" actId="14100"/>
        <pc:sldMkLst>
          <pc:docMk/>
          <pc:sldMk cId="582118690" sldId="420"/>
        </pc:sldMkLst>
        <pc:spChg chg="add mod">
          <ac:chgData name="Dr. Divyanshi Mangla" userId="34edbf5d-06d7-4864-825a-181c004d5073" providerId="ADAL" clId="{EFF9B2DE-FFD5-498F-8B5E-E51B06489D12}" dt="2025-07-26T07:35:54.256" v="142" actId="14100"/>
          <ac:spMkLst>
            <pc:docMk/>
            <pc:sldMk cId="582118690" sldId="420"/>
            <ac:spMk id="5" creationId="{76F99D68-5914-AB95-8D5A-8AEA4BC97960}"/>
          </ac:spMkLst>
        </pc:spChg>
      </pc:sldChg>
      <pc:sldChg chg="addSp modSp">
        <pc:chgData name="Dr. Divyanshi Mangla" userId="34edbf5d-06d7-4864-825a-181c004d5073" providerId="ADAL" clId="{EFF9B2DE-FFD5-498F-8B5E-E51B06489D12}" dt="2025-07-26T07:31:23.352" v="73"/>
        <pc:sldMkLst>
          <pc:docMk/>
          <pc:sldMk cId="404351408" sldId="421"/>
        </pc:sldMkLst>
        <pc:graphicFrameChg chg="add mod">
          <ac:chgData name="Dr. Divyanshi Mangla" userId="34edbf5d-06d7-4864-825a-181c004d5073" providerId="ADAL" clId="{EFF9B2DE-FFD5-498F-8B5E-E51B06489D12}" dt="2025-07-26T07:31:23.352" v="73"/>
          <ac:graphicFrameMkLst>
            <pc:docMk/>
            <pc:sldMk cId="404351408" sldId="421"/>
            <ac:graphicFrameMk id="4" creationId="{E0338EBC-890C-9849-3B6B-2D5E2AB95A04}"/>
          </ac:graphicFrameMkLst>
        </pc:graphicFrameChg>
      </pc:sldChg>
      <pc:sldChg chg="modSp mod">
        <pc:chgData name="Dr. Divyanshi Mangla" userId="34edbf5d-06d7-4864-825a-181c004d5073" providerId="ADAL" clId="{EFF9B2DE-FFD5-498F-8B5E-E51B06489D12}" dt="2025-07-26T07:27:31.862" v="58" actId="14100"/>
        <pc:sldMkLst>
          <pc:docMk/>
          <pc:sldMk cId="231369642" sldId="422"/>
        </pc:sldMkLst>
        <pc:graphicFrameChg chg="mod modGraphic">
          <ac:chgData name="Dr. Divyanshi Mangla" userId="34edbf5d-06d7-4864-825a-181c004d5073" providerId="ADAL" clId="{EFF9B2DE-FFD5-498F-8B5E-E51B06489D12}" dt="2025-07-26T07:27:31.862" v="58" actId="14100"/>
          <ac:graphicFrameMkLst>
            <pc:docMk/>
            <pc:sldMk cId="231369642" sldId="422"/>
            <ac:graphicFrameMk id="7" creationId="{2B6AA9A4-869F-76C2-E9CD-EFAC3EF71EAF}"/>
          </ac:graphicFrameMkLst>
        </pc:graphicFrameChg>
      </pc:sldChg>
      <pc:sldChg chg="add">
        <pc:chgData name="Dr. Divyanshi Mangla" userId="34edbf5d-06d7-4864-825a-181c004d5073" providerId="ADAL" clId="{EFF9B2DE-FFD5-498F-8B5E-E51B06489D12}" dt="2025-07-26T07:28:13.096" v="59"/>
        <pc:sldMkLst>
          <pc:docMk/>
          <pc:sldMk cId="1934711331" sldId="513"/>
        </pc:sldMkLst>
      </pc:sldChg>
      <pc:sldChg chg="delSp add mod">
        <pc:chgData name="Dr. Divyanshi Mangla" userId="34edbf5d-06d7-4864-825a-181c004d5073" providerId="ADAL" clId="{EFF9B2DE-FFD5-498F-8B5E-E51B06489D12}" dt="2025-07-26T07:28:19.864" v="60" actId="478"/>
        <pc:sldMkLst>
          <pc:docMk/>
          <pc:sldMk cId="3595444102" sldId="515"/>
        </pc:sldMkLst>
        <pc:spChg chg="del">
          <ac:chgData name="Dr. Divyanshi Mangla" userId="34edbf5d-06d7-4864-825a-181c004d5073" providerId="ADAL" clId="{EFF9B2DE-FFD5-498F-8B5E-E51B06489D12}" dt="2025-07-26T07:28:19.864" v="60" actId="478"/>
          <ac:spMkLst>
            <pc:docMk/>
            <pc:sldMk cId="3595444102" sldId="515"/>
            <ac:spMk id="2" creationId="{00000000-0000-0000-0000-000000000000}"/>
          </ac:spMkLst>
        </pc:spChg>
      </pc:sldChg>
      <pc:sldChg chg="delSp add mod">
        <pc:chgData name="Dr. Divyanshi Mangla" userId="34edbf5d-06d7-4864-825a-181c004d5073" providerId="ADAL" clId="{EFF9B2DE-FFD5-498F-8B5E-E51B06489D12}" dt="2025-07-26T07:28:22.807" v="61" actId="478"/>
        <pc:sldMkLst>
          <pc:docMk/>
          <pc:sldMk cId="3135071971" sldId="544"/>
        </pc:sldMkLst>
        <pc:spChg chg="del">
          <ac:chgData name="Dr. Divyanshi Mangla" userId="34edbf5d-06d7-4864-825a-181c004d5073" providerId="ADAL" clId="{EFF9B2DE-FFD5-498F-8B5E-E51B06489D12}" dt="2025-07-26T07:28:22.807" v="61" actId="478"/>
          <ac:spMkLst>
            <pc:docMk/>
            <pc:sldMk cId="3135071971" sldId="544"/>
            <ac:spMk id="2" creationId="{F55E0A80-4F0C-1E0F-395C-30CCC6DAD829}"/>
          </ac:spMkLst>
        </pc:spChg>
      </pc:sldChg>
      <pc:sldChg chg="delSp add mod">
        <pc:chgData name="Dr. Divyanshi Mangla" userId="34edbf5d-06d7-4864-825a-181c004d5073" providerId="ADAL" clId="{EFF9B2DE-FFD5-498F-8B5E-E51B06489D12}" dt="2025-07-26T07:28:25.584" v="62" actId="478"/>
        <pc:sldMkLst>
          <pc:docMk/>
          <pc:sldMk cId="4129831016" sldId="545"/>
        </pc:sldMkLst>
        <pc:spChg chg="del">
          <ac:chgData name="Dr. Divyanshi Mangla" userId="34edbf5d-06d7-4864-825a-181c004d5073" providerId="ADAL" clId="{EFF9B2DE-FFD5-498F-8B5E-E51B06489D12}" dt="2025-07-26T07:28:25.584" v="62" actId="478"/>
          <ac:spMkLst>
            <pc:docMk/>
            <pc:sldMk cId="4129831016" sldId="545"/>
            <ac:spMk id="2" creationId="{42AD416E-F876-3C66-5D62-2D9613977FCB}"/>
          </ac:spMkLst>
        </pc:spChg>
      </pc:sldChg>
      <pc:sldChg chg="delSp add mod">
        <pc:chgData name="Dr. Divyanshi Mangla" userId="34edbf5d-06d7-4864-825a-181c004d5073" providerId="ADAL" clId="{EFF9B2DE-FFD5-498F-8B5E-E51B06489D12}" dt="2025-07-26T07:28:29.192" v="63" actId="478"/>
        <pc:sldMkLst>
          <pc:docMk/>
          <pc:sldMk cId="1609212331" sldId="546"/>
        </pc:sldMkLst>
        <pc:spChg chg="del">
          <ac:chgData name="Dr. Divyanshi Mangla" userId="34edbf5d-06d7-4864-825a-181c004d5073" providerId="ADAL" clId="{EFF9B2DE-FFD5-498F-8B5E-E51B06489D12}" dt="2025-07-26T07:28:29.192" v="63" actId="478"/>
          <ac:spMkLst>
            <pc:docMk/>
            <pc:sldMk cId="1609212331" sldId="546"/>
            <ac:spMk id="2" creationId="{91A5E9D7-5FAC-5220-5451-0938271750CC}"/>
          </ac:spMkLst>
        </pc:spChg>
      </pc:sldChg>
      <pc:sldChg chg="delSp modSp add mod">
        <pc:chgData name="Dr. Divyanshi Mangla" userId="34edbf5d-06d7-4864-825a-181c004d5073" providerId="ADAL" clId="{EFF9B2DE-FFD5-498F-8B5E-E51B06489D12}" dt="2025-07-26T07:29:49.712" v="72" actId="1076"/>
        <pc:sldMkLst>
          <pc:docMk/>
          <pc:sldMk cId="2505200825" sldId="574"/>
        </pc:sldMkLst>
        <pc:spChg chg="mod">
          <ac:chgData name="Dr. Divyanshi Mangla" userId="34edbf5d-06d7-4864-825a-181c004d5073" providerId="ADAL" clId="{EFF9B2DE-FFD5-498F-8B5E-E51B06489D12}" dt="2025-07-26T07:29:49.712" v="72" actId="1076"/>
          <ac:spMkLst>
            <pc:docMk/>
            <pc:sldMk cId="2505200825" sldId="574"/>
            <ac:spMk id="3" creationId="{00000000-0000-0000-0000-000000000000}"/>
          </ac:spMkLst>
        </pc:spChg>
        <pc:spChg chg="del">
          <ac:chgData name="Dr. Divyanshi Mangla" userId="34edbf5d-06d7-4864-825a-181c004d5073" providerId="ADAL" clId="{EFF9B2DE-FFD5-498F-8B5E-E51B06489D12}" dt="2025-07-26T07:28:35.550" v="64" actId="478"/>
          <ac:spMkLst>
            <pc:docMk/>
            <pc:sldMk cId="2505200825" sldId="574"/>
            <ac:spMk id="5" creationId="{00000000-0000-0000-0000-000000000000}"/>
          </ac:spMkLst>
        </pc:spChg>
        <pc:spChg chg="del">
          <ac:chgData name="Dr. Divyanshi Mangla" userId="34edbf5d-06d7-4864-825a-181c004d5073" providerId="ADAL" clId="{EFF9B2DE-FFD5-498F-8B5E-E51B06489D12}" dt="2025-07-26T07:28:36.898" v="65" actId="478"/>
          <ac:spMkLst>
            <pc:docMk/>
            <pc:sldMk cId="2505200825" sldId="574"/>
            <ac:spMk id="8" creationId="{00000000-0000-0000-0000-000000000000}"/>
          </ac:spMkLst>
        </pc:spChg>
        <pc:picChg chg="mod">
          <ac:chgData name="Dr. Divyanshi Mangla" userId="34edbf5d-06d7-4864-825a-181c004d5073" providerId="ADAL" clId="{EFF9B2DE-FFD5-498F-8B5E-E51B06489D12}" dt="2025-07-26T07:29:27.423" v="70" actId="14100"/>
          <ac:picMkLst>
            <pc:docMk/>
            <pc:sldMk cId="2505200825" sldId="574"/>
            <ac:picMk id="4" creationId="{00000000-0000-0000-0000-000000000000}"/>
          </ac:picMkLst>
        </pc:picChg>
        <pc:picChg chg="mod">
          <ac:chgData name="Dr. Divyanshi Mangla" userId="34edbf5d-06d7-4864-825a-181c004d5073" providerId="ADAL" clId="{EFF9B2DE-FFD5-498F-8B5E-E51B06489D12}" dt="2025-07-26T07:29:35.336" v="71" actId="1076"/>
          <ac:picMkLst>
            <pc:docMk/>
            <pc:sldMk cId="2505200825" sldId="574"/>
            <ac:picMk id="9"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DCA880-F528-42FF-9D9D-656041A152F2}" type="datetimeFigureOut">
              <a:rPr lang="en-IN" smtClean="0"/>
              <a:t>26-07-2025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757FDF-EB9E-4972-8337-0107D986E799}" type="slidenum">
              <a:rPr lang="en-IN" smtClean="0"/>
              <a:t>‹#›</a:t>
            </a:fld>
            <a:endParaRPr lang="en-IN"/>
          </a:p>
        </p:txBody>
      </p:sp>
    </p:spTree>
    <p:extLst>
      <p:ext uri="{BB962C8B-B14F-4D97-AF65-F5344CB8AC3E}">
        <p14:creationId xmlns:p14="http://schemas.microsoft.com/office/powerpoint/2010/main" val="174980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E957734-D135-44F6-9EAE-3DBCD6C2823B}" type="slidenum">
              <a:rPr lang="en-IN" smtClean="0"/>
              <a:t>3</a:t>
            </a:fld>
            <a:endParaRPr lang="en-IN"/>
          </a:p>
        </p:txBody>
      </p:sp>
    </p:spTree>
    <p:extLst>
      <p:ext uri="{BB962C8B-B14F-4D97-AF65-F5344CB8AC3E}">
        <p14:creationId xmlns:p14="http://schemas.microsoft.com/office/powerpoint/2010/main" val="3048609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66A1C-8890-F6EE-FA88-CCFD7B4368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B296B-425B-80CF-2353-C85FB9542F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E013F8-2700-556B-E8BF-134DA9F6BE2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7624B3B-F227-E980-ABF8-A3F9E2D166A2}"/>
              </a:ext>
            </a:extLst>
          </p:cNvPr>
          <p:cNvSpPr>
            <a:spLocks noGrp="1"/>
          </p:cNvSpPr>
          <p:nvPr>
            <p:ph type="sldNum" sz="quarter" idx="5"/>
          </p:nvPr>
        </p:nvSpPr>
        <p:spPr/>
        <p:txBody>
          <a:bodyPr/>
          <a:lstStyle/>
          <a:p>
            <a:fld id="{6E957734-D135-44F6-9EAE-3DBCD6C2823B}" type="slidenum">
              <a:rPr lang="en-IN" smtClean="0"/>
              <a:t>4</a:t>
            </a:fld>
            <a:endParaRPr lang="en-IN"/>
          </a:p>
        </p:txBody>
      </p:sp>
    </p:spTree>
    <p:extLst>
      <p:ext uri="{BB962C8B-B14F-4D97-AF65-F5344CB8AC3E}">
        <p14:creationId xmlns:p14="http://schemas.microsoft.com/office/powerpoint/2010/main" val="785444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52C0A-5BAA-BF88-3455-F66752E51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4B637-3722-E45C-B8ED-6C2496E107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CA0D78-B8C2-070C-A75D-39390A1F04D7}"/>
              </a:ext>
            </a:extLst>
          </p:cNvPr>
          <p:cNvSpPr>
            <a:spLocks noGrp="1"/>
          </p:cNvSpPr>
          <p:nvPr>
            <p:ph type="body" idx="1"/>
          </p:nvPr>
        </p:nvSpPr>
        <p:spPr/>
        <p:txBody>
          <a:bodyPr/>
          <a:lstStyle/>
          <a:p>
            <a:r>
              <a:rPr lang="en-US"/>
              <a:t>New Courses replaced with New Programmes</a:t>
            </a:r>
            <a:endParaRPr lang="en-IN"/>
          </a:p>
        </p:txBody>
      </p:sp>
      <p:sp>
        <p:nvSpPr>
          <p:cNvPr id="4" name="Slide Number Placeholder 3">
            <a:extLst>
              <a:ext uri="{FF2B5EF4-FFF2-40B4-BE49-F238E27FC236}">
                <a16:creationId xmlns:a16="http://schemas.microsoft.com/office/drawing/2014/main" id="{B61FB704-FDF4-DE6A-D204-FC9442B687AE}"/>
              </a:ext>
            </a:extLst>
          </p:cNvPr>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818838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3664354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5F059-0C54-AD09-D4B4-0A2E5A7CA3D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69A6A15-A308-D446-4F84-A9EE699D4A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1D39609-ACF1-CEF4-58E3-FDE91E1189AB}"/>
              </a:ext>
            </a:extLst>
          </p:cNvPr>
          <p:cNvSpPr>
            <a:spLocks noGrp="1"/>
          </p:cNvSpPr>
          <p:nvPr>
            <p:ph type="dt" sz="half" idx="10"/>
          </p:nvPr>
        </p:nvSpPr>
        <p:spPr/>
        <p:txBody>
          <a:bodyPr/>
          <a:lstStyle/>
          <a:p>
            <a:fld id="{94AAF4DF-28EA-4565-A8DA-61A050D9D6F4}" type="datetimeFigureOut">
              <a:rPr lang="en-IN" smtClean="0"/>
              <a:t>26-07-2025</a:t>
            </a:fld>
            <a:endParaRPr lang="en-IN"/>
          </a:p>
        </p:txBody>
      </p:sp>
      <p:sp>
        <p:nvSpPr>
          <p:cNvPr id="5" name="Footer Placeholder 4">
            <a:extLst>
              <a:ext uri="{FF2B5EF4-FFF2-40B4-BE49-F238E27FC236}">
                <a16:creationId xmlns:a16="http://schemas.microsoft.com/office/drawing/2014/main" id="{1A7ABA11-9F27-9D7A-2271-AA4752D13A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F79911-496E-C1BF-40E5-989E3E9838D9}"/>
              </a:ext>
            </a:extLst>
          </p:cNvPr>
          <p:cNvSpPr>
            <a:spLocks noGrp="1"/>
          </p:cNvSpPr>
          <p:nvPr>
            <p:ph type="sldNum" sz="quarter" idx="12"/>
          </p:nvPr>
        </p:nvSpPr>
        <p:spPr/>
        <p:txBody>
          <a:bodyPr/>
          <a:lstStyle/>
          <a:p>
            <a:fld id="{13FD9AB0-0CF1-4071-BB77-1E46448FAEEF}" type="slidenum">
              <a:rPr lang="en-IN" smtClean="0"/>
              <a:t>‹#›</a:t>
            </a:fld>
            <a:endParaRPr lang="en-IN"/>
          </a:p>
        </p:txBody>
      </p:sp>
    </p:spTree>
    <p:extLst>
      <p:ext uri="{BB962C8B-B14F-4D97-AF65-F5344CB8AC3E}">
        <p14:creationId xmlns:p14="http://schemas.microsoft.com/office/powerpoint/2010/main" val="4284635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3AFD5-92DF-02D3-14DA-0592076BC10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8AE9CB-D905-9CF7-0F87-B66D74AA6F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26189C-A79E-BA17-D8F7-8F9DCA2B666F}"/>
              </a:ext>
            </a:extLst>
          </p:cNvPr>
          <p:cNvSpPr>
            <a:spLocks noGrp="1"/>
          </p:cNvSpPr>
          <p:nvPr>
            <p:ph type="dt" sz="half" idx="10"/>
          </p:nvPr>
        </p:nvSpPr>
        <p:spPr/>
        <p:txBody>
          <a:bodyPr/>
          <a:lstStyle/>
          <a:p>
            <a:fld id="{94AAF4DF-28EA-4565-A8DA-61A050D9D6F4}" type="datetimeFigureOut">
              <a:rPr lang="en-IN" smtClean="0"/>
              <a:t>26-07-2025</a:t>
            </a:fld>
            <a:endParaRPr lang="en-IN"/>
          </a:p>
        </p:txBody>
      </p:sp>
      <p:sp>
        <p:nvSpPr>
          <p:cNvPr id="5" name="Footer Placeholder 4">
            <a:extLst>
              <a:ext uri="{FF2B5EF4-FFF2-40B4-BE49-F238E27FC236}">
                <a16:creationId xmlns:a16="http://schemas.microsoft.com/office/drawing/2014/main" id="{A3BE3653-B273-A58F-15BB-E260E6E720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533112-B3A0-0810-9716-268AC0108789}"/>
              </a:ext>
            </a:extLst>
          </p:cNvPr>
          <p:cNvSpPr>
            <a:spLocks noGrp="1"/>
          </p:cNvSpPr>
          <p:nvPr>
            <p:ph type="sldNum" sz="quarter" idx="12"/>
          </p:nvPr>
        </p:nvSpPr>
        <p:spPr/>
        <p:txBody>
          <a:bodyPr/>
          <a:lstStyle/>
          <a:p>
            <a:fld id="{13FD9AB0-0CF1-4071-BB77-1E46448FAEEF}" type="slidenum">
              <a:rPr lang="en-IN" smtClean="0"/>
              <a:t>‹#›</a:t>
            </a:fld>
            <a:endParaRPr lang="en-IN"/>
          </a:p>
        </p:txBody>
      </p:sp>
    </p:spTree>
    <p:extLst>
      <p:ext uri="{BB962C8B-B14F-4D97-AF65-F5344CB8AC3E}">
        <p14:creationId xmlns:p14="http://schemas.microsoft.com/office/powerpoint/2010/main" val="1455955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EE9CE-DA9D-BE97-2E16-DD85A7CC6B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D14CD4F-7B95-EEB9-DB66-EFD86AA5C59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4666CA-A45E-ADB5-D5E2-5F9C921EDE66}"/>
              </a:ext>
            </a:extLst>
          </p:cNvPr>
          <p:cNvSpPr>
            <a:spLocks noGrp="1"/>
          </p:cNvSpPr>
          <p:nvPr>
            <p:ph type="dt" sz="half" idx="10"/>
          </p:nvPr>
        </p:nvSpPr>
        <p:spPr/>
        <p:txBody>
          <a:bodyPr/>
          <a:lstStyle/>
          <a:p>
            <a:fld id="{94AAF4DF-28EA-4565-A8DA-61A050D9D6F4}" type="datetimeFigureOut">
              <a:rPr lang="en-IN" smtClean="0"/>
              <a:t>26-07-2025</a:t>
            </a:fld>
            <a:endParaRPr lang="en-IN"/>
          </a:p>
        </p:txBody>
      </p:sp>
      <p:sp>
        <p:nvSpPr>
          <p:cNvPr id="5" name="Footer Placeholder 4">
            <a:extLst>
              <a:ext uri="{FF2B5EF4-FFF2-40B4-BE49-F238E27FC236}">
                <a16:creationId xmlns:a16="http://schemas.microsoft.com/office/drawing/2014/main" id="{C09BA573-6B22-121D-65BD-2A6EFC3D62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34F79B-846A-89F9-76E1-69BD6CE19F88}"/>
              </a:ext>
            </a:extLst>
          </p:cNvPr>
          <p:cNvSpPr>
            <a:spLocks noGrp="1"/>
          </p:cNvSpPr>
          <p:nvPr>
            <p:ph type="sldNum" sz="quarter" idx="12"/>
          </p:nvPr>
        </p:nvSpPr>
        <p:spPr/>
        <p:txBody>
          <a:bodyPr/>
          <a:lstStyle/>
          <a:p>
            <a:fld id="{13FD9AB0-0CF1-4071-BB77-1E46448FAEEF}" type="slidenum">
              <a:rPr lang="en-IN" smtClean="0"/>
              <a:t>‹#›</a:t>
            </a:fld>
            <a:endParaRPr lang="en-IN"/>
          </a:p>
        </p:txBody>
      </p:sp>
    </p:spTree>
    <p:extLst>
      <p:ext uri="{BB962C8B-B14F-4D97-AF65-F5344CB8AC3E}">
        <p14:creationId xmlns:p14="http://schemas.microsoft.com/office/powerpoint/2010/main" val="2630396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AE730-90B9-98AD-146E-DA2D4B21D4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415413-DE4A-8131-C8FB-47019CBEB7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7E76244-0B58-1F73-09C2-5794FB2BCE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AA18BB9-8F43-C544-66AD-4C8D8E2BF2F4}"/>
              </a:ext>
            </a:extLst>
          </p:cNvPr>
          <p:cNvSpPr>
            <a:spLocks noGrp="1"/>
          </p:cNvSpPr>
          <p:nvPr>
            <p:ph type="dt" sz="half" idx="10"/>
          </p:nvPr>
        </p:nvSpPr>
        <p:spPr/>
        <p:txBody>
          <a:bodyPr/>
          <a:lstStyle/>
          <a:p>
            <a:fld id="{94AAF4DF-28EA-4565-A8DA-61A050D9D6F4}" type="datetimeFigureOut">
              <a:rPr lang="en-IN" smtClean="0"/>
              <a:t>26-07-2025</a:t>
            </a:fld>
            <a:endParaRPr lang="en-IN"/>
          </a:p>
        </p:txBody>
      </p:sp>
      <p:sp>
        <p:nvSpPr>
          <p:cNvPr id="6" name="Footer Placeholder 5">
            <a:extLst>
              <a:ext uri="{FF2B5EF4-FFF2-40B4-BE49-F238E27FC236}">
                <a16:creationId xmlns:a16="http://schemas.microsoft.com/office/drawing/2014/main" id="{EF04F58E-781B-34C5-D44C-F95867AAC5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C4C006-D063-991F-DF59-74479B1A1EC8}"/>
              </a:ext>
            </a:extLst>
          </p:cNvPr>
          <p:cNvSpPr>
            <a:spLocks noGrp="1"/>
          </p:cNvSpPr>
          <p:nvPr>
            <p:ph type="sldNum" sz="quarter" idx="12"/>
          </p:nvPr>
        </p:nvSpPr>
        <p:spPr/>
        <p:txBody>
          <a:bodyPr/>
          <a:lstStyle/>
          <a:p>
            <a:fld id="{13FD9AB0-0CF1-4071-BB77-1E46448FAEEF}" type="slidenum">
              <a:rPr lang="en-IN" smtClean="0"/>
              <a:t>‹#›</a:t>
            </a:fld>
            <a:endParaRPr lang="en-IN"/>
          </a:p>
        </p:txBody>
      </p:sp>
    </p:spTree>
    <p:extLst>
      <p:ext uri="{BB962C8B-B14F-4D97-AF65-F5344CB8AC3E}">
        <p14:creationId xmlns:p14="http://schemas.microsoft.com/office/powerpoint/2010/main" val="2690634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6FEE4-8DAA-4BF2-33D9-8496D58F84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51A8551-198F-A3F5-F0C3-7CAD284553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EC037F-E6FE-9AF0-60DD-12B8B28742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3628EC-40E4-7A35-54F8-4092A7BF9C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1DEC03-25FD-18D4-233F-6E513DF3D4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52CF223-7474-A556-4E6F-CF4149D8AF0D}"/>
              </a:ext>
            </a:extLst>
          </p:cNvPr>
          <p:cNvSpPr>
            <a:spLocks noGrp="1"/>
          </p:cNvSpPr>
          <p:nvPr>
            <p:ph type="dt" sz="half" idx="10"/>
          </p:nvPr>
        </p:nvSpPr>
        <p:spPr/>
        <p:txBody>
          <a:bodyPr/>
          <a:lstStyle/>
          <a:p>
            <a:fld id="{94AAF4DF-28EA-4565-A8DA-61A050D9D6F4}" type="datetimeFigureOut">
              <a:rPr lang="en-IN" smtClean="0"/>
              <a:t>26-07-2025</a:t>
            </a:fld>
            <a:endParaRPr lang="en-IN"/>
          </a:p>
        </p:txBody>
      </p:sp>
      <p:sp>
        <p:nvSpPr>
          <p:cNvPr id="8" name="Footer Placeholder 7">
            <a:extLst>
              <a:ext uri="{FF2B5EF4-FFF2-40B4-BE49-F238E27FC236}">
                <a16:creationId xmlns:a16="http://schemas.microsoft.com/office/drawing/2014/main" id="{444D1F66-1570-EF8F-1B7A-914E32EE87C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6CA1EA8-4288-D015-2240-EA8FDA6579BC}"/>
              </a:ext>
            </a:extLst>
          </p:cNvPr>
          <p:cNvSpPr>
            <a:spLocks noGrp="1"/>
          </p:cNvSpPr>
          <p:nvPr>
            <p:ph type="sldNum" sz="quarter" idx="12"/>
          </p:nvPr>
        </p:nvSpPr>
        <p:spPr/>
        <p:txBody>
          <a:bodyPr/>
          <a:lstStyle/>
          <a:p>
            <a:fld id="{13FD9AB0-0CF1-4071-BB77-1E46448FAEEF}" type="slidenum">
              <a:rPr lang="en-IN" smtClean="0"/>
              <a:t>‹#›</a:t>
            </a:fld>
            <a:endParaRPr lang="en-IN"/>
          </a:p>
        </p:txBody>
      </p:sp>
    </p:spTree>
    <p:extLst>
      <p:ext uri="{BB962C8B-B14F-4D97-AF65-F5344CB8AC3E}">
        <p14:creationId xmlns:p14="http://schemas.microsoft.com/office/powerpoint/2010/main" val="276607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73207-5D12-38FE-ED70-4ECEFA87918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BBE37A2-0316-0D07-42D3-79D3B266939B}"/>
              </a:ext>
            </a:extLst>
          </p:cNvPr>
          <p:cNvSpPr>
            <a:spLocks noGrp="1"/>
          </p:cNvSpPr>
          <p:nvPr>
            <p:ph type="dt" sz="half" idx="10"/>
          </p:nvPr>
        </p:nvSpPr>
        <p:spPr/>
        <p:txBody>
          <a:bodyPr/>
          <a:lstStyle/>
          <a:p>
            <a:fld id="{94AAF4DF-28EA-4565-A8DA-61A050D9D6F4}" type="datetimeFigureOut">
              <a:rPr lang="en-IN" smtClean="0"/>
              <a:t>26-07-2025</a:t>
            </a:fld>
            <a:endParaRPr lang="en-IN"/>
          </a:p>
        </p:txBody>
      </p:sp>
      <p:sp>
        <p:nvSpPr>
          <p:cNvPr id="4" name="Footer Placeholder 3">
            <a:extLst>
              <a:ext uri="{FF2B5EF4-FFF2-40B4-BE49-F238E27FC236}">
                <a16:creationId xmlns:a16="http://schemas.microsoft.com/office/drawing/2014/main" id="{B68BD6B8-D060-620A-C00E-05D42CE422A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FA0D3BF-06A8-517B-489F-8DAE81E533E2}"/>
              </a:ext>
            </a:extLst>
          </p:cNvPr>
          <p:cNvSpPr>
            <a:spLocks noGrp="1"/>
          </p:cNvSpPr>
          <p:nvPr>
            <p:ph type="sldNum" sz="quarter" idx="12"/>
          </p:nvPr>
        </p:nvSpPr>
        <p:spPr/>
        <p:txBody>
          <a:bodyPr/>
          <a:lstStyle/>
          <a:p>
            <a:fld id="{13FD9AB0-0CF1-4071-BB77-1E46448FAEEF}" type="slidenum">
              <a:rPr lang="en-IN" smtClean="0"/>
              <a:t>‹#›</a:t>
            </a:fld>
            <a:endParaRPr lang="en-IN"/>
          </a:p>
        </p:txBody>
      </p:sp>
    </p:spTree>
    <p:extLst>
      <p:ext uri="{BB962C8B-B14F-4D97-AF65-F5344CB8AC3E}">
        <p14:creationId xmlns:p14="http://schemas.microsoft.com/office/powerpoint/2010/main" val="18977458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F4613C-7E35-B8C8-09C8-37BABFBD8AAB}"/>
              </a:ext>
            </a:extLst>
          </p:cNvPr>
          <p:cNvSpPr>
            <a:spLocks noGrp="1"/>
          </p:cNvSpPr>
          <p:nvPr>
            <p:ph type="dt" sz="half" idx="10"/>
          </p:nvPr>
        </p:nvSpPr>
        <p:spPr/>
        <p:txBody>
          <a:bodyPr/>
          <a:lstStyle/>
          <a:p>
            <a:fld id="{94AAF4DF-28EA-4565-A8DA-61A050D9D6F4}" type="datetimeFigureOut">
              <a:rPr lang="en-IN" smtClean="0"/>
              <a:t>26-07-2025</a:t>
            </a:fld>
            <a:endParaRPr lang="en-IN"/>
          </a:p>
        </p:txBody>
      </p:sp>
      <p:sp>
        <p:nvSpPr>
          <p:cNvPr id="3" name="Footer Placeholder 2">
            <a:extLst>
              <a:ext uri="{FF2B5EF4-FFF2-40B4-BE49-F238E27FC236}">
                <a16:creationId xmlns:a16="http://schemas.microsoft.com/office/drawing/2014/main" id="{9329A415-E177-3F8D-4EE0-D515AEBA97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E78B1BD-5491-E598-6006-DE5852BED032}"/>
              </a:ext>
            </a:extLst>
          </p:cNvPr>
          <p:cNvSpPr>
            <a:spLocks noGrp="1"/>
          </p:cNvSpPr>
          <p:nvPr>
            <p:ph type="sldNum" sz="quarter" idx="12"/>
          </p:nvPr>
        </p:nvSpPr>
        <p:spPr/>
        <p:txBody>
          <a:bodyPr/>
          <a:lstStyle/>
          <a:p>
            <a:fld id="{13FD9AB0-0CF1-4071-BB77-1E46448FAEEF}" type="slidenum">
              <a:rPr lang="en-IN" smtClean="0"/>
              <a:t>‹#›</a:t>
            </a:fld>
            <a:endParaRPr lang="en-IN"/>
          </a:p>
        </p:txBody>
      </p:sp>
    </p:spTree>
    <p:extLst>
      <p:ext uri="{BB962C8B-B14F-4D97-AF65-F5344CB8AC3E}">
        <p14:creationId xmlns:p14="http://schemas.microsoft.com/office/powerpoint/2010/main" val="2989716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08579-F3BE-5A87-CF66-98C0A3579D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8BD013B-C5E8-D3F3-7820-9CB3DE7BDA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F1DE167-0C5C-9459-27E6-0179E758F2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B32756-F545-C414-62A5-DB1355BAFDD5}"/>
              </a:ext>
            </a:extLst>
          </p:cNvPr>
          <p:cNvSpPr>
            <a:spLocks noGrp="1"/>
          </p:cNvSpPr>
          <p:nvPr>
            <p:ph type="dt" sz="half" idx="10"/>
          </p:nvPr>
        </p:nvSpPr>
        <p:spPr/>
        <p:txBody>
          <a:bodyPr/>
          <a:lstStyle/>
          <a:p>
            <a:fld id="{94AAF4DF-28EA-4565-A8DA-61A050D9D6F4}" type="datetimeFigureOut">
              <a:rPr lang="en-IN" smtClean="0"/>
              <a:t>26-07-2025</a:t>
            </a:fld>
            <a:endParaRPr lang="en-IN"/>
          </a:p>
        </p:txBody>
      </p:sp>
      <p:sp>
        <p:nvSpPr>
          <p:cNvPr id="6" name="Footer Placeholder 5">
            <a:extLst>
              <a:ext uri="{FF2B5EF4-FFF2-40B4-BE49-F238E27FC236}">
                <a16:creationId xmlns:a16="http://schemas.microsoft.com/office/drawing/2014/main" id="{2A6C04F0-F5D7-EF56-AC99-5181D233B1F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F8C0C5-F425-A69F-F34B-B512177DF18E}"/>
              </a:ext>
            </a:extLst>
          </p:cNvPr>
          <p:cNvSpPr>
            <a:spLocks noGrp="1"/>
          </p:cNvSpPr>
          <p:nvPr>
            <p:ph type="sldNum" sz="quarter" idx="12"/>
          </p:nvPr>
        </p:nvSpPr>
        <p:spPr/>
        <p:txBody>
          <a:bodyPr/>
          <a:lstStyle/>
          <a:p>
            <a:fld id="{13FD9AB0-0CF1-4071-BB77-1E46448FAEEF}" type="slidenum">
              <a:rPr lang="en-IN" smtClean="0"/>
              <a:t>‹#›</a:t>
            </a:fld>
            <a:endParaRPr lang="en-IN"/>
          </a:p>
        </p:txBody>
      </p:sp>
    </p:spTree>
    <p:extLst>
      <p:ext uri="{BB962C8B-B14F-4D97-AF65-F5344CB8AC3E}">
        <p14:creationId xmlns:p14="http://schemas.microsoft.com/office/powerpoint/2010/main" val="3263570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870A6-7E65-99AA-5BBC-E4BCB662AB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CB1155F-0B71-2ED7-013C-68DB130F0A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0D2CA4B-9DB6-8BB3-AE8F-09531BB49E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BE8D6C-C250-DF43-2397-AC2E2D388E47}"/>
              </a:ext>
            </a:extLst>
          </p:cNvPr>
          <p:cNvSpPr>
            <a:spLocks noGrp="1"/>
          </p:cNvSpPr>
          <p:nvPr>
            <p:ph type="dt" sz="half" idx="10"/>
          </p:nvPr>
        </p:nvSpPr>
        <p:spPr/>
        <p:txBody>
          <a:bodyPr/>
          <a:lstStyle/>
          <a:p>
            <a:fld id="{94AAF4DF-28EA-4565-A8DA-61A050D9D6F4}" type="datetimeFigureOut">
              <a:rPr lang="en-IN" smtClean="0"/>
              <a:t>26-07-2025</a:t>
            </a:fld>
            <a:endParaRPr lang="en-IN"/>
          </a:p>
        </p:txBody>
      </p:sp>
      <p:sp>
        <p:nvSpPr>
          <p:cNvPr id="6" name="Footer Placeholder 5">
            <a:extLst>
              <a:ext uri="{FF2B5EF4-FFF2-40B4-BE49-F238E27FC236}">
                <a16:creationId xmlns:a16="http://schemas.microsoft.com/office/drawing/2014/main" id="{9DB1FB44-B47A-AD3F-4A9A-65B569F3A1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C3B207-678C-5259-993C-2D3CCA61B891}"/>
              </a:ext>
            </a:extLst>
          </p:cNvPr>
          <p:cNvSpPr>
            <a:spLocks noGrp="1"/>
          </p:cNvSpPr>
          <p:nvPr>
            <p:ph type="sldNum" sz="quarter" idx="12"/>
          </p:nvPr>
        </p:nvSpPr>
        <p:spPr/>
        <p:txBody>
          <a:bodyPr/>
          <a:lstStyle/>
          <a:p>
            <a:fld id="{13FD9AB0-0CF1-4071-BB77-1E46448FAEEF}" type="slidenum">
              <a:rPr lang="en-IN" smtClean="0"/>
              <a:t>‹#›</a:t>
            </a:fld>
            <a:endParaRPr lang="en-IN"/>
          </a:p>
        </p:txBody>
      </p:sp>
    </p:spTree>
    <p:extLst>
      <p:ext uri="{BB962C8B-B14F-4D97-AF65-F5344CB8AC3E}">
        <p14:creationId xmlns:p14="http://schemas.microsoft.com/office/powerpoint/2010/main" val="925414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005DD-7452-98CF-B717-FEED2572225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4A86B3-0E86-0C15-42C2-115C1446A6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2B7975-0C95-1271-A8B1-D7852BD2EEAE}"/>
              </a:ext>
            </a:extLst>
          </p:cNvPr>
          <p:cNvSpPr>
            <a:spLocks noGrp="1"/>
          </p:cNvSpPr>
          <p:nvPr>
            <p:ph type="dt" sz="half" idx="10"/>
          </p:nvPr>
        </p:nvSpPr>
        <p:spPr/>
        <p:txBody>
          <a:bodyPr/>
          <a:lstStyle/>
          <a:p>
            <a:fld id="{94AAF4DF-28EA-4565-A8DA-61A050D9D6F4}" type="datetimeFigureOut">
              <a:rPr lang="en-IN" smtClean="0"/>
              <a:t>26-07-2025</a:t>
            </a:fld>
            <a:endParaRPr lang="en-IN"/>
          </a:p>
        </p:txBody>
      </p:sp>
      <p:sp>
        <p:nvSpPr>
          <p:cNvPr id="5" name="Footer Placeholder 4">
            <a:extLst>
              <a:ext uri="{FF2B5EF4-FFF2-40B4-BE49-F238E27FC236}">
                <a16:creationId xmlns:a16="http://schemas.microsoft.com/office/drawing/2014/main" id="{923EDCDC-18C6-7073-AE91-FB00D577C7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AD04EA-A0FF-30D1-F12A-6F3762F245B4}"/>
              </a:ext>
            </a:extLst>
          </p:cNvPr>
          <p:cNvSpPr>
            <a:spLocks noGrp="1"/>
          </p:cNvSpPr>
          <p:nvPr>
            <p:ph type="sldNum" sz="quarter" idx="12"/>
          </p:nvPr>
        </p:nvSpPr>
        <p:spPr/>
        <p:txBody>
          <a:bodyPr/>
          <a:lstStyle/>
          <a:p>
            <a:fld id="{13FD9AB0-0CF1-4071-BB77-1E46448FAEEF}" type="slidenum">
              <a:rPr lang="en-IN" smtClean="0"/>
              <a:t>‹#›</a:t>
            </a:fld>
            <a:endParaRPr lang="en-IN"/>
          </a:p>
        </p:txBody>
      </p:sp>
    </p:spTree>
    <p:extLst>
      <p:ext uri="{BB962C8B-B14F-4D97-AF65-F5344CB8AC3E}">
        <p14:creationId xmlns:p14="http://schemas.microsoft.com/office/powerpoint/2010/main" val="834541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223B6E-1307-A690-B8DB-F0D2160AA9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9B7061-9074-3F86-73F4-F43CE854DC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1E2A8E-B32E-3026-3606-0449F14DBB29}"/>
              </a:ext>
            </a:extLst>
          </p:cNvPr>
          <p:cNvSpPr>
            <a:spLocks noGrp="1"/>
          </p:cNvSpPr>
          <p:nvPr>
            <p:ph type="dt" sz="half" idx="10"/>
          </p:nvPr>
        </p:nvSpPr>
        <p:spPr/>
        <p:txBody>
          <a:bodyPr/>
          <a:lstStyle/>
          <a:p>
            <a:fld id="{94AAF4DF-28EA-4565-A8DA-61A050D9D6F4}" type="datetimeFigureOut">
              <a:rPr lang="en-IN" smtClean="0"/>
              <a:t>26-07-2025</a:t>
            </a:fld>
            <a:endParaRPr lang="en-IN"/>
          </a:p>
        </p:txBody>
      </p:sp>
      <p:sp>
        <p:nvSpPr>
          <p:cNvPr id="5" name="Footer Placeholder 4">
            <a:extLst>
              <a:ext uri="{FF2B5EF4-FFF2-40B4-BE49-F238E27FC236}">
                <a16:creationId xmlns:a16="http://schemas.microsoft.com/office/drawing/2014/main" id="{3B247BC5-E165-71CE-82A4-748F63FE64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52F803-BB05-AF2F-1493-934211B74822}"/>
              </a:ext>
            </a:extLst>
          </p:cNvPr>
          <p:cNvSpPr>
            <a:spLocks noGrp="1"/>
          </p:cNvSpPr>
          <p:nvPr>
            <p:ph type="sldNum" sz="quarter" idx="12"/>
          </p:nvPr>
        </p:nvSpPr>
        <p:spPr/>
        <p:txBody>
          <a:bodyPr/>
          <a:lstStyle/>
          <a:p>
            <a:fld id="{13FD9AB0-0CF1-4071-BB77-1E46448FAEEF}" type="slidenum">
              <a:rPr lang="en-IN" smtClean="0"/>
              <a:t>‹#›</a:t>
            </a:fld>
            <a:endParaRPr lang="en-IN"/>
          </a:p>
        </p:txBody>
      </p:sp>
    </p:spTree>
    <p:extLst>
      <p:ext uri="{BB962C8B-B14F-4D97-AF65-F5344CB8AC3E}">
        <p14:creationId xmlns:p14="http://schemas.microsoft.com/office/powerpoint/2010/main" val="753567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63B337-0CB5-9D2D-6A56-7EF1247AB5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0D1469-6A47-EE6F-92C2-8B3C836F8B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E71DBD-F888-3E18-7AF6-BA2844530A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4AAF4DF-28EA-4565-A8DA-61A050D9D6F4}" type="datetimeFigureOut">
              <a:rPr lang="en-IN" smtClean="0"/>
              <a:t>26-07-2025</a:t>
            </a:fld>
            <a:endParaRPr lang="en-IN"/>
          </a:p>
        </p:txBody>
      </p:sp>
      <p:sp>
        <p:nvSpPr>
          <p:cNvPr id="5" name="Footer Placeholder 4">
            <a:extLst>
              <a:ext uri="{FF2B5EF4-FFF2-40B4-BE49-F238E27FC236}">
                <a16:creationId xmlns:a16="http://schemas.microsoft.com/office/drawing/2014/main" id="{D25D6ED3-0AC2-1A27-AAC0-0E54665883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F011556-8588-723C-1EB1-38BC89D7A8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FD9AB0-0CF1-4071-BB77-1E46448FAEEF}" type="slidenum">
              <a:rPr lang="en-IN" smtClean="0"/>
              <a:t>‹#›</a:t>
            </a:fld>
            <a:endParaRPr lang="en-IN"/>
          </a:p>
        </p:txBody>
      </p:sp>
    </p:spTree>
    <p:extLst>
      <p:ext uri="{BB962C8B-B14F-4D97-AF65-F5344CB8AC3E}">
        <p14:creationId xmlns:p14="http://schemas.microsoft.com/office/powerpoint/2010/main" val="19633212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3">
            <a:extLst>
              <a:ext uri="{FF2B5EF4-FFF2-40B4-BE49-F238E27FC236}">
                <a16:creationId xmlns:a16="http://schemas.microsoft.com/office/drawing/2014/main" id="{0E1FFC39-993B-BCEA-F84E-9FFC410CCE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1294"/>
            <a:ext cx="12192000" cy="6946678"/>
          </a:xfrm>
          <a:prstGeom prst="rect">
            <a:avLst/>
          </a:prstGeom>
        </p:spPr>
      </p:pic>
      <p:pic>
        <p:nvPicPr>
          <p:cNvPr id="1026" name="Picture 2" descr="KR Mangalam Full Form: All Defination - CareerGuide">
            <a:extLst>
              <a:ext uri="{FF2B5EF4-FFF2-40B4-BE49-F238E27FC236}">
                <a16:creationId xmlns:a16="http://schemas.microsoft.com/office/drawing/2014/main" id="{37025CEA-8A22-BAED-A319-F9DDDC3D95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79743" y="134471"/>
            <a:ext cx="5724938" cy="106895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9F80489-0B3E-B6D7-4D23-523CAF0319F8}"/>
              </a:ext>
            </a:extLst>
          </p:cNvPr>
          <p:cNvSpPr txBox="1"/>
          <p:nvPr/>
        </p:nvSpPr>
        <p:spPr>
          <a:xfrm>
            <a:off x="687333" y="1337895"/>
            <a:ext cx="11397091" cy="5262979"/>
          </a:xfrm>
          <a:prstGeom prst="rect">
            <a:avLst/>
          </a:prstGeom>
          <a:noFill/>
        </p:spPr>
        <p:txBody>
          <a:bodyPr wrap="square" rtlCol="0">
            <a:spAutoFit/>
          </a:bodyPr>
          <a:lstStyle/>
          <a:p>
            <a:pPr algn="ct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Subject: Engineering Chemistry</a:t>
            </a:r>
          </a:p>
          <a:p>
            <a:pPr algn="ct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Course Code: ETCH104</a:t>
            </a:r>
          </a:p>
          <a:p>
            <a:pPr algn="ct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Program: B.Tech. CSE (Full Stack/IBM/DS) SEM-I</a:t>
            </a:r>
          </a:p>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endParaRPr lang="en-US" sz="2400" b="1" dirty="0">
              <a:highlight>
                <a:srgbClr val="FFFF00"/>
              </a:highlight>
              <a:latin typeface="Times New Roman" panose="02020603050405020304" pitchFamily="18" charset="0"/>
              <a:cs typeface="Times New Roman" panose="02020603050405020304" pitchFamily="18" charset="0"/>
            </a:endParaRPr>
          </a:p>
          <a:p>
            <a:pPr algn="r"/>
            <a:r>
              <a:rPr lang="en-US" sz="2400" b="1" dirty="0">
                <a:latin typeface="Times New Roman" panose="02020603050405020304" pitchFamily="18" charset="0"/>
                <a:cs typeface="Times New Roman" panose="02020603050405020304" pitchFamily="18" charset="0"/>
              </a:rPr>
              <a:t>Faculty Name: Dr. Divyanshi Mangla</a:t>
            </a:r>
          </a:p>
          <a:p>
            <a:pPr algn="r"/>
            <a:r>
              <a:rPr lang="en-US" sz="2400" b="1" dirty="0">
                <a:latin typeface="Times New Roman" panose="02020603050405020304" pitchFamily="18" charset="0"/>
                <a:cs typeface="Times New Roman" panose="02020603050405020304" pitchFamily="18" charset="0"/>
              </a:rPr>
              <a:t>	        (Assistant Professor)</a:t>
            </a:r>
          </a:p>
          <a:p>
            <a:pPr algn="r"/>
            <a:r>
              <a:rPr lang="en-US" sz="2400" b="1" dirty="0">
                <a:latin typeface="Times New Roman" panose="02020603050405020304" pitchFamily="18" charset="0"/>
                <a:cs typeface="Times New Roman" panose="02020603050405020304" pitchFamily="18" charset="0"/>
              </a:rPr>
              <a:t>	         School of Basic and Applied Sciences</a:t>
            </a:r>
            <a:endParaRPr lang="en-IN" sz="2400" b="1"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7AE87B50-18B9-D467-F70C-34907A9652C5}"/>
              </a:ext>
            </a:extLst>
          </p:cNvPr>
          <p:cNvSpPr/>
          <p:nvPr/>
        </p:nvSpPr>
        <p:spPr>
          <a:xfrm>
            <a:off x="9609259" y="337200"/>
            <a:ext cx="2527295" cy="523220"/>
          </a:xfrm>
          <a:prstGeom prst="rect">
            <a:avLst/>
          </a:prstGeom>
          <a:noFill/>
        </p:spPr>
        <p:txBody>
          <a:bodyPr wrap="none" lIns="91440" tIns="45720" rIns="91440" bIns="45720">
            <a:spAutoFit/>
          </a:bodyPr>
          <a:lstStyle/>
          <a:p>
            <a:pPr algn="ctr"/>
            <a:r>
              <a:rPr lang="en-US" sz="28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Session no.</a:t>
            </a:r>
            <a:r>
              <a:rPr lang="en-US" sz="2800" b="1"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18</a:t>
            </a:r>
            <a:r>
              <a:rPr lang="en-US" sz="28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 </a:t>
            </a:r>
          </a:p>
        </p:txBody>
      </p:sp>
    </p:spTree>
    <p:extLst>
      <p:ext uri="{BB962C8B-B14F-4D97-AF65-F5344CB8AC3E}">
        <p14:creationId xmlns:p14="http://schemas.microsoft.com/office/powerpoint/2010/main" val="1551643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4C842B31-BC89-43EA-A6A3-FF6F9B5AF7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1999" cy="6885384"/>
          </a:xfrm>
          <a:prstGeom prst="rect">
            <a:avLst/>
          </a:prstGeom>
        </p:spPr>
      </p:pic>
      <p:sp>
        <p:nvSpPr>
          <p:cNvPr id="3" name="Rectangle 1">
            <a:extLst>
              <a:ext uri="{FF2B5EF4-FFF2-40B4-BE49-F238E27FC236}">
                <a16:creationId xmlns:a16="http://schemas.microsoft.com/office/drawing/2014/main" id="{7B7E1E9C-F82F-8470-62C4-87CA738BCF27}"/>
              </a:ext>
            </a:extLst>
          </p:cNvPr>
          <p:cNvSpPr>
            <a:spLocks noChangeArrowheads="1"/>
          </p:cNvSpPr>
          <p:nvPr/>
        </p:nvSpPr>
        <p:spPr bwMode="auto">
          <a:xfrm>
            <a:off x="179512" y="72725"/>
            <a:ext cx="3269613" cy="742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nSpc>
                <a:spcPct val="150000"/>
              </a:lnSpc>
              <a:buSzPct val="25000"/>
            </a:pPr>
            <a:r>
              <a:rPr lang="en-US" sz="32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rPr>
              <a:t>Table of Contents</a:t>
            </a:r>
            <a:endParaRPr lang="en-IN" sz="32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endParaRPr>
          </a:p>
        </p:txBody>
      </p:sp>
      <p:cxnSp>
        <p:nvCxnSpPr>
          <p:cNvPr id="4" name="Straight Connector 3">
            <a:extLst>
              <a:ext uri="{FF2B5EF4-FFF2-40B4-BE49-F238E27FC236}">
                <a16:creationId xmlns:a16="http://schemas.microsoft.com/office/drawing/2014/main" id="{A413B30A-3576-FCBF-3170-78045AB53FA0}"/>
              </a:ext>
            </a:extLst>
          </p:cNvPr>
          <p:cNvCxnSpPr/>
          <p:nvPr/>
        </p:nvCxnSpPr>
        <p:spPr>
          <a:xfrm>
            <a:off x="-1" y="1061448"/>
            <a:ext cx="12161520"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84175348-F07F-139B-210A-51B3F331B9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7FE91A7-EF64-E9A6-68F4-F6C5EABBEA4A}"/>
              </a:ext>
            </a:extLst>
          </p:cNvPr>
          <p:cNvSpPr txBox="1"/>
          <p:nvPr/>
        </p:nvSpPr>
        <p:spPr>
          <a:xfrm>
            <a:off x="251520" y="1484784"/>
            <a:ext cx="8712968" cy="3089564"/>
          </a:xfrm>
          <a:prstGeom prst="rect">
            <a:avLst/>
          </a:prstGeom>
          <a:noFill/>
        </p:spPr>
        <p:txBody>
          <a:bodyPr wrap="square" rtlCol="0">
            <a:spAutoFit/>
          </a:bodyPr>
          <a:lstStyle/>
          <a:p>
            <a:pPr marL="285750" lvl="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sym typeface="Arial"/>
              </a:rPr>
              <a:t>Pre-requisite</a:t>
            </a:r>
          </a:p>
          <a:p>
            <a:pPr marL="285750" lvl="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sym typeface="Arial"/>
              </a:rPr>
              <a:t>Characteristics of Batteries</a:t>
            </a:r>
          </a:p>
          <a:p>
            <a:pPr marL="285750" lvl="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sym typeface="Arial"/>
              </a:rPr>
              <a:t>Quiz</a:t>
            </a:r>
          </a:p>
          <a:p>
            <a:pPr marL="285750" lvl="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sym typeface="Arial"/>
              </a:rPr>
              <a:t>Support Material</a:t>
            </a:r>
          </a:p>
          <a:p>
            <a:pPr marL="285750" indent="-285750">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9139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50A75B56-6F80-3714-8E55-BEAF8ED13B1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1999" cy="6885384"/>
          </a:xfrm>
          <a:prstGeom prst="rect">
            <a:avLst/>
          </a:prstGeom>
        </p:spPr>
      </p:pic>
      <p:sp>
        <p:nvSpPr>
          <p:cNvPr id="3" name="Rectangle 1">
            <a:extLst>
              <a:ext uri="{FF2B5EF4-FFF2-40B4-BE49-F238E27FC236}">
                <a16:creationId xmlns:a16="http://schemas.microsoft.com/office/drawing/2014/main" id="{33055022-1F6C-2E8A-ABFF-26A7CE7743B9}"/>
              </a:ext>
            </a:extLst>
          </p:cNvPr>
          <p:cNvSpPr>
            <a:spLocks noChangeArrowheads="1"/>
          </p:cNvSpPr>
          <p:nvPr/>
        </p:nvSpPr>
        <p:spPr bwMode="auto">
          <a:xfrm>
            <a:off x="179512" y="151593"/>
            <a:ext cx="244926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rPr>
              <a:t>Pre-requisite</a:t>
            </a:r>
            <a:endParaRPr lang="en-IN" sz="32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endParaRPr>
          </a:p>
        </p:txBody>
      </p:sp>
      <p:cxnSp>
        <p:nvCxnSpPr>
          <p:cNvPr id="4" name="Straight Connector 3">
            <a:extLst>
              <a:ext uri="{FF2B5EF4-FFF2-40B4-BE49-F238E27FC236}">
                <a16:creationId xmlns:a16="http://schemas.microsoft.com/office/drawing/2014/main" id="{30BEF448-A9CF-5D4F-DFF2-F58D1C6D31C4}"/>
              </a:ext>
            </a:extLst>
          </p:cNvPr>
          <p:cNvCxnSpPr>
            <a:cxnSpLocks/>
          </p:cNvCxnSpPr>
          <p:nvPr/>
        </p:nvCxnSpPr>
        <p:spPr>
          <a:xfrm flipV="1">
            <a:off x="0" y="986118"/>
            <a:ext cx="12120282" cy="7533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E94267F-7B74-501B-513A-8C37E3133C9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B5C909BE-9726-8848-9A71-19F72CDF3C0E}"/>
              </a:ext>
            </a:extLst>
          </p:cNvPr>
          <p:cNvSpPr txBox="1"/>
          <p:nvPr/>
        </p:nvSpPr>
        <p:spPr>
          <a:xfrm>
            <a:off x="179512" y="1315453"/>
            <a:ext cx="6405921" cy="2246769"/>
          </a:xfrm>
          <a:prstGeom prst="rect">
            <a:avLst/>
          </a:prstGeom>
          <a:noFill/>
        </p:spPr>
        <p:txBody>
          <a:bodyPr wrap="none" rtlCol="0">
            <a:spAutoFit/>
          </a:bodyPr>
          <a:lstStyle/>
          <a:p>
            <a:pPr marL="285750" indent="-28575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Basic knowledge of Class 12</a:t>
            </a:r>
            <a:r>
              <a:rPr lang="en-IN" sz="2800" baseline="30000" dirty="0">
                <a:latin typeface="Times New Roman" panose="02020603050405020304" pitchFamily="18" charset="0"/>
                <a:cs typeface="Times New Roman" panose="02020603050405020304" pitchFamily="18" charset="0"/>
              </a:rPr>
              <a:t>th</a:t>
            </a:r>
            <a:r>
              <a:rPr lang="en-IN" sz="2800" dirty="0">
                <a:latin typeface="Times New Roman" panose="02020603050405020304" pitchFamily="18" charset="0"/>
                <a:cs typeface="Times New Roman" panose="02020603050405020304" pitchFamily="18" charset="0"/>
              </a:rPr>
              <a:t> Chemistry</a:t>
            </a:r>
          </a:p>
          <a:p>
            <a:pPr marL="285750" indent="-28575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Electrode potential</a:t>
            </a:r>
          </a:p>
          <a:p>
            <a:pPr marL="285750" indent="-28575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Redox reactions</a:t>
            </a:r>
          </a:p>
          <a:p>
            <a:pPr marL="285750" indent="-28575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sym typeface="Arial"/>
              </a:rPr>
              <a:t>Batteries and its types</a:t>
            </a:r>
          </a:p>
          <a:p>
            <a:pPr marL="285750" indent="-285750">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0683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88DB8-7C92-7F49-3D09-50F65EBBE409}"/>
            </a:ext>
          </a:extLst>
        </p:cNvPr>
        <p:cNvGrpSpPr/>
        <p:nvPr/>
      </p:nvGrpSpPr>
      <p:grpSpPr>
        <a:xfrm>
          <a:off x="0" y="0"/>
          <a:ext cx="0" cy="0"/>
          <a:chOff x="0" y="0"/>
          <a:chExt cx="0" cy="0"/>
        </a:xfrm>
      </p:grpSpPr>
      <p:pic>
        <p:nvPicPr>
          <p:cNvPr id="2" name="Content Placeholder 3">
            <a:extLst>
              <a:ext uri="{FF2B5EF4-FFF2-40B4-BE49-F238E27FC236}">
                <a16:creationId xmlns:a16="http://schemas.microsoft.com/office/drawing/2014/main" id="{75DEDB5F-922C-0E11-8257-EA991DFB30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1999" cy="6885384"/>
          </a:xfrm>
          <a:prstGeom prst="rect">
            <a:avLst/>
          </a:prstGeom>
        </p:spPr>
      </p:pic>
      <p:sp>
        <p:nvSpPr>
          <p:cNvPr id="3" name="Rectangle 1">
            <a:extLst>
              <a:ext uri="{FF2B5EF4-FFF2-40B4-BE49-F238E27FC236}">
                <a16:creationId xmlns:a16="http://schemas.microsoft.com/office/drawing/2014/main" id="{B2C0260C-356D-0020-5C6D-47A867034064}"/>
              </a:ext>
            </a:extLst>
          </p:cNvPr>
          <p:cNvSpPr>
            <a:spLocks noChangeArrowheads="1"/>
          </p:cNvSpPr>
          <p:nvPr/>
        </p:nvSpPr>
        <p:spPr bwMode="auto">
          <a:xfrm>
            <a:off x="179512" y="151593"/>
            <a:ext cx="329769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rPr>
              <a:t>Course Outcomes</a:t>
            </a:r>
            <a:endParaRPr lang="en-IN" sz="3200" b="1" dirty="0">
              <a:solidFill>
                <a:srgbClr val="E31E24"/>
              </a:solidFill>
              <a:latin typeface="Times New Roman" panose="02020603050405020304" pitchFamily="18" charset="0"/>
              <a:ea typeface="Verdana" panose="020B0604030504040204" pitchFamily="34" charset="0"/>
              <a:cs typeface="Times New Roman" panose="02020603050405020304" pitchFamily="18" charset="0"/>
              <a:sym typeface="Arial"/>
            </a:endParaRPr>
          </a:p>
        </p:txBody>
      </p:sp>
      <p:cxnSp>
        <p:nvCxnSpPr>
          <p:cNvPr id="4" name="Straight Connector 3">
            <a:extLst>
              <a:ext uri="{FF2B5EF4-FFF2-40B4-BE49-F238E27FC236}">
                <a16:creationId xmlns:a16="http://schemas.microsoft.com/office/drawing/2014/main" id="{AEF56155-D7E6-3EFF-D12D-BA82436D6512}"/>
              </a:ext>
            </a:extLst>
          </p:cNvPr>
          <p:cNvCxnSpPr>
            <a:cxnSpLocks/>
          </p:cNvCxnSpPr>
          <p:nvPr/>
        </p:nvCxnSpPr>
        <p:spPr>
          <a:xfrm flipV="1">
            <a:off x="0" y="986118"/>
            <a:ext cx="12120282" cy="7533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4648CF18-377B-7EF4-EFE6-0C161A5A0B2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graphicFrame>
        <p:nvGraphicFramePr>
          <p:cNvPr id="7" name="Table 6">
            <a:extLst>
              <a:ext uri="{FF2B5EF4-FFF2-40B4-BE49-F238E27FC236}">
                <a16:creationId xmlns:a16="http://schemas.microsoft.com/office/drawing/2014/main" id="{2B6AA9A4-869F-76C2-E9CD-EFAC3EF71EAF}"/>
              </a:ext>
            </a:extLst>
          </p:cNvPr>
          <p:cNvGraphicFramePr>
            <a:graphicFrameLocks noGrp="1"/>
          </p:cNvGraphicFramePr>
          <p:nvPr>
            <p:extLst>
              <p:ext uri="{D42A27DB-BD31-4B8C-83A1-F6EECF244321}">
                <p14:modId xmlns:p14="http://schemas.microsoft.com/office/powerpoint/2010/main" val="287899036"/>
              </p:ext>
            </p:extLst>
          </p:nvPr>
        </p:nvGraphicFramePr>
        <p:xfrm>
          <a:off x="912405" y="2047566"/>
          <a:ext cx="10441394" cy="2593805"/>
        </p:xfrm>
        <a:graphic>
          <a:graphicData uri="http://schemas.openxmlformats.org/drawingml/2006/table">
            <a:tbl>
              <a:tblPr firstRow="1" firstCol="1" lastRow="1" lastCol="1" bandRow="1" bandCol="1">
                <a:tableStyleId>{2D5ABB26-0587-4C30-8999-92F81FD0307C}</a:tableStyleId>
              </a:tblPr>
              <a:tblGrid>
                <a:gridCol w="1323969">
                  <a:extLst>
                    <a:ext uri="{9D8B030D-6E8A-4147-A177-3AD203B41FA5}">
                      <a16:colId xmlns:a16="http://schemas.microsoft.com/office/drawing/2014/main" val="1078813254"/>
                    </a:ext>
                  </a:extLst>
                </a:gridCol>
                <a:gridCol w="6661609">
                  <a:extLst>
                    <a:ext uri="{9D8B030D-6E8A-4147-A177-3AD203B41FA5}">
                      <a16:colId xmlns:a16="http://schemas.microsoft.com/office/drawing/2014/main" val="1198884536"/>
                    </a:ext>
                  </a:extLst>
                </a:gridCol>
                <a:gridCol w="2455816">
                  <a:extLst>
                    <a:ext uri="{9D8B030D-6E8A-4147-A177-3AD203B41FA5}">
                      <a16:colId xmlns:a16="http://schemas.microsoft.com/office/drawing/2014/main" val="2626532432"/>
                    </a:ext>
                  </a:extLst>
                </a:gridCol>
              </a:tblGrid>
              <a:tr h="741087">
                <a:tc>
                  <a:txBody>
                    <a:bodyPr/>
                    <a:lstStyle/>
                    <a:p>
                      <a:pPr marL="9525" algn="ctr">
                        <a:lnSpc>
                          <a:spcPts val="1285"/>
                        </a:lnSpc>
                        <a:spcBef>
                          <a:spcPts val="5"/>
                        </a:spcBef>
                        <a:buNone/>
                      </a:pPr>
                      <a:r>
                        <a:rPr lang="en-IN" sz="1200">
                          <a:effectLst/>
                          <a:latin typeface="Times New Roman" panose="02020603050405020304" pitchFamily="18" charset="0"/>
                          <a:cs typeface="Times New Roman" panose="02020603050405020304" pitchFamily="18" charset="0"/>
                        </a:rPr>
                        <a:t>CO1</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6195" marR="36195">
                        <a:buNone/>
                      </a:pPr>
                      <a:r>
                        <a:rPr lang="en-US" sz="1200" dirty="0">
                          <a:effectLst/>
                          <a:latin typeface="Times New Roman" panose="02020603050405020304" pitchFamily="18" charset="0"/>
                          <a:cs typeface="Times New Roman" panose="02020603050405020304" pitchFamily="18" charset="0"/>
                        </a:rPr>
                        <a:t>Understand the methods for water hardness and the basics of boiler water treatment and analyze fuel calorific values and battery.</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buNone/>
                      </a:pPr>
                      <a:r>
                        <a:rPr lang="en-US" sz="1200" dirty="0">
                          <a:effectLst/>
                          <a:latin typeface="Times New Roman" panose="02020603050405020304" pitchFamily="18" charset="0"/>
                          <a:cs typeface="Times New Roman" panose="02020603050405020304" pitchFamily="18" charset="0"/>
                        </a:rPr>
                        <a:t>BTL2</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645412386"/>
                  </a:ext>
                </a:extLst>
              </a:tr>
              <a:tr h="370544">
                <a:tc>
                  <a:txBody>
                    <a:bodyPr/>
                    <a:lstStyle/>
                    <a:p>
                      <a:pPr marL="9525" algn="ctr">
                        <a:lnSpc>
                          <a:spcPts val="1290"/>
                        </a:lnSpc>
                        <a:buNone/>
                      </a:pPr>
                      <a:r>
                        <a:rPr lang="en-IN" sz="1200" dirty="0">
                          <a:effectLst/>
                          <a:latin typeface="Times New Roman" panose="02020603050405020304" pitchFamily="18" charset="0"/>
                          <a:cs typeface="Times New Roman" panose="02020603050405020304" pitchFamily="18" charset="0"/>
                        </a:rPr>
                        <a:t>CO2</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6195" marR="36195">
                        <a:buNone/>
                      </a:pPr>
                      <a:r>
                        <a:rPr lang="en-US" sz="1200">
                          <a:effectLst/>
                          <a:latin typeface="Times New Roman" panose="02020603050405020304" pitchFamily="18" charset="0"/>
                          <a:cs typeface="Times New Roman" panose="02020603050405020304" pitchFamily="18" charset="0"/>
                        </a:rPr>
                        <a:t>Explain the characteristics and working principles of different battery types and types of fuels. </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buNone/>
                      </a:pPr>
                      <a:r>
                        <a:rPr lang="en-US" sz="1200">
                          <a:effectLst/>
                          <a:latin typeface="Times New Roman" panose="02020603050405020304" pitchFamily="18" charset="0"/>
                          <a:cs typeface="Times New Roman" panose="02020603050405020304" pitchFamily="18" charset="0"/>
                        </a:rPr>
                        <a:t>BTL2</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423707397"/>
                  </a:ext>
                </a:extLst>
              </a:tr>
              <a:tr h="741087">
                <a:tc>
                  <a:txBody>
                    <a:bodyPr/>
                    <a:lstStyle/>
                    <a:p>
                      <a:pPr marL="9525" algn="ctr">
                        <a:lnSpc>
                          <a:spcPts val="1265"/>
                        </a:lnSpc>
                        <a:buNone/>
                      </a:pPr>
                      <a:r>
                        <a:rPr lang="en-IN" sz="1200">
                          <a:effectLst/>
                          <a:latin typeface="Times New Roman" panose="02020603050405020304" pitchFamily="18" charset="0"/>
                          <a:cs typeface="Times New Roman" panose="02020603050405020304" pitchFamily="18" charset="0"/>
                        </a:rPr>
                        <a:t>CO3</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6195" marR="36195">
                        <a:buNone/>
                      </a:pPr>
                      <a:r>
                        <a:rPr lang="en-US" sz="1200">
                          <a:effectLst/>
                          <a:latin typeface="Times New Roman" panose="02020603050405020304" pitchFamily="18" charset="0"/>
                          <a:cs typeface="Times New Roman" panose="02020603050405020304" pitchFamily="18" charset="0"/>
                        </a:rPr>
                        <a:t>Determine the differences between batteries and fuel cells and classify fuel cell types based on their components.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buNone/>
                      </a:pPr>
                      <a:r>
                        <a:rPr lang="en-US" sz="1200">
                          <a:effectLst/>
                          <a:latin typeface="Times New Roman" panose="02020603050405020304" pitchFamily="18" charset="0"/>
                          <a:cs typeface="Times New Roman" panose="02020603050405020304" pitchFamily="18" charset="0"/>
                        </a:rPr>
                        <a:t>BTL4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777939504"/>
                  </a:ext>
                </a:extLst>
              </a:tr>
              <a:tr h="741087">
                <a:tc>
                  <a:txBody>
                    <a:bodyPr/>
                    <a:lstStyle/>
                    <a:p>
                      <a:pPr marL="9525" algn="ctr">
                        <a:lnSpc>
                          <a:spcPts val="1290"/>
                        </a:lnSpc>
                        <a:buNone/>
                      </a:pPr>
                      <a:r>
                        <a:rPr lang="en-IN" sz="1200">
                          <a:effectLst/>
                          <a:latin typeface="Times New Roman" panose="02020603050405020304" pitchFamily="18" charset="0"/>
                          <a:cs typeface="Times New Roman" panose="02020603050405020304" pitchFamily="18" charset="0"/>
                        </a:rPr>
                        <a:t>CO4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marL="36195" marR="36195">
                        <a:buNone/>
                      </a:pPr>
                      <a:r>
                        <a:rPr lang="en-US" sz="1200">
                          <a:effectLst/>
                          <a:latin typeface="Times New Roman" panose="02020603050405020304" pitchFamily="18" charset="0"/>
                          <a:cs typeface="Times New Roman" panose="02020603050405020304" pitchFamily="18" charset="0"/>
                        </a:rPr>
                        <a:t>Identify between hard and soft water, solve the related numerical problems on water purification and emf and its significance in industry and daily life.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buNone/>
                      </a:pPr>
                      <a:r>
                        <a:rPr lang="en-US" sz="1200" dirty="0">
                          <a:effectLst/>
                          <a:latin typeface="Times New Roman" panose="02020603050405020304" pitchFamily="18" charset="0"/>
                          <a:cs typeface="Times New Roman" panose="02020603050405020304" pitchFamily="18" charset="0"/>
                        </a:rPr>
                        <a:t>BTL3</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431406658"/>
                  </a:ext>
                </a:extLst>
              </a:tr>
            </a:tbl>
          </a:graphicData>
        </a:graphic>
      </p:graphicFrame>
    </p:spTree>
    <p:extLst>
      <p:ext uri="{BB962C8B-B14F-4D97-AF65-F5344CB8AC3E}">
        <p14:creationId xmlns:p14="http://schemas.microsoft.com/office/powerpoint/2010/main" val="2313696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F8E17-3BF5-9751-942D-65A32277A9BA}"/>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BD2D022-93FA-2A31-2E26-7E72B3C3CD6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524001" y="0"/>
            <a:ext cx="9180512" cy="6885384"/>
          </a:xfrm>
        </p:spPr>
      </p:pic>
      <p:sp>
        <p:nvSpPr>
          <p:cNvPr id="5" name="Rectangle 1">
            <a:extLst>
              <a:ext uri="{FF2B5EF4-FFF2-40B4-BE49-F238E27FC236}">
                <a16:creationId xmlns:a16="http://schemas.microsoft.com/office/drawing/2014/main" id="{1ADCC02A-5AF8-1D8F-E326-994D9D7D704F}"/>
              </a:ext>
            </a:extLst>
          </p:cNvPr>
          <p:cNvSpPr>
            <a:spLocks noChangeArrowheads="1"/>
          </p:cNvSpPr>
          <p:nvPr/>
        </p:nvSpPr>
        <p:spPr bwMode="auto">
          <a:xfrm>
            <a:off x="1703512" y="151594"/>
            <a:ext cx="56909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dirty="0">
                <a:solidFill>
                  <a:srgbClr val="E31E24"/>
                </a:solidFill>
                <a:latin typeface="Verdana" panose="020B0604030504040204" pitchFamily="34" charset="0"/>
                <a:ea typeface="Verdana" panose="020B0604030504040204" pitchFamily="34" charset="0"/>
                <a:cs typeface="Times New Roman" panose="02020603050405020304" pitchFamily="18" charset="0"/>
                <a:sym typeface="Arial"/>
              </a:rPr>
              <a:t>Importance of batteries</a:t>
            </a:r>
            <a:endParaRPr lang="en-IN" sz="3200" b="1" dirty="0">
              <a:solidFill>
                <a:srgbClr val="E31E24"/>
              </a:solidFill>
              <a:latin typeface="Verdana" panose="020B0604030504040204" pitchFamily="34" charset="0"/>
              <a:ea typeface="Verdana" panose="020B0604030504040204" pitchFamily="34" charset="0"/>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B4085878-D9CE-8CF5-C473-1FE98FFF1D5A}"/>
              </a:ext>
            </a:extLst>
          </p:cNvPr>
          <p:cNvCxnSpPr/>
          <p:nvPr/>
        </p:nvCxnSpPr>
        <p:spPr>
          <a:xfrm>
            <a:off x="1524001"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82F22722-7D99-9D55-209A-9C9256023D9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6" name="TextBox 5">
            <a:extLst>
              <a:ext uri="{FF2B5EF4-FFF2-40B4-BE49-F238E27FC236}">
                <a16:creationId xmlns:a16="http://schemas.microsoft.com/office/drawing/2014/main" id="{942148AE-576B-FD01-C9AA-823C813591F2}"/>
              </a:ext>
            </a:extLst>
          </p:cNvPr>
          <p:cNvSpPr txBox="1"/>
          <p:nvPr/>
        </p:nvSpPr>
        <p:spPr>
          <a:xfrm>
            <a:off x="1703512" y="1293834"/>
            <a:ext cx="8784976" cy="372794"/>
          </a:xfrm>
          <a:prstGeom prst="rect">
            <a:avLst/>
          </a:prstGeom>
          <a:noFill/>
        </p:spPr>
        <p:txBody>
          <a:bodyPr wrap="square">
            <a:spAutoFit/>
          </a:bodyPr>
          <a:lstStyle/>
          <a:p>
            <a:pPr algn="just" fontAlgn="base">
              <a:lnSpc>
                <a:spcPct val="107000"/>
              </a:lnSpc>
            </a:pPr>
            <a:r>
              <a:rPr lang="en-US" kern="10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latin typeface="+mj-lt"/>
              <a:ea typeface="Calibri" panose="020F0502020204030204" pitchFamily="34"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F2FE9F4C-861A-A65C-34FF-191B3BFFBC19}"/>
              </a:ext>
            </a:extLst>
          </p:cNvPr>
          <p:cNvGraphicFramePr>
            <a:graphicFrameLocks noGrp="1"/>
          </p:cNvGraphicFramePr>
          <p:nvPr/>
        </p:nvGraphicFramePr>
        <p:xfrm>
          <a:off x="1568226" y="1095833"/>
          <a:ext cx="4084009" cy="3802207"/>
        </p:xfrm>
        <a:graphic>
          <a:graphicData uri="http://schemas.openxmlformats.org/drawingml/2006/table">
            <a:tbl>
              <a:tblPr firstRow="1" bandRow="1">
                <a:tableStyleId>{69CF1AB2-1976-4502-BF36-3FF5EA218861}</a:tableStyleId>
              </a:tblPr>
              <a:tblGrid>
                <a:gridCol w="1331640">
                  <a:extLst>
                    <a:ext uri="{9D8B030D-6E8A-4147-A177-3AD203B41FA5}">
                      <a16:colId xmlns:a16="http://schemas.microsoft.com/office/drawing/2014/main" val="1334058835"/>
                    </a:ext>
                  </a:extLst>
                </a:gridCol>
                <a:gridCol w="2752369">
                  <a:extLst>
                    <a:ext uri="{9D8B030D-6E8A-4147-A177-3AD203B41FA5}">
                      <a16:colId xmlns:a16="http://schemas.microsoft.com/office/drawing/2014/main" val="3860667887"/>
                    </a:ext>
                  </a:extLst>
                </a:gridCol>
              </a:tblGrid>
              <a:tr h="78468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a:effectLst/>
                        </a:rPr>
                        <a:t>Battery Type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1">
                          <a:effectLst/>
                        </a:rPr>
                        <a:t>Applications</a:t>
                      </a:r>
                    </a:p>
                    <a:p>
                      <a:pPr algn="ctr"/>
                      <a:endParaRPr lang="en-IN" sz="2000"/>
                    </a:p>
                  </a:txBody>
                  <a:tcPr/>
                </a:tc>
                <a:extLst>
                  <a:ext uri="{0D108BD9-81ED-4DB2-BD59-A6C34878D82A}">
                    <a16:rowId xmlns:a16="http://schemas.microsoft.com/office/drawing/2014/main" val="2818296771"/>
                  </a:ext>
                </a:extLst>
              </a:tr>
              <a:tr h="6734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a:effectLst/>
                        </a:rPr>
                        <a:t>Primary</a:t>
                      </a:r>
                    </a:p>
                    <a:p>
                      <a:pPr algn="ctr"/>
                      <a:endParaRPr lang="en-IN" sz="20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a:effectLst/>
                        </a:rPr>
                        <a:t>Portable devices, toys, flashlights</a:t>
                      </a:r>
                    </a:p>
                  </a:txBody>
                  <a:tcPr/>
                </a:tc>
                <a:extLst>
                  <a:ext uri="{0D108BD9-81ED-4DB2-BD59-A6C34878D82A}">
                    <a16:rowId xmlns:a16="http://schemas.microsoft.com/office/drawing/2014/main" val="2139993235"/>
                  </a:ext>
                </a:extLst>
              </a:tr>
              <a:tr h="9662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a:effectLst/>
                        </a:rPr>
                        <a:t>Secondary</a:t>
                      </a:r>
                    </a:p>
                    <a:p>
                      <a:pPr algn="ctr"/>
                      <a:endParaRPr lang="en-IN" sz="20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a:effectLst/>
                        </a:rPr>
                        <a:t>Electric vehicles, renewable energy storage, backup power supplies</a:t>
                      </a:r>
                    </a:p>
                  </a:txBody>
                  <a:tcPr/>
                </a:tc>
                <a:extLst>
                  <a:ext uri="{0D108BD9-81ED-4DB2-BD59-A6C34878D82A}">
                    <a16:rowId xmlns:a16="http://schemas.microsoft.com/office/drawing/2014/main" val="2994694565"/>
                  </a:ext>
                </a:extLst>
              </a:tr>
              <a:tr h="96629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b="0">
                          <a:effectLst/>
                        </a:rPr>
                        <a:t>Reserve</a:t>
                      </a:r>
                    </a:p>
                    <a:p>
                      <a:pPr algn="ctr"/>
                      <a:endParaRPr lang="en-IN" sz="200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a:effectLst/>
                        </a:rPr>
                        <a:t>Medical devices, military applications, emergency equipment</a:t>
                      </a:r>
                    </a:p>
                  </a:txBody>
                  <a:tcPr/>
                </a:tc>
                <a:extLst>
                  <a:ext uri="{0D108BD9-81ED-4DB2-BD59-A6C34878D82A}">
                    <a16:rowId xmlns:a16="http://schemas.microsoft.com/office/drawing/2014/main" val="3181022595"/>
                  </a:ext>
                </a:extLst>
              </a:tr>
            </a:tbl>
          </a:graphicData>
        </a:graphic>
      </p:graphicFrame>
      <p:pic>
        <p:nvPicPr>
          <p:cNvPr id="8" name="Picture 7">
            <a:extLst>
              <a:ext uri="{FF2B5EF4-FFF2-40B4-BE49-F238E27FC236}">
                <a16:creationId xmlns:a16="http://schemas.microsoft.com/office/drawing/2014/main" id="{208590AC-DBFA-1086-2B52-C004D0E836A1}"/>
              </a:ext>
            </a:extLst>
          </p:cNvPr>
          <p:cNvPicPr>
            <a:picLocks noChangeAspect="1"/>
          </p:cNvPicPr>
          <p:nvPr/>
        </p:nvPicPr>
        <p:blipFill>
          <a:blip r:embed="rId5"/>
          <a:stretch>
            <a:fillRect/>
          </a:stretch>
        </p:blipFill>
        <p:spPr>
          <a:xfrm>
            <a:off x="5702825" y="1095833"/>
            <a:ext cx="4920950" cy="4914737"/>
          </a:xfrm>
          <a:prstGeom prst="rect">
            <a:avLst/>
          </a:prstGeom>
        </p:spPr>
      </p:pic>
      <p:sp>
        <p:nvSpPr>
          <p:cNvPr id="10" name="TextBox 9">
            <a:extLst>
              <a:ext uri="{FF2B5EF4-FFF2-40B4-BE49-F238E27FC236}">
                <a16:creationId xmlns:a16="http://schemas.microsoft.com/office/drawing/2014/main" id="{EB590EB3-9547-2A36-7EAF-96F1972C156A}"/>
              </a:ext>
            </a:extLst>
          </p:cNvPr>
          <p:cNvSpPr txBox="1"/>
          <p:nvPr/>
        </p:nvSpPr>
        <p:spPr>
          <a:xfrm>
            <a:off x="5713293" y="6309320"/>
            <a:ext cx="5112568" cy="369332"/>
          </a:xfrm>
          <a:prstGeom prst="rect">
            <a:avLst/>
          </a:prstGeom>
          <a:noFill/>
        </p:spPr>
        <p:txBody>
          <a:bodyPr wrap="square" rtlCol="0">
            <a:spAutoFit/>
          </a:bodyPr>
          <a:lstStyle/>
          <a:p>
            <a:pPr algn="ctr"/>
            <a:r>
              <a:rPr lang="en-US"/>
              <a:t>Fig 3 : Application of batteries</a:t>
            </a:r>
            <a:endParaRPr lang="en-IN"/>
          </a:p>
        </p:txBody>
      </p:sp>
    </p:spTree>
    <p:extLst>
      <p:ext uri="{BB962C8B-B14F-4D97-AF65-F5344CB8AC3E}">
        <p14:creationId xmlns:p14="http://schemas.microsoft.com/office/powerpoint/2010/main" val="1934711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270B73B8-199E-E38D-3A7F-54C963223C4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5458" y="3055391"/>
            <a:ext cx="5121084" cy="1615580"/>
          </a:xfrm>
        </p:spPr>
      </p:pic>
      <p:pic>
        <p:nvPicPr>
          <p:cNvPr id="4" name="Content Placeholder 3">
            <a:extLst>
              <a:ext uri="{FF2B5EF4-FFF2-40B4-BE49-F238E27FC236}">
                <a16:creationId xmlns:a16="http://schemas.microsoft.com/office/drawing/2014/main" id="{0CB16336-BAD8-6B00-7E8A-E5F55EA6EC0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1" y="0"/>
            <a:ext cx="9180512" cy="6885384"/>
          </a:xfrm>
          <a:prstGeom prst="rect">
            <a:avLst/>
          </a:prstGeom>
        </p:spPr>
      </p:pic>
      <p:pic>
        <p:nvPicPr>
          <p:cNvPr id="5" name="Picture 4">
            <a:extLst>
              <a:ext uri="{FF2B5EF4-FFF2-40B4-BE49-F238E27FC236}">
                <a16:creationId xmlns:a16="http://schemas.microsoft.com/office/drawing/2014/main" id="{9094BCA0-6CA0-CA17-A2C4-83B26AAA3AA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6" name="Rectangle 5"/>
          <p:cNvSpPr/>
          <p:nvPr/>
        </p:nvSpPr>
        <p:spPr>
          <a:xfrm>
            <a:off x="1962434" y="300375"/>
            <a:ext cx="8026556" cy="584775"/>
          </a:xfrm>
          <a:prstGeom prst="rect">
            <a:avLst/>
          </a:prstGeom>
        </p:spPr>
        <p:txBody>
          <a:bodyPr wrap="none">
            <a:spAutoFit/>
          </a:bodyPr>
          <a:lstStyle/>
          <a:p>
            <a:r>
              <a:rPr lang="en-IN" sz="3200" b="1">
                <a:solidFill>
                  <a:srgbClr val="E31E24"/>
                </a:solidFill>
                <a:latin typeface="Verdana" panose="020B0604030504040204" pitchFamily="34" charset="0"/>
                <a:ea typeface="Verdana" panose="020B0604030504040204" pitchFamily="34" charset="0"/>
                <a:cs typeface="Times New Roman" panose="02020603050405020304" pitchFamily="18" charset="0"/>
              </a:rPr>
              <a:t>CHARACTERISTICS OF A BATTERY</a:t>
            </a:r>
          </a:p>
        </p:txBody>
      </p:sp>
      <p:sp>
        <p:nvSpPr>
          <p:cNvPr id="7" name="Rectangle 6"/>
          <p:cNvSpPr/>
          <p:nvPr/>
        </p:nvSpPr>
        <p:spPr>
          <a:xfrm>
            <a:off x="1962434" y="1442721"/>
            <a:ext cx="8454046" cy="400110"/>
          </a:xfrm>
          <a:prstGeom prst="rect">
            <a:avLst/>
          </a:prstGeom>
        </p:spPr>
        <p:txBody>
          <a:bodyPr wrap="square">
            <a:spAutoFit/>
          </a:bodyPr>
          <a:lstStyle/>
          <a:p>
            <a:pPr marL="285750" indent="-285750">
              <a:buFont typeface="Wingdings" panose="05000000000000000000" pitchFamily="2" charset="2"/>
              <a:buChar char="Ø"/>
            </a:pPr>
            <a:endParaRPr lang="en-US" sz="2000"/>
          </a:p>
        </p:txBody>
      </p:sp>
      <p:sp>
        <p:nvSpPr>
          <p:cNvPr id="9" name="TextBox 8"/>
          <p:cNvSpPr txBox="1"/>
          <p:nvPr/>
        </p:nvSpPr>
        <p:spPr>
          <a:xfrm>
            <a:off x="1674401" y="1067477"/>
            <a:ext cx="8496944" cy="5386090"/>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b="1">
                <a:solidFill>
                  <a:srgbClr val="FF0000"/>
                </a:solidFill>
              </a:rPr>
              <a:t>VOLTAGE: </a:t>
            </a:r>
            <a:r>
              <a:rPr lang="en-US" sz="2000"/>
              <a:t>The battery's voltage primarily relies on the properties of the individual cells that make up the battery system. The electromotive force (emf) of each cell is determined by the thermodynamic changes in the overall chemical reaction occurring within the cell, as described by the Nernst equation.</a:t>
            </a:r>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r>
              <a:rPr lang="en-US" sz="2000" spc="-20">
                <a:ea typeface="Times New Roman" panose="02020603050405020304" pitchFamily="18" charset="0"/>
                <a:cs typeface="Mangal" panose="02040503050203030202" pitchFamily="18" charset="0"/>
              </a:rPr>
              <a:t>Note: H</a:t>
            </a:r>
            <a:r>
              <a:rPr lang="en-US" sz="2000">
                <a:ea typeface="Times New Roman" panose="02020603050405020304" pitchFamily="18" charset="0"/>
                <a:cs typeface="Mangal" panose="02040503050203030202" pitchFamily="18" charset="0"/>
              </a:rPr>
              <a:t>igher</a:t>
            </a:r>
            <a:r>
              <a:rPr lang="en-US" sz="2000" spc="245">
                <a:ea typeface="Times New Roman" panose="02020603050405020304" pitchFamily="18" charset="0"/>
                <a:cs typeface="Mangal" panose="02040503050203030202" pitchFamily="18" charset="0"/>
              </a:rPr>
              <a:t> </a:t>
            </a:r>
            <a:r>
              <a:rPr lang="en-US" sz="2000" spc="20">
                <a:ea typeface="Times New Roman" panose="02020603050405020304" pitchFamily="18" charset="0"/>
                <a:cs typeface="Mangal" panose="02040503050203030202" pitchFamily="18" charset="0"/>
              </a:rPr>
              <a:t>th</a:t>
            </a:r>
            <a:r>
              <a:rPr lang="en-US" sz="2000" spc="15">
                <a:ea typeface="Times New Roman" panose="02020603050405020304" pitchFamily="18" charset="0"/>
                <a:cs typeface="Mangal" panose="02040503050203030202" pitchFamily="18" charset="0"/>
              </a:rPr>
              <a:t>e</a:t>
            </a:r>
            <a:r>
              <a:rPr lang="en-US" sz="2000" spc="155">
                <a:ea typeface="Times New Roman" panose="02020603050405020304" pitchFamily="18" charset="0"/>
                <a:cs typeface="Mangal" panose="02040503050203030202" pitchFamily="18" charset="0"/>
              </a:rPr>
              <a:t> </a:t>
            </a:r>
            <a:r>
              <a:rPr lang="en-US" sz="2000" spc="-5">
                <a:ea typeface="Times New Roman" panose="02020603050405020304" pitchFamily="18" charset="0"/>
                <a:cs typeface="Mangal" panose="02040503050203030202" pitchFamily="18" charset="0"/>
              </a:rPr>
              <a:t>stan</a:t>
            </a:r>
            <a:r>
              <a:rPr lang="en-US" sz="2000" spc="-10">
                <a:ea typeface="Times New Roman" panose="02020603050405020304" pitchFamily="18" charset="0"/>
                <a:cs typeface="Mangal" panose="02040503050203030202" pitchFamily="18" charset="0"/>
              </a:rPr>
              <a:t>dard</a:t>
            </a:r>
            <a:r>
              <a:rPr lang="en-US" sz="2000" spc="23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electrode</a:t>
            </a:r>
            <a:r>
              <a:rPr lang="en-US" sz="2000" spc="160">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potential</a:t>
            </a:r>
            <a:r>
              <a:rPr lang="en-US" sz="2000" spc="315">
                <a:ea typeface="Times New Roman" panose="02020603050405020304" pitchFamily="18" charset="0"/>
                <a:cs typeface="Mangal" panose="02040503050203030202" pitchFamily="18" charset="0"/>
              </a:rPr>
              <a:t> </a:t>
            </a:r>
            <a:r>
              <a:rPr lang="en-US" sz="2000" spc="-5">
                <a:ea typeface="Times New Roman" panose="02020603050405020304" pitchFamily="18" charset="0"/>
                <a:cs typeface="Mangal" panose="02040503050203030202" pitchFamily="18" charset="0"/>
              </a:rPr>
              <a:t>diffe</a:t>
            </a:r>
            <a:r>
              <a:rPr lang="en-US" sz="2000" spc="-10">
                <a:ea typeface="Times New Roman" panose="02020603050405020304" pitchFamily="18" charset="0"/>
                <a:cs typeface="Mangal" panose="02040503050203030202" pitchFamily="18" charset="0"/>
              </a:rPr>
              <a:t>r</a:t>
            </a:r>
            <a:r>
              <a:rPr lang="en-US" sz="2000" spc="-5">
                <a:ea typeface="Times New Roman" panose="02020603050405020304" pitchFamily="18" charset="0"/>
                <a:cs typeface="Mangal" panose="02040503050203030202" pitchFamily="18" charset="0"/>
              </a:rPr>
              <a:t>e</a:t>
            </a:r>
            <a:r>
              <a:rPr lang="en-US" sz="2000" spc="-10">
                <a:ea typeface="Times New Roman" panose="02020603050405020304" pitchFamily="18" charset="0"/>
                <a:cs typeface="Mangal" panose="02040503050203030202" pitchFamily="18" charset="0"/>
              </a:rPr>
              <a:t>nc</a:t>
            </a:r>
            <a:r>
              <a:rPr lang="en-US" sz="2000" spc="-5">
                <a:ea typeface="Times New Roman" panose="02020603050405020304" pitchFamily="18" charset="0"/>
                <a:cs typeface="Mangal" panose="02040503050203030202" pitchFamily="18" charset="0"/>
              </a:rPr>
              <a:t>e</a:t>
            </a:r>
            <a:r>
              <a:rPr lang="en-US" sz="2000" spc="15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between</a:t>
            </a:r>
            <a:r>
              <a:rPr lang="en-US" sz="2000" spc="300">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the</a:t>
            </a:r>
            <a:r>
              <a:rPr lang="en-US" sz="2000" spc="160">
                <a:ea typeface="Times New Roman" panose="02020603050405020304" pitchFamily="18" charset="0"/>
                <a:cs typeface="Mangal" panose="02040503050203030202" pitchFamily="18" charset="0"/>
              </a:rPr>
              <a:t> </a:t>
            </a:r>
            <a:r>
              <a:rPr lang="en-US" sz="2000" spc="15">
                <a:ea typeface="Times New Roman" panose="02020603050405020304" pitchFamily="18" charset="0"/>
                <a:cs typeface="Mangal" panose="02040503050203030202" pitchFamily="18" charset="0"/>
              </a:rPr>
              <a:t>cathode</a:t>
            </a:r>
            <a:r>
              <a:rPr lang="en-US" sz="2000" spc="17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and</a:t>
            </a:r>
            <a:r>
              <a:rPr lang="en-US" sz="2000" spc="23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anode,</a:t>
            </a:r>
            <a:r>
              <a:rPr lang="en-US" sz="2000" spc="130">
                <a:ea typeface="Times New Roman" panose="02020603050405020304" pitchFamily="18" charset="0"/>
                <a:cs typeface="Mangal" panose="02040503050203030202" pitchFamily="18" charset="0"/>
              </a:rPr>
              <a:t> the </a:t>
            </a:r>
            <a:r>
              <a:rPr lang="en-US" sz="2000">
                <a:ea typeface="Times New Roman" panose="02020603050405020304" pitchFamily="18" charset="0"/>
                <a:cs typeface="Mangal" panose="02040503050203030202" pitchFamily="18" charset="0"/>
              </a:rPr>
              <a:t>higher</a:t>
            </a:r>
            <a:r>
              <a:rPr lang="en-US" sz="2000" spc="3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the</a:t>
            </a:r>
            <a:r>
              <a:rPr lang="en-US" sz="2000" spc="-4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emf</a:t>
            </a:r>
            <a:r>
              <a:rPr lang="en-US" sz="2000" spc="-7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of</a:t>
            </a:r>
            <a:r>
              <a:rPr lang="en-US" sz="2000" spc="-90">
                <a:ea typeface="Times New Roman" panose="02020603050405020304" pitchFamily="18" charset="0"/>
                <a:cs typeface="Mangal" panose="02040503050203030202" pitchFamily="18" charset="0"/>
              </a:rPr>
              <a:t> </a:t>
            </a:r>
            <a:r>
              <a:rPr lang="en-US" sz="2000" spc="-30">
                <a:ea typeface="Times New Roman" panose="02020603050405020304" pitchFamily="18" charset="0"/>
                <a:cs typeface="Mangal" panose="02040503050203030202" pitchFamily="18" charset="0"/>
              </a:rPr>
              <a:t>th</a:t>
            </a:r>
            <a:r>
              <a:rPr lang="en-US" sz="2000" spc="-25">
                <a:ea typeface="Times New Roman" panose="02020603050405020304" pitchFamily="18" charset="0"/>
                <a:cs typeface="Mangal" panose="02040503050203030202" pitchFamily="18" charset="0"/>
              </a:rPr>
              <a:t>e</a:t>
            </a:r>
            <a:r>
              <a:rPr lang="en-US" sz="2000" spc="-180">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cell</a:t>
            </a:r>
            <a:r>
              <a:rPr lang="en-US" sz="2000" spc="-60">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and</a:t>
            </a:r>
            <a:r>
              <a:rPr lang="en-US" sz="2000" spc="-2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the</a:t>
            </a:r>
            <a:r>
              <a:rPr lang="en-US" sz="2000" spc="-45">
                <a:ea typeface="Times New Roman" panose="02020603050405020304" pitchFamily="18" charset="0"/>
                <a:cs typeface="Mangal" panose="02040503050203030202" pitchFamily="18" charset="0"/>
              </a:rPr>
              <a:t> </a:t>
            </a:r>
            <a:r>
              <a:rPr lang="en-US" sz="2000" spc="-10">
                <a:ea typeface="Times New Roman" panose="02020603050405020304" pitchFamily="18" charset="0"/>
                <a:cs typeface="Mangal" panose="02040503050203030202" pitchFamily="18" charset="0"/>
              </a:rPr>
              <a:t>voltage</a:t>
            </a:r>
            <a:r>
              <a:rPr lang="en-US" sz="2000" spc="-6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avail</a:t>
            </a:r>
            <a:r>
              <a:rPr lang="en-US" sz="2000" spc="145">
                <a:ea typeface="Times New Roman" panose="02020603050405020304" pitchFamily="18" charset="0"/>
                <a:cs typeface="Mangal" panose="02040503050203030202" pitchFamily="18" charset="0"/>
              </a:rPr>
              <a:t>a</a:t>
            </a:r>
            <a:r>
              <a:rPr lang="en-US" sz="2000">
                <a:ea typeface="Times New Roman" panose="02020603050405020304" pitchFamily="18" charset="0"/>
                <a:cs typeface="Mangal" panose="02040503050203030202" pitchFamily="18" charset="0"/>
              </a:rPr>
              <a:t>ble</a:t>
            </a:r>
            <a:r>
              <a:rPr lang="en-US" sz="2000" spc="-2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from</a:t>
            </a:r>
            <a:r>
              <a:rPr lang="en-US" sz="2000" spc="30">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the</a:t>
            </a:r>
            <a:r>
              <a:rPr lang="en-US" sz="2000" spc="-40">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battery.</a:t>
            </a:r>
            <a:endParaRPr lang="en-IN" sz="2000">
              <a:ea typeface="Calibri" panose="020F0502020204030204" pitchFamily="34" charset="0"/>
              <a:cs typeface="Mangal" panose="02040503050203030202" pitchFamily="18" charset="0"/>
            </a:endParaRPr>
          </a:p>
          <a:p>
            <a:pPr marL="342900" indent="-342900" algn="just">
              <a:buFont typeface="Wingdings" panose="05000000000000000000" pitchFamily="2" charset="2"/>
              <a:buChar char="Ø"/>
            </a:pPr>
            <a:endParaRPr lang="en-US" sz="2000"/>
          </a:p>
        </p:txBody>
      </p:sp>
      <p:pic>
        <p:nvPicPr>
          <p:cNvPr id="14" name="Picture 13">
            <a:extLst>
              <a:ext uri="{FF2B5EF4-FFF2-40B4-BE49-F238E27FC236}">
                <a16:creationId xmlns:a16="http://schemas.microsoft.com/office/drawing/2014/main" id="{43E5B949-3B69-65EA-90A9-C8563997FC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3485" y="2829690"/>
            <a:ext cx="6551944" cy="2066982"/>
          </a:xfrm>
          <a:prstGeom prst="rect">
            <a:avLst/>
          </a:prstGeom>
        </p:spPr>
      </p:pic>
    </p:spTree>
    <p:extLst>
      <p:ext uri="{BB962C8B-B14F-4D97-AF65-F5344CB8AC3E}">
        <p14:creationId xmlns:p14="http://schemas.microsoft.com/office/powerpoint/2010/main" val="3595444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2B9D1-88CD-2E49-38B3-507F710A11F4}"/>
            </a:ext>
          </a:extLst>
        </p:cNvPr>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A92F7534-B34D-CB1E-8A8E-3357882056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5458" y="3055391"/>
            <a:ext cx="5121084" cy="1615580"/>
          </a:xfrm>
        </p:spPr>
      </p:pic>
      <p:pic>
        <p:nvPicPr>
          <p:cNvPr id="4" name="Content Placeholder 3">
            <a:extLst>
              <a:ext uri="{FF2B5EF4-FFF2-40B4-BE49-F238E27FC236}">
                <a16:creationId xmlns:a16="http://schemas.microsoft.com/office/drawing/2014/main" id="{E4856762-F051-EDD2-6E89-4EEA90FFBB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1" y="0"/>
            <a:ext cx="9180512" cy="6885384"/>
          </a:xfrm>
          <a:prstGeom prst="rect">
            <a:avLst/>
          </a:prstGeom>
        </p:spPr>
      </p:pic>
      <p:pic>
        <p:nvPicPr>
          <p:cNvPr id="5" name="Picture 4">
            <a:extLst>
              <a:ext uri="{FF2B5EF4-FFF2-40B4-BE49-F238E27FC236}">
                <a16:creationId xmlns:a16="http://schemas.microsoft.com/office/drawing/2014/main" id="{A71FE1FF-A1F0-3D7D-307F-949ED3768B3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6" name="Rectangle 5">
            <a:extLst>
              <a:ext uri="{FF2B5EF4-FFF2-40B4-BE49-F238E27FC236}">
                <a16:creationId xmlns:a16="http://schemas.microsoft.com/office/drawing/2014/main" id="{AADDC1D5-112C-DD5A-FECA-1DCB581979A8}"/>
              </a:ext>
            </a:extLst>
          </p:cNvPr>
          <p:cNvSpPr/>
          <p:nvPr/>
        </p:nvSpPr>
        <p:spPr>
          <a:xfrm>
            <a:off x="1962434" y="300375"/>
            <a:ext cx="8026556" cy="584775"/>
          </a:xfrm>
          <a:prstGeom prst="rect">
            <a:avLst/>
          </a:prstGeom>
        </p:spPr>
        <p:txBody>
          <a:bodyPr wrap="none">
            <a:spAutoFit/>
          </a:bodyPr>
          <a:lstStyle/>
          <a:p>
            <a:r>
              <a:rPr lang="en-IN" sz="3200" b="1">
                <a:solidFill>
                  <a:srgbClr val="E31E24"/>
                </a:solidFill>
                <a:latin typeface="Verdana" panose="020B0604030504040204" pitchFamily="34" charset="0"/>
                <a:ea typeface="Verdana" panose="020B0604030504040204" pitchFamily="34" charset="0"/>
                <a:cs typeface="Times New Roman" panose="02020603050405020304" pitchFamily="18" charset="0"/>
              </a:rPr>
              <a:t>CHARACTERISTICS OF A BATTERY</a:t>
            </a:r>
          </a:p>
        </p:txBody>
      </p:sp>
      <p:sp>
        <p:nvSpPr>
          <p:cNvPr id="7" name="Rectangle 6">
            <a:extLst>
              <a:ext uri="{FF2B5EF4-FFF2-40B4-BE49-F238E27FC236}">
                <a16:creationId xmlns:a16="http://schemas.microsoft.com/office/drawing/2014/main" id="{39E6D079-1263-F886-3006-BFB73117A5FA}"/>
              </a:ext>
            </a:extLst>
          </p:cNvPr>
          <p:cNvSpPr/>
          <p:nvPr/>
        </p:nvSpPr>
        <p:spPr>
          <a:xfrm>
            <a:off x="1962434" y="1442721"/>
            <a:ext cx="8454046" cy="400110"/>
          </a:xfrm>
          <a:prstGeom prst="rect">
            <a:avLst/>
          </a:prstGeom>
        </p:spPr>
        <p:txBody>
          <a:bodyPr wrap="square">
            <a:spAutoFit/>
          </a:bodyPr>
          <a:lstStyle/>
          <a:p>
            <a:pPr marL="285750" indent="-285750">
              <a:buFont typeface="Wingdings" panose="05000000000000000000" pitchFamily="2" charset="2"/>
              <a:buChar char="Ø"/>
            </a:pPr>
            <a:endParaRPr lang="en-US" sz="2000"/>
          </a:p>
        </p:txBody>
      </p:sp>
      <p:sp>
        <p:nvSpPr>
          <p:cNvPr id="9" name="TextBox 8">
            <a:extLst>
              <a:ext uri="{FF2B5EF4-FFF2-40B4-BE49-F238E27FC236}">
                <a16:creationId xmlns:a16="http://schemas.microsoft.com/office/drawing/2014/main" id="{19C5F75E-6B86-6008-8550-EFAF6EB25544}"/>
              </a:ext>
            </a:extLst>
          </p:cNvPr>
          <p:cNvSpPr txBox="1"/>
          <p:nvPr/>
        </p:nvSpPr>
        <p:spPr>
          <a:xfrm>
            <a:off x="1674401" y="1067477"/>
            <a:ext cx="8496944" cy="2000548"/>
          </a:xfrm>
          <a:prstGeom prst="rect">
            <a:avLst/>
          </a:prstGeom>
          <a:noFill/>
        </p:spPr>
        <p:txBody>
          <a:bodyPr wrap="square" rtlCol="0">
            <a:spAutoFit/>
          </a:bodyPr>
          <a:lstStyle/>
          <a:p>
            <a:pPr marL="342900" indent="-342900">
              <a:buFont typeface="Wingdings" panose="05000000000000000000" pitchFamily="2" charset="2"/>
              <a:buChar char="Ø"/>
            </a:pPr>
            <a:r>
              <a:rPr lang="en-US" sz="2400" b="1">
                <a:solidFill>
                  <a:srgbClr val="FF0000"/>
                </a:solidFill>
              </a:rPr>
              <a:t>Current:</a:t>
            </a:r>
          </a:p>
          <a:p>
            <a:pPr marL="342900" indent="-342900">
              <a:buFont typeface="Wingdings" panose="05000000000000000000" pitchFamily="2" charset="2"/>
              <a:buChar char="Ø"/>
            </a:pPr>
            <a:r>
              <a:rPr lang="en-US" sz="2000"/>
              <a:t>The higher the rate of spontaneous reaction, the higher the current. </a:t>
            </a:r>
          </a:p>
          <a:p>
            <a:pPr marL="342900" indent="-342900">
              <a:buFont typeface="Wingdings" panose="05000000000000000000" pitchFamily="2" charset="2"/>
              <a:buChar char="Ø"/>
            </a:pPr>
            <a:r>
              <a:rPr lang="en-US" sz="2000"/>
              <a:t>The higher the surface area of the electrodes, the higher is the rate of reaction.</a:t>
            </a:r>
          </a:p>
          <a:p>
            <a:pPr marL="342900" indent="-342900">
              <a:buFont typeface="Wingdings" panose="05000000000000000000" pitchFamily="2" charset="2"/>
              <a:buChar char="Ø"/>
            </a:pPr>
            <a:r>
              <a:rPr lang="en-US" sz="2000"/>
              <a:t>Current is measured in Ampere (A).</a:t>
            </a:r>
          </a:p>
          <a:p>
            <a:pPr marL="342900" indent="-342900" algn="just">
              <a:buFont typeface="Wingdings" panose="05000000000000000000" pitchFamily="2" charset="2"/>
              <a:buChar char="Ø"/>
            </a:pPr>
            <a:endParaRPr lang="en-US" sz="2000"/>
          </a:p>
        </p:txBody>
      </p:sp>
      <p:sp>
        <p:nvSpPr>
          <p:cNvPr id="3" name="TextBox 2">
            <a:extLst>
              <a:ext uri="{FF2B5EF4-FFF2-40B4-BE49-F238E27FC236}">
                <a16:creationId xmlns:a16="http://schemas.microsoft.com/office/drawing/2014/main" id="{7C2F134A-2D82-C9C7-D9B6-B0B7C6552330}"/>
              </a:ext>
            </a:extLst>
          </p:cNvPr>
          <p:cNvSpPr txBox="1"/>
          <p:nvPr/>
        </p:nvSpPr>
        <p:spPr>
          <a:xfrm>
            <a:off x="1674401" y="3204853"/>
            <a:ext cx="8496944" cy="2616101"/>
          </a:xfrm>
          <a:prstGeom prst="rect">
            <a:avLst/>
          </a:prstGeom>
          <a:noFill/>
        </p:spPr>
        <p:txBody>
          <a:bodyPr wrap="square" rtlCol="0">
            <a:spAutoFit/>
          </a:bodyPr>
          <a:lstStyle/>
          <a:p>
            <a:pPr marL="342900" indent="-342900">
              <a:buFont typeface="Wingdings" panose="05000000000000000000" pitchFamily="2" charset="2"/>
              <a:buChar char="Ø"/>
            </a:pPr>
            <a:r>
              <a:rPr lang="en-US" sz="2400" b="1">
                <a:solidFill>
                  <a:srgbClr val="FF0000"/>
                </a:solidFill>
              </a:rPr>
              <a:t>Electricity storage density:</a:t>
            </a:r>
          </a:p>
          <a:p>
            <a:pPr marL="342900" indent="-342900">
              <a:buFont typeface="Wingdings" panose="05000000000000000000" pitchFamily="2" charset="2"/>
              <a:buChar char="Ø"/>
            </a:pPr>
            <a:r>
              <a:rPr lang="en-US" sz="2000"/>
              <a:t>It is the amount of electricity stored in the battery per unit weight of the battery.</a:t>
            </a:r>
          </a:p>
          <a:p>
            <a:pPr marL="342900" indent="-342900">
              <a:buFont typeface="Wingdings" panose="05000000000000000000" pitchFamily="2" charset="2"/>
              <a:buChar char="Ø"/>
            </a:pPr>
            <a:r>
              <a:rPr lang="en-US" sz="2000"/>
              <a:t>Battery per unit weight of the battery i.e. it is the capacity per unit weight.</a:t>
            </a:r>
          </a:p>
          <a:p>
            <a:pPr marL="342900" indent="-342900">
              <a:buFont typeface="Wingdings" panose="05000000000000000000" pitchFamily="2" charset="2"/>
              <a:buChar char="Ø"/>
            </a:pPr>
            <a:r>
              <a:rPr lang="en-US" sz="2000" err="1"/>
              <a:t>lt</a:t>
            </a:r>
            <a:r>
              <a:rPr lang="en-US" sz="2000"/>
              <a:t> can be expressed in Coulombs/kg or in Ah/kg.  The weight includes the weight of all components of the battery (i.e.. total weight of active material, electrolyte, terminals  etc.)</a:t>
            </a:r>
          </a:p>
          <a:p>
            <a:pPr marL="342900" indent="-342900" algn="just">
              <a:buFont typeface="Wingdings" panose="05000000000000000000" pitchFamily="2" charset="2"/>
              <a:buChar char="Ø"/>
            </a:pPr>
            <a:endParaRPr lang="en-US" sz="2000"/>
          </a:p>
        </p:txBody>
      </p:sp>
    </p:spTree>
    <p:extLst>
      <p:ext uri="{BB962C8B-B14F-4D97-AF65-F5344CB8AC3E}">
        <p14:creationId xmlns:p14="http://schemas.microsoft.com/office/powerpoint/2010/main" val="31350719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29630-1A2C-3BB2-B283-BFA386A28DEC}"/>
            </a:ext>
          </a:extLst>
        </p:cNvPr>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3F722605-85B5-D411-A0A8-9F6C324F8DD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5458" y="3055391"/>
            <a:ext cx="5121084" cy="1615580"/>
          </a:xfrm>
        </p:spPr>
      </p:pic>
      <p:pic>
        <p:nvPicPr>
          <p:cNvPr id="4" name="Content Placeholder 3">
            <a:extLst>
              <a:ext uri="{FF2B5EF4-FFF2-40B4-BE49-F238E27FC236}">
                <a16:creationId xmlns:a16="http://schemas.microsoft.com/office/drawing/2014/main" id="{65B3DA48-05CE-E683-BECF-CDACEAF038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1" y="0"/>
            <a:ext cx="9180512" cy="6885384"/>
          </a:xfrm>
          <a:prstGeom prst="rect">
            <a:avLst/>
          </a:prstGeom>
        </p:spPr>
      </p:pic>
      <p:pic>
        <p:nvPicPr>
          <p:cNvPr id="5" name="Picture 4">
            <a:extLst>
              <a:ext uri="{FF2B5EF4-FFF2-40B4-BE49-F238E27FC236}">
                <a16:creationId xmlns:a16="http://schemas.microsoft.com/office/drawing/2014/main" id="{B4583503-7C2F-68B9-6174-A1FDF50BC9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6" name="Rectangle 5">
            <a:extLst>
              <a:ext uri="{FF2B5EF4-FFF2-40B4-BE49-F238E27FC236}">
                <a16:creationId xmlns:a16="http://schemas.microsoft.com/office/drawing/2014/main" id="{2C0262CC-C679-8729-3F79-47B6AB8F3EFF}"/>
              </a:ext>
            </a:extLst>
          </p:cNvPr>
          <p:cNvSpPr/>
          <p:nvPr/>
        </p:nvSpPr>
        <p:spPr>
          <a:xfrm>
            <a:off x="1962434" y="300375"/>
            <a:ext cx="8026556" cy="584775"/>
          </a:xfrm>
          <a:prstGeom prst="rect">
            <a:avLst/>
          </a:prstGeom>
        </p:spPr>
        <p:txBody>
          <a:bodyPr wrap="none">
            <a:spAutoFit/>
          </a:bodyPr>
          <a:lstStyle/>
          <a:p>
            <a:r>
              <a:rPr lang="en-IN" sz="3200" b="1">
                <a:solidFill>
                  <a:srgbClr val="E31E24"/>
                </a:solidFill>
                <a:latin typeface="Verdana" panose="020B0604030504040204" pitchFamily="34" charset="0"/>
                <a:ea typeface="Verdana" panose="020B0604030504040204" pitchFamily="34" charset="0"/>
                <a:cs typeface="Times New Roman" panose="02020603050405020304" pitchFamily="18" charset="0"/>
              </a:rPr>
              <a:t>CHARACTERISTICS OF A BATTERY</a:t>
            </a:r>
          </a:p>
        </p:txBody>
      </p:sp>
      <p:sp>
        <p:nvSpPr>
          <p:cNvPr id="7" name="Rectangle 6">
            <a:extLst>
              <a:ext uri="{FF2B5EF4-FFF2-40B4-BE49-F238E27FC236}">
                <a16:creationId xmlns:a16="http://schemas.microsoft.com/office/drawing/2014/main" id="{0520D246-471F-6951-C186-EA1AE6BFDB30}"/>
              </a:ext>
            </a:extLst>
          </p:cNvPr>
          <p:cNvSpPr/>
          <p:nvPr/>
        </p:nvSpPr>
        <p:spPr>
          <a:xfrm>
            <a:off x="1962434" y="1442721"/>
            <a:ext cx="8454046" cy="400110"/>
          </a:xfrm>
          <a:prstGeom prst="rect">
            <a:avLst/>
          </a:prstGeom>
        </p:spPr>
        <p:txBody>
          <a:bodyPr wrap="square">
            <a:spAutoFit/>
          </a:bodyPr>
          <a:lstStyle/>
          <a:p>
            <a:pPr marL="285750" indent="-285750">
              <a:buFont typeface="Wingdings" panose="05000000000000000000" pitchFamily="2" charset="2"/>
              <a:buChar char="Ø"/>
            </a:pPr>
            <a:endParaRPr lang="en-US" sz="2000"/>
          </a:p>
        </p:txBody>
      </p:sp>
      <p:sp>
        <p:nvSpPr>
          <p:cNvPr id="9" name="TextBox 8">
            <a:extLst>
              <a:ext uri="{FF2B5EF4-FFF2-40B4-BE49-F238E27FC236}">
                <a16:creationId xmlns:a16="http://schemas.microsoft.com/office/drawing/2014/main" id="{5DA96841-C711-09E8-B65F-92514EC16104}"/>
              </a:ext>
            </a:extLst>
          </p:cNvPr>
          <p:cNvSpPr txBox="1"/>
          <p:nvPr/>
        </p:nvSpPr>
        <p:spPr>
          <a:xfrm>
            <a:off x="1674401" y="1067477"/>
            <a:ext cx="8742079" cy="8771632"/>
          </a:xfrm>
          <a:prstGeom prst="rect">
            <a:avLst/>
          </a:prstGeom>
          <a:noFill/>
        </p:spPr>
        <p:txBody>
          <a:bodyPr wrap="square" rtlCol="0">
            <a:spAutoFit/>
          </a:bodyPr>
          <a:lstStyle/>
          <a:p>
            <a:pPr marL="342900" indent="-342900" algn="just">
              <a:buFont typeface="Wingdings" panose="05000000000000000000" pitchFamily="2" charset="2"/>
              <a:buChar char="Ø"/>
            </a:pPr>
            <a:r>
              <a:rPr lang="en-US" sz="2400" b="1">
                <a:solidFill>
                  <a:srgbClr val="FF0000"/>
                </a:solidFill>
              </a:rPr>
              <a:t>Capacity: </a:t>
            </a:r>
            <a:r>
              <a:rPr lang="en-US" sz="2000"/>
              <a:t>Capacity is a measure of the amount of electricity that may be obtained from the battery. It is expressed in Ah (ampere-hours).  It is proportional to the amount of charge in Coulombs that may be transported from anode to cathode through the external circuit. </a:t>
            </a:r>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r>
              <a:rPr lang="en-US" sz="2000"/>
              <a:t>The charge (C) in Coulombs is given by the Faraday's relation:	</a:t>
            </a:r>
          </a:p>
          <a:p>
            <a:pPr algn="just"/>
            <a:endParaRPr lang="en-US" sz="2000"/>
          </a:p>
          <a:p>
            <a:pPr algn="just"/>
            <a:endParaRPr lang="en-US" sz="2000"/>
          </a:p>
          <a:p>
            <a:pPr algn="just"/>
            <a:endParaRPr lang="en-US" sz="2000"/>
          </a:p>
          <a:p>
            <a:pPr algn="just"/>
            <a:endParaRPr lang="en-US" sz="2000"/>
          </a:p>
          <a:p>
            <a:pPr marL="342900" indent="-342900" algn="just">
              <a:buFont typeface="Wingdings" panose="05000000000000000000" pitchFamily="2" charset="2"/>
              <a:buChar char="Ø"/>
            </a:pPr>
            <a:r>
              <a:rPr lang="en-US" sz="2000"/>
              <a:t>Where C is the Capacity of the battery (in Ah)</a:t>
            </a:r>
          </a:p>
          <a:p>
            <a:pPr marL="342900" indent="-342900" algn="just">
              <a:buFont typeface="Wingdings" panose="05000000000000000000" pitchFamily="2" charset="2"/>
              <a:buChar char="§"/>
            </a:pPr>
            <a:r>
              <a:rPr lang="en-US" sz="2000"/>
              <a:t>	W is Weight of the active material</a:t>
            </a:r>
          </a:p>
          <a:p>
            <a:pPr marL="342900" indent="-342900" algn="just">
              <a:buFont typeface="Wingdings" panose="05000000000000000000" pitchFamily="2" charset="2"/>
              <a:buChar char="§"/>
            </a:pPr>
            <a:r>
              <a:rPr lang="en-US" sz="2000"/>
              <a:t>	n is number of electrons involved in discharge reaction</a:t>
            </a:r>
          </a:p>
          <a:p>
            <a:pPr marL="342900" indent="-342900" algn="just">
              <a:buFont typeface="Wingdings" panose="05000000000000000000" pitchFamily="2" charset="2"/>
              <a:buChar char="§"/>
            </a:pPr>
            <a:r>
              <a:rPr lang="en-US" sz="2000"/>
              <a:t>	F is Faradays constant, 96500 C/mol</a:t>
            </a:r>
          </a:p>
          <a:p>
            <a:pPr marL="342900" indent="-342900" algn="just">
              <a:buFont typeface="Wingdings" panose="05000000000000000000" pitchFamily="2" charset="2"/>
              <a:buChar char="§"/>
            </a:pPr>
            <a:r>
              <a:rPr lang="en-US" sz="2000"/>
              <a:t>	M is Molar mass. Current is a measure of the rate at which the battery is 	discharging.</a:t>
            </a:r>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endParaRPr lang="en-US" sz="2000"/>
          </a:p>
          <a:p>
            <a:pPr marL="342900" indent="-342900" algn="just">
              <a:buFont typeface="Wingdings" panose="05000000000000000000" pitchFamily="2" charset="2"/>
              <a:buChar char="Ø"/>
            </a:pPr>
            <a:r>
              <a:rPr lang="en-US" sz="2000" spc="-20">
                <a:ea typeface="Times New Roman" panose="02020603050405020304" pitchFamily="18" charset="0"/>
                <a:cs typeface="Mangal" panose="02040503050203030202" pitchFamily="18" charset="0"/>
              </a:rPr>
              <a:t>Note: H</a:t>
            </a:r>
            <a:r>
              <a:rPr lang="en-US" sz="2000">
                <a:ea typeface="Times New Roman" panose="02020603050405020304" pitchFamily="18" charset="0"/>
                <a:cs typeface="Mangal" panose="02040503050203030202" pitchFamily="18" charset="0"/>
              </a:rPr>
              <a:t>igher</a:t>
            </a:r>
            <a:r>
              <a:rPr lang="en-US" sz="2000" spc="245">
                <a:ea typeface="Times New Roman" panose="02020603050405020304" pitchFamily="18" charset="0"/>
                <a:cs typeface="Mangal" panose="02040503050203030202" pitchFamily="18" charset="0"/>
              </a:rPr>
              <a:t> </a:t>
            </a:r>
            <a:r>
              <a:rPr lang="en-US" sz="2000" spc="20">
                <a:ea typeface="Times New Roman" panose="02020603050405020304" pitchFamily="18" charset="0"/>
                <a:cs typeface="Mangal" panose="02040503050203030202" pitchFamily="18" charset="0"/>
              </a:rPr>
              <a:t>th</a:t>
            </a:r>
            <a:r>
              <a:rPr lang="en-US" sz="2000" spc="15">
                <a:ea typeface="Times New Roman" panose="02020603050405020304" pitchFamily="18" charset="0"/>
                <a:cs typeface="Mangal" panose="02040503050203030202" pitchFamily="18" charset="0"/>
              </a:rPr>
              <a:t>e</a:t>
            </a:r>
            <a:r>
              <a:rPr lang="en-US" sz="2000" spc="155">
                <a:ea typeface="Times New Roman" panose="02020603050405020304" pitchFamily="18" charset="0"/>
                <a:cs typeface="Mangal" panose="02040503050203030202" pitchFamily="18" charset="0"/>
              </a:rPr>
              <a:t> </a:t>
            </a:r>
            <a:r>
              <a:rPr lang="en-US" sz="2000" spc="-5">
                <a:ea typeface="Times New Roman" panose="02020603050405020304" pitchFamily="18" charset="0"/>
                <a:cs typeface="Mangal" panose="02040503050203030202" pitchFamily="18" charset="0"/>
              </a:rPr>
              <a:t>stan</a:t>
            </a:r>
            <a:r>
              <a:rPr lang="en-US" sz="2000" spc="-10">
                <a:ea typeface="Times New Roman" panose="02020603050405020304" pitchFamily="18" charset="0"/>
                <a:cs typeface="Mangal" panose="02040503050203030202" pitchFamily="18" charset="0"/>
              </a:rPr>
              <a:t>dard</a:t>
            </a:r>
            <a:r>
              <a:rPr lang="en-US" sz="2000" spc="23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electrode</a:t>
            </a:r>
            <a:r>
              <a:rPr lang="en-US" sz="2000" spc="160">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potential</a:t>
            </a:r>
            <a:r>
              <a:rPr lang="en-US" sz="2000" spc="315">
                <a:ea typeface="Times New Roman" panose="02020603050405020304" pitchFamily="18" charset="0"/>
                <a:cs typeface="Mangal" panose="02040503050203030202" pitchFamily="18" charset="0"/>
              </a:rPr>
              <a:t> </a:t>
            </a:r>
            <a:r>
              <a:rPr lang="en-US" sz="2000" spc="-5">
                <a:ea typeface="Times New Roman" panose="02020603050405020304" pitchFamily="18" charset="0"/>
                <a:cs typeface="Mangal" panose="02040503050203030202" pitchFamily="18" charset="0"/>
              </a:rPr>
              <a:t>diffe</a:t>
            </a:r>
            <a:r>
              <a:rPr lang="en-US" sz="2000" spc="-10">
                <a:ea typeface="Times New Roman" panose="02020603050405020304" pitchFamily="18" charset="0"/>
                <a:cs typeface="Mangal" panose="02040503050203030202" pitchFamily="18" charset="0"/>
              </a:rPr>
              <a:t>r</a:t>
            </a:r>
            <a:r>
              <a:rPr lang="en-US" sz="2000" spc="-5">
                <a:ea typeface="Times New Roman" panose="02020603050405020304" pitchFamily="18" charset="0"/>
                <a:cs typeface="Mangal" panose="02040503050203030202" pitchFamily="18" charset="0"/>
              </a:rPr>
              <a:t>e</a:t>
            </a:r>
            <a:r>
              <a:rPr lang="en-US" sz="2000" spc="-10">
                <a:ea typeface="Times New Roman" panose="02020603050405020304" pitchFamily="18" charset="0"/>
                <a:cs typeface="Mangal" panose="02040503050203030202" pitchFamily="18" charset="0"/>
              </a:rPr>
              <a:t>nc</a:t>
            </a:r>
            <a:r>
              <a:rPr lang="en-US" sz="2000" spc="-5">
                <a:ea typeface="Times New Roman" panose="02020603050405020304" pitchFamily="18" charset="0"/>
                <a:cs typeface="Mangal" panose="02040503050203030202" pitchFamily="18" charset="0"/>
              </a:rPr>
              <a:t>e</a:t>
            </a:r>
            <a:r>
              <a:rPr lang="en-US" sz="2000" spc="15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between</a:t>
            </a:r>
            <a:r>
              <a:rPr lang="en-US" sz="2000" spc="300">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the</a:t>
            </a:r>
            <a:r>
              <a:rPr lang="en-US" sz="2000" spc="160">
                <a:ea typeface="Times New Roman" panose="02020603050405020304" pitchFamily="18" charset="0"/>
                <a:cs typeface="Mangal" panose="02040503050203030202" pitchFamily="18" charset="0"/>
              </a:rPr>
              <a:t> </a:t>
            </a:r>
            <a:r>
              <a:rPr lang="en-US" sz="2000" spc="15">
                <a:ea typeface="Times New Roman" panose="02020603050405020304" pitchFamily="18" charset="0"/>
                <a:cs typeface="Mangal" panose="02040503050203030202" pitchFamily="18" charset="0"/>
              </a:rPr>
              <a:t>cathode</a:t>
            </a:r>
            <a:r>
              <a:rPr lang="en-US" sz="2000" spc="17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and</a:t>
            </a:r>
            <a:r>
              <a:rPr lang="en-US" sz="2000" spc="23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anode,</a:t>
            </a:r>
            <a:r>
              <a:rPr lang="en-US" sz="2000" spc="130">
                <a:ea typeface="Times New Roman" panose="02020603050405020304" pitchFamily="18" charset="0"/>
                <a:cs typeface="Mangal" panose="02040503050203030202" pitchFamily="18" charset="0"/>
              </a:rPr>
              <a:t> the </a:t>
            </a:r>
            <a:r>
              <a:rPr lang="en-US" sz="2000">
                <a:ea typeface="Times New Roman" panose="02020603050405020304" pitchFamily="18" charset="0"/>
                <a:cs typeface="Mangal" panose="02040503050203030202" pitchFamily="18" charset="0"/>
              </a:rPr>
              <a:t>higher</a:t>
            </a:r>
            <a:r>
              <a:rPr lang="en-US" sz="2000" spc="3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the</a:t>
            </a:r>
            <a:r>
              <a:rPr lang="en-US" sz="2000" spc="-4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emf</a:t>
            </a:r>
            <a:r>
              <a:rPr lang="en-US" sz="2000" spc="-7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of</a:t>
            </a:r>
            <a:r>
              <a:rPr lang="en-US" sz="2000" spc="-90">
                <a:ea typeface="Times New Roman" panose="02020603050405020304" pitchFamily="18" charset="0"/>
                <a:cs typeface="Mangal" panose="02040503050203030202" pitchFamily="18" charset="0"/>
              </a:rPr>
              <a:t> </a:t>
            </a:r>
            <a:r>
              <a:rPr lang="en-US" sz="2000" spc="-30">
                <a:ea typeface="Times New Roman" panose="02020603050405020304" pitchFamily="18" charset="0"/>
                <a:cs typeface="Mangal" panose="02040503050203030202" pitchFamily="18" charset="0"/>
              </a:rPr>
              <a:t>th</a:t>
            </a:r>
            <a:r>
              <a:rPr lang="en-US" sz="2000" spc="-25">
                <a:ea typeface="Times New Roman" panose="02020603050405020304" pitchFamily="18" charset="0"/>
                <a:cs typeface="Mangal" panose="02040503050203030202" pitchFamily="18" charset="0"/>
              </a:rPr>
              <a:t>e</a:t>
            </a:r>
            <a:r>
              <a:rPr lang="en-US" sz="2000" spc="-180">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cell</a:t>
            </a:r>
            <a:r>
              <a:rPr lang="en-US" sz="2000" spc="-60">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and</a:t>
            </a:r>
            <a:r>
              <a:rPr lang="en-US" sz="2000" spc="-2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the</a:t>
            </a:r>
            <a:r>
              <a:rPr lang="en-US" sz="2000" spc="-45">
                <a:ea typeface="Times New Roman" panose="02020603050405020304" pitchFamily="18" charset="0"/>
                <a:cs typeface="Mangal" panose="02040503050203030202" pitchFamily="18" charset="0"/>
              </a:rPr>
              <a:t> </a:t>
            </a:r>
            <a:r>
              <a:rPr lang="en-US" sz="2000" spc="-10">
                <a:ea typeface="Times New Roman" panose="02020603050405020304" pitchFamily="18" charset="0"/>
                <a:cs typeface="Mangal" panose="02040503050203030202" pitchFamily="18" charset="0"/>
              </a:rPr>
              <a:t>voltage</a:t>
            </a:r>
            <a:r>
              <a:rPr lang="en-US" sz="2000" spc="-6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avail</a:t>
            </a:r>
            <a:r>
              <a:rPr lang="en-US" sz="2000" spc="145">
                <a:ea typeface="Times New Roman" panose="02020603050405020304" pitchFamily="18" charset="0"/>
                <a:cs typeface="Mangal" panose="02040503050203030202" pitchFamily="18" charset="0"/>
              </a:rPr>
              <a:t>a</a:t>
            </a:r>
            <a:r>
              <a:rPr lang="en-US" sz="2000">
                <a:ea typeface="Times New Roman" panose="02020603050405020304" pitchFamily="18" charset="0"/>
                <a:cs typeface="Mangal" panose="02040503050203030202" pitchFamily="18" charset="0"/>
              </a:rPr>
              <a:t>ble</a:t>
            </a:r>
            <a:r>
              <a:rPr lang="en-US" sz="2000" spc="-25">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from</a:t>
            </a:r>
            <a:r>
              <a:rPr lang="en-US" sz="2000" spc="30">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the</a:t>
            </a:r>
            <a:r>
              <a:rPr lang="en-US" sz="2000" spc="-40">
                <a:ea typeface="Times New Roman" panose="02020603050405020304" pitchFamily="18" charset="0"/>
                <a:cs typeface="Mangal" panose="02040503050203030202" pitchFamily="18" charset="0"/>
              </a:rPr>
              <a:t> </a:t>
            </a:r>
            <a:r>
              <a:rPr lang="en-US" sz="2000">
                <a:ea typeface="Times New Roman" panose="02020603050405020304" pitchFamily="18" charset="0"/>
                <a:cs typeface="Mangal" panose="02040503050203030202" pitchFamily="18" charset="0"/>
              </a:rPr>
              <a:t>battery.</a:t>
            </a:r>
            <a:endParaRPr lang="en-IN" sz="2000">
              <a:ea typeface="Calibri" panose="020F0502020204030204" pitchFamily="34" charset="0"/>
              <a:cs typeface="Mangal" panose="02040503050203030202" pitchFamily="18" charset="0"/>
            </a:endParaRPr>
          </a:p>
          <a:p>
            <a:pPr marL="342900" indent="-342900" algn="just">
              <a:buFont typeface="Wingdings" panose="05000000000000000000" pitchFamily="2" charset="2"/>
              <a:buChar char="Ø"/>
            </a:pPr>
            <a:endParaRPr lang="en-US" sz="2000"/>
          </a:p>
        </p:txBody>
      </p:sp>
      <p:pic>
        <p:nvPicPr>
          <p:cNvPr id="8" name="Picture 7">
            <a:extLst>
              <a:ext uri="{FF2B5EF4-FFF2-40B4-BE49-F238E27FC236}">
                <a16:creationId xmlns:a16="http://schemas.microsoft.com/office/drawing/2014/main" id="{95D6098D-F6F5-45D9-D7CF-D351023394AD}"/>
              </a:ext>
            </a:extLst>
          </p:cNvPr>
          <p:cNvPicPr>
            <a:picLocks noChangeAspect="1"/>
          </p:cNvPicPr>
          <p:nvPr/>
        </p:nvPicPr>
        <p:blipFill>
          <a:blip r:embed="rId5"/>
          <a:stretch>
            <a:fillRect/>
          </a:stretch>
        </p:blipFill>
        <p:spPr>
          <a:xfrm>
            <a:off x="4727849" y="3055391"/>
            <a:ext cx="1590897" cy="990738"/>
          </a:xfrm>
          <a:prstGeom prst="rect">
            <a:avLst/>
          </a:prstGeom>
        </p:spPr>
      </p:pic>
    </p:spTree>
    <p:extLst>
      <p:ext uri="{BB962C8B-B14F-4D97-AF65-F5344CB8AC3E}">
        <p14:creationId xmlns:p14="http://schemas.microsoft.com/office/powerpoint/2010/main" val="4129831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F27A5-6867-6F6D-CE68-181F00CBE406}"/>
            </a:ext>
          </a:extLst>
        </p:cNvPr>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6259D382-8DFC-9330-71D2-9D16BBA9E3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35458" y="3055391"/>
            <a:ext cx="5121084" cy="1615580"/>
          </a:xfrm>
        </p:spPr>
      </p:pic>
      <p:pic>
        <p:nvPicPr>
          <p:cNvPr id="4" name="Content Placeholder 3">
            <a:extLst>
              <a:ext uri="{FF2B5EF4-FFF2-40B4-BE49-F238E27FC236}">
                <a16:creationId xmlns:a16="http://schemas.microsoft.com/office/drawing/2014/main" id="{B1741920-B6D1-D934-B8AA-53461FC9B70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24001" y="0"/>
            <a:ext cx="9180512" cy="6885384"/>
          </a:xfrm>
          <a:prstGeom prst="rect">
            <a:avLst/>
          </a:prstGeom>
        </p:spPr>
      </p:pic>
      <p:pic>
        <p:nvPicPr>
          <p:cNvPr id="5" name="Picture 4">
            <a:extLst>
              <a:ext uri="{FF2B5EF4-FFF2-40B4-BE49-F238E27FC236}">
                <a16:creationId xmlns:a16="http://schemas.microsoft.com/office/drawing/2014/main" id="{35714468-1E5A-4AE6-D80D-6ED613B23C3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6008" y="6309321"/>
            <a:ext cx="2411760" cy="346691"/>
          </a:xfrm>
          <a:prstGeom prst="rect">
            <a:avLst/>
          </a:prstGeom>
        </p:spPr>
      </p:pic>
      <p:sp>
        <p:nvSpPr>
          <p:cNvPr id="6" name="Rectangle 5">
            <a:extLst>
              <a:ext uri="{FF2B5EF4-FFF2-40B4-BE49-F238E27FC236}">
                <a16:creationId xmlns:a16="http://schemas.microsoft.com/office/drawing/2014/main" id="{536D62F4-30DD-CBBC-E235-CBDE349E886E}"/>
              </a:ext>
            </a:extLst>
          </p:cNvPr>
          <p:cNvSpPr/>
          <p:nvPr/>
        </p:nvSpPr>
        <p:spPr>
          <a:xfrm>
            <a:off x="1909595" y="94080"/>
            <a:ext cx="8026556" cy="584775"/>
          </a:xfrm>
          <a:prstGeom prst="rect">
            <a:avLst/>
          </a:prstGeom>
        </p:spPr>
        <p:txBody>
          <a:bodyPr wrap="none">
            <a:spAutoFit/>
          </a:bodyPr>
          <a:lstStyle/>
          <a:p>
            <a:r>
              <a:rPr lang="en-IN" sz="3200" b="1">
                <a:solidFill>
                  <a:srgbClr val="E31E24"/>
                </a:solidFill>
                <a:latin typeface="Verdana" panose="020B0604030504040204" pitchFamily="34" charset="0"/>
                <a:ea typeface="Verdana" panose="020B0604030504040204" pitchFamily="34" charset="0"/>
                <a:cs typeface="Times New Roman" panose="02020603050405020304" pitchFamily="18" charset="0"/>
              </a:rPr>
              <a:t>CHARACTERISTICS OF A BATTERY</a:t>
            </a:r>
          </a:p>
        </p:txBody>
      </p:sp>
      <p:sp>
        <p:nvSpPr>
          <p:cNvPr id="7" name="Rectangle 6">
            <a:extLst>
              <a:ext uri="{FF2B5EF4-FFF2-40B4-BE49-F238E27FC236}">
                <a16:creationId xmlns:a16="http://schemas.microsoft.com/office/drawing/2014/main" id="{A2880F93-5D63-C184-DD9C-1703F4D2E8A7}"/>
              </a:ext>
            </a:extLst>
          </p:cNvPr>
          <p:cNvSpPr/>
          <p:nvPr/>
        </p:nvSpPr>
        <p:spPr>
          <a:xfrm>
            <a:off x="1962434" y="1442721"/>
            <a:ext cx="8454046" cy="400110"/>
          </a:xfrm>
          <a:prstGeom prst="rect">
            <a:avLst/>
          </a:prstGeom>
        </p:spPr>
        <p:txBody>
          <a:bodyPr wrap="square">
            <a:spAutoFit/>
          </a:bodyPr>
          <a:lstStyle/>
          <a:p>
            <a:pPr marL="285750" indent="-285750">
              <a:buFont typeface="Wingdings" panose="05000000000000000000" pitchFamily="2" charset="2"/>
              <a:buChar char="Ø"/>
            </a:pPr>
            <a:endParaRPr lang="en-US" sz="2000"/>
          </a:p>
        </p:txBody>
      </p:sp>
      <p:sp>
        <p:nvSpPr>
          <p:cNvPr id="9" name="TextBox 8">
            <a:extLst>
              <a:ext uri="{FF2B5EF4-FFF2-40B4-BE49-F238E27FC236}">
                <a16:creationId xmlns:a16="http://schemas.microsoft.com/office/drawing/2014/main" id="{ABC77A83-2635-C000-B7CC-6B944A46F1F3}"/>
              </a:ext>
            </a:extLst>
          </p:cNvPr>
          <p:cNvSpPr txBox="1"/>
          <p:nvPr/>
        </p:nvSpPr>
        <p:spPr>
          <a:xfrm>
            <a:off x="1649683" y="737252"/>
            <a:ext cx="8496944" cy="2308324"/>
          </a:xfrm>
          <a:prstGeom prst="rect">
            <a:avLst/>
          </a:prstGeom>
          <a:noFill/>
        </p:spPr>
        <p:txBody>
          <a:bodyPr wrap="square" rtlCol="0">
            <a:spAutoFit/>
          </a:bodyPr>
          <a:lstStyle/>
          <a:p>
            <a:pPr marL="342900" indent="-342900">
              <a:buFont typeface="Wingdings" panose="05000000000000000000" pitchFamily="2" charset="2"/>
              <a:buChar char="Ø"/>
            </a:pPr>
            <a:r>
              <a:rPr lang="en-US" sz="2400" b="1">
                <a:solidFill>
                  <a:srgbClr val="FF0000"/>
                </a:solidFill>
              </a:rPr>
              <a:t>Cycle Life :</a:t>
            </a:r>
          </a:p>
          <a:p>
            <a:pPr marL="342900" indent="-342900">
              <a:buFont typeface="Wingdings" panose="05000000000000000000" pitchFamily="2" charset="2"/>
              <a:buChar char="Ø"/>
            </a:pPr>
            <a:r>
              <a:rPr lang="en-US" sz="2000"/>
              <a:t>Primary batteries are designed for single discharge and secondary batteries can be chargeable again and again. The number of charge and discharge cycles that are possible in secondary batteries, before failure occurs is called cycle life.</a:t>
            </a:r>
          </a:p>
          <a:p>
            <a:pPr marL="342900" indent="-342900">
              <a:buFont typeface="Wingdings" panose="05000000000000000000" pitchFamily="2" charset="2"/>
              <a:buChar char="Ø"/>
            </a:pPr>
            <a:r>
              <a:rPr lang="en-US" sz="2000"/>
              <a:t>The cycle life of batteries must be high for secondary batteries.</a:t>
            </a:r>
          </a:p>
          <a:p>
            <a:pPr marL="342900" indent="-342900" algn="just">
              <a:buFont typeface="Wingdings" panose="05000000000000000000" pitchFamily="2" charset="2"/>
              <a:buChar char="Ø"/>
            </a:pPr>
            <a:endParaRPr lang="en-US" sz="2000"/>
          </a:p>
        </p:txBody>
      </p:sp>
      <p:sp>
        <p:nvSpPr>
          <p:cNvPr id="3" name="TextBox 2">
            <a:extLst>
              <a:ext uri="{FF2B5EF4-FFF2-40B4-BE49-F238E27FC236}">
                <a16:creationId xmlns:a16="http://schemas.microsoft.com/office/drawing/2014/main" id="{4F8467FE-4EB3-3612-0580-75982DB502D3}"/>
              </a:ext>
            </a:extLst>
          </p:cNvPr>
          <p:cNvSpPr txBox="1"/>
          <p:nvPr/>
        </p:nvSpPr>
        <p:spPr>
          <a:xfrm>
            <a:off x="1649683" y="2960616"/>
            <a:ext cx="8496944" cy="1692771"/>
          </a:xfrm>
          <a:prstGeom prst="rect">
            <a:avLst/>
          </a:prstGeom>
          <a:noFill/>
        </p:spPr>
        <p:txBody>
          <a:bodyPr wrap="square" rtlCol="0">
            <a:spAutoFit/>
          </a:bodyPr>
          <a:lstStyle/>
          <a:p>
            <a:pPr marL="342900" indent="-342900">
              <a:buFont typeface="Wingdings" panose="05000000000000000000" pitchFamily="2" charset="2"/>
              <a:buChar char="Ø"/>
            </a:pPr>
            <a:r>
              <a:rPr lang="en-US" sz="2400" b="1">
                <a:solidFill>
                  <a:srgbClr val="FF0000"/>
                </a:solidFill>
              </a:rPr>
              <a:t>Shelf Life: </a:t>
            </a:r>
          </a:p>
          <a:p>
            <a:pPr marL="342900" indent="-342900">
              <a:buFont typeface="Wingdings" panose="05000000000000000000" pitchFamily="2" charset="2"/>
              <a:buChar char="Ø"/>
            </a:pPr>
            <a:r>
              <a:rPr lang="en-US" sz="2000"/>
              <a:t>The duration of storage under specified conditions at the end of which a cell or a battery retains its ability to work or to produce energy is called shelf life. A good battery should have more shelf life.</a:t>
            </a:r>
          </a:p>
          <a:p>
            <a:pPr marL="342900" indent="-342900" algn="just">
              <a:buFont typeface="Wingdings" panose="05000000000000000000" pitchFamily="2" charset="2"/>
              <a:buChar char="Ø"/>
            </a:pPr>
            <a:endParaRPr lang="en-US" sz="2000"/>
          </a:p>
        </p:txBody>
      </p:sp>
      <p:sp>
        <p:nvSpPr>
          <p:cNvPr id="8" name="TextBox 7">
            <a:extLst>
              <a:ext uri="{FF2B5EF4-FFF2-40B4-BE49-F238E27FC236}">
                <a16:creationId xmlns:a16="http://schemas.microsoft.com/office/drawing/2014/main" id="{D097147F-E417-115E-640A-D241C3EB4783}"/>
              </a:ext>
            </a:extLst>
          </p:cNvPr>
          <p:cNvSpPr txBox="1"/>
          <p:nvPr/>
        </p:nvSpPr>
        <p:spPr>
          <a:xfrm>
            <a:off x="1713856" y="4571687"/>
            <a:ext cx="8496944" cy="1384995"/>
          </a:xfrm>
          <a:prstGeom prst="rect">
            <a:avLst/>
          </a:prstGeom>
          <a:noFill/>
        </p:spPr>
        <p:txBody>
          <a:bodyPr wrap="square" rtlCol="0">
            <a:spAutoFit/>
          </a:bodyPr>
          <a:lstStyle/>
          <a:p>
            <a:pPr marL="342900" indent="-342900">
              <a:buFont typeface="Wingdings" panose="05000000000000000000" pitchFamily="2" charset="2"/>
              <a:buChar char="Ø"/>
            </a:pPr>
            <a:r>
              <a:rPr lang="en-US" sz="2400" b="1">
                <a:solidFill>
                  <a:srgbClr val="FF0000"/>
                </a:solidFill>
              </a:rPr>
              <a:t>Energy efficiency:  </a:t>
            </a:r>
          </a:p>
          <a:p>
            <a:pPr marL="342900" indent="-342900">
              <a:buFont typeface="Wingdings" panose="05000000000000000000" pitchFamily="2" charset="2"/>
              <a:buChar char="Ø"/>
            </a:pPr>
            <a:r>
              <a:rPr lang="en-US" sz="2000"/>
              <a:t>The energy efficiency of a rechargeable battery is given by</a:t>
            </a:r>
          </a:p>
          <a:p>
            <a:pPr marL="342900" indent="-342900">
              <a:buFont typeface="Wingdings" panose="05000000000000000000" pitchFamily="2" charset="2"/>
              <a:buChar char="Ø"/>
            </a:pPr>
            <a:r>
              <a:rPr lang="en-US" sz="2000"/>
              <a:t>It holds good only for the secondary battery.</a:t>
            </a:r>
          </a:p>
          <a:p>
            <a:pPr marL="342900" indent="-342900" algn="just">
              <a:buFont typeface="Wingdings" panose="05000000000000000000" pitchFamily="2" charset="2"/>
              <a:buChar char="Ø"/>
            </a:pPr>
            <a:endParaRPr lang="en-US" sz="2000"/>
          </a:p>
        </p:txBody>
      </p:sp>
      <p:pic>
        <p:nvPicPr>
          <p:cNvPr id="10" name="Picture 9">
            <a:extLst>
              <a:ext uri="{FF2B5EF4-FFF2-40B4-BE49-F238E27FC236}">
                <a16:creationId xmlns:a16="http://schemas.microsoft.com/office/drawing/2014/main" id="{CD713176-4DD5-92E6-8394-247050C1F686}"/>
              </a:ext>
            </a:extLst>
          </p:cNvPr>
          <p:cNvPicPr>
            <a:picLocks noChangeAspect="1"/>
          </p:cNvPicPr>
          <p:nvPr/>
        </p:nvPicPr>
        <p:blipFill>
          <a:blip r:embed="rId5"/>
          <a:stretch>
            <a:fillRect/>
          </a:stretch>
        </p:blipFill>
        <p:spPr>
          <a:xfrm>
            <a:off x="2969967" y="5730150"/>
            <a:ext cx="5749026" cy="579170"/>
          </a:xfrm>
          <a:prstGeom prst="rect">
            <a:avLst/>
          </a:prstGeom>
        </p:spPr>
      </p:pic>
    </p:spTree>
    <p:extLst>
      <p:ext uri="{BB962C8B-B14F-4D97-AF65-F5344CB8AC3E}">
        <p14:creationId xmlns:p14="http://schemas.microsoft.com/office/powerpoint/2010/main" val="1609212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0" y="-28204"/>
            <a:ext cx="12192000" cy="9144000"/>
          </a:xfrm>
        </p:spPr>
      </p:pic>
      <p:cxnSp>
        <p:nvCxnSpPr>
          <p:cNvPr id="7" name="Straight Connector 6"/>
          <p:cNvCxnSpPr/>
          <p:nvPr/>
        </p:nvCxnSpPr>
        <p:spPr>
          <a:xfrm>
            <a:off x="1524001" y="836712"/>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057" y="6684654"/>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03512" y="1293834"/>
            <a:ext cx="8784976" cy="372794"/>
          </a:xfrm>
          <a:prstGeom prst="rect">
            <a:avLst/>
          </a:prstGeom>
          <a:noFill/>
        </p:spPr>
        <p:txBody>
          <a:bodyPr wrap="square">
            <a:spAutoFit/>
          </a:bodyPr>
          <a:lstStyle/>
          <a:p>
            <a:pPr algn="just" fontAlgn="base">
              <a:lnSpc>
                <a:spcPct val="107000"/>
              </a:lnSpc>
            </a:pPr>
            <a:r>
              <a:rPr lang="en-US" kern="100">
                <a:solidFill>
                  <a:srgbClr val="000000"/>
                </a:solidFill>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7FEE1B99-B51C-4A5A-108B-8445DFED19F8}"/>
              </a:ext>
            </a:extLst>
          </p:cNvPr>
          <p:cNvSpPr>
            <a:spLocks noChangeArrowheads="1"/>
          </p:cNvSpPr>
          <p:nvPr/>
        </p:nvSpPr>
        <p:spPr bwMode="auto">
          <a:xfrm>
            <a:off x="1703512" y="151594"/>
            <a:ext cx="842493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SzPct val="25000"/>
            </a:pPr>
            <a:r>
              <a:rPr lang="en-US" sz="3200" b="1">
                <a:solidFill>
                  <a:srgbClr val="E31E24"/>
                </a:solidFill>
                <a:latin typeface="Verdana" panose="020B0604030504040204" pitchFamily="34" charset="0"/>
                <a:ea typeface="Verdana" panose="020B0604030504040204" pitchFamily="34" charset="0"/>
                <a:cs typeface="Times New Roman" panose="02020603050405020304" pitchFamily="18" charset="0"/>
              </a:rPr>
              <a:t> Quiz</a:t>
            </a:r>
            <a:endParaRPr lang="en-IN" sz="3200" b="1">
              <a:solidFill>
                <a:srgbClr val="E31E24"/>
              </a:solidFill>
              <a:latin typeface="Verdana" panose="020B0604030504040204" pitchFamily="34" charset="0"/>
              <a:ea typeface="Verdana" panose="020B0604030504040204" pitchFamily="34" charset="0"/>
              <a:cs typeface="Times New Roman" panose="02020603050405020304" pitchFamily="18" charset="0"/>
              <a:sym typeface="Arial"/>
            </a:endParaRPr>
          </a:p>
        </p:txBody>
      </p:sp>
      <p:sp>
        <p:nvSpPr>
          <p:cNvPr id="3" name="TextBox 2"/>
          <p:cNvSpPr txBox="1"/>
          <p:nvPr/>
        </p:nvSpPr>
        <p:spPr>
          <a:xfrm>
            <a:off x="2963447" y="948690"/>
            <a:ext cx="7525041" cy="5909310"/>
          </a:xfrm>
          <a:prstGeom prst="rect">
            <a:avLst/>
          </a:prstGeom>
          <a:noFill/>
        </p:spPr>
        <p:txBody>
          <a:bodyPr wrap="square" rtlCol="0">
            <a:spAutoFit/>
          </a:bodyPr>
          <a:lstStyle/>
          <a:p>
            <a:pPr algn="l">
              <a:buFont typeface="+mj-lt"/>
              <a:buAutoNum type="arabicPeriod"/>
            </a:pPr>
            <a:r>
              <a:rPr lang="en-US" dirty="0">
                <a:solidFill>
                  <a:srgbClr val="0D0D0D"/>
                </a:solidFill>
                <a:highlight>
                  <a:srgbClr val="FFFFFF"/>
                </a:highlight>
                <a:latin typeface="Söhne"/>
              </a:rPr>
              <a:t>What is the primary function of a battery?</a:t>
            </a:r>
          </a:p>
          <a:p>
            <a:pPr lvl="1" algn="l"/>
            <a:r>
              <a:rPr lang="en-US" dirty="0">
                <a:solidFill>
                  <a:srgbClr val="0D0D0D"/>
                </a:solidFill>
                <a:highlight>
                  <a:srgbClr val="FFFFFF"/>
                </a:highlight>
                <a:latin typeface="Söhne"/>
              </a:rPr>
              <a:t>A) Energy generation</a:t>
            </a:r>
          </a:p>
          <a:p>
            <a:pPr lvl="1" algn="l"/>
            <a:r>
              <a:rPr lang="en-US" dirty="0">
                <a:solidFill>
                  <a:srgbClr val="0D0D0D"/>
                </a:solidFill>
                <a:highlight>
                  <a:srgbClr val="FFFFFF"/>
                </a:highlight>
                <a:latin typeface="Söhne"/>
              </a:rPr>
              <a:t>B) Energy storage</a:t>
            </a:r>
          </a:p>
          <a:p>
            <a:pPr lvl="1" algn="l"/>
            <a:r>
              <a:rPr lang="en-US" dirty="0">
                <a:solidFill>
                  <a:srgbClr val="0D0D0D"/>
                </a:solidFill>
                <a:highlight>
                  <a:srgbClr val="FFFFFF"/>
                </a:highlight>
                <a:latin typeface="Söhne"/>
              </a:rPr>
              <a:t>C) Energy conversion</a:t>
            </a:r>
          </a:p>
          <a:p>
            <a:pPr lvl="1" algn="l"/>
            <a:r>
              <a:rPr lang="en-US" dirty="0">
                <a:solidFill>
                  <a:srgbClr val="0D0D0D"/>
                </a:solidFill>
                <a:highlight>
                  <a:srgbClr val="FFFFFF"/>
                </a:highlight>
                <a:latin typeface="Söhne"/>
              </a:rPr>
              <a:t>D) Energy transmission                                                               </a:t>
            </a:r>
            <a:r>
              <a:rPr lang="en-US" dirty="0">
                <a:solidFill>
                  <a:schemeClr val="bg1">
                    <a:lumMod val="95000"/>
                  </a:schemeClr>
                </a:solidFill>
                <a:highlight>
                  <a:srgbClr val="FFFFFF"/>
                </a:highlight>
                <a:latin typeface="Söhne"/>
              </a:rPr>
              <a:t>Answer: B</a:t>
            </a:r>
          </a:p>
          <a:p>
            <a:pPr algn="l">
              <a:buFont typeface="+mj-lt"/>
              <a:buAutoNum type="arabicPeriod"/>
            </a:pPr>
            <a:r>
              <a:rPr lang="en-US" dirty="0">
                <a:solidFill>
                  <a:srgbClr val="0D0D0D"/>
                </a:solidFill>
                <a:highlight>
                  <a:srgbClr val="FFFFFF"/>
                </a:highlight>
                <a:latin typeface="Söhne"/>
              </a:rPr>
              <a:t>Which parameter measures the total amount of charge a battery can store?</a:t>
            </a:r>
          </a:p>
          <a:p>
            <a:pPr lvl="1" algn="l"/>
            <a:r>
              <a:rPr lang="en-US" dirty="0">
                <a:solidFill>
                  <a:srgbClr val="0D0D0D"/>
                </a:solidFill>
                <a:highlight>
                  <a:srgbClr val="FFFFFF"/>
                </a:highlight>
                <a:latin typeface="Söhne"/>
              </a:rPr>
              <a:t>A) Voltage</a:t>
            </a:r>
          </a:p>
          <a:p>
            <a:pPr lvl="1" algn="l"/>
            <a:r>
              <a:rPr lang="en-US" dirty="0">
                <a:solidFill>
                  <a:srgbClr val="0D0D0D"/>
                </a:solidFill>
                <a:highlight>
                  <a:srgbClr val="FFFFFF"/>
                </a:highlight>
                <a:latin typeface="Söhne"/>
              </a:rPr>
              <a:t>B) Capacity</a:t>
            </a:r>
          </a:p>
          <a:p>
            <a:pPr lvl="1" algn="l"/>
            <a:r>
              <a:rPr lang="en-US" dirty="0">
                <a:solidFill>
                  <a:srgbClr val="0D0D0D"/>
                </a:solidFill>
                <a:highlight>
                  <a:srgbClr val="FFFFFF"/>
                </a:highlight>
                <a:latin typeface="Söhne"/>
              </a:rPr>
              <a:t>C) Power density</a:t>
            </a:r>
          </a:p>
          <a:p>
            <a:pPr lvl="1" algn="l"/>
            <a:r>
              <a:rPr lang="en-US" dirty="0">
                <a:solidFill>
                  <a:srgbClr val="0D0D0D"/>
                </a:solidFill>
                <a:highlight>
                  <a:srgbClr val="FFFFFF"/>
                </a:highlight>
                <a:latin typeface="Söhne"/>
              </a:rPr>
              <a:t>D) Energy efficiency                                                                    </a:t>
            </a:r>
            <a:r>
              <a:rPr lang="en-US" dirty="0">
                <a:solidFill>
                  <a:schemeClr val="bg1">
                    <a:lumMod val="95000"/>
                  </a:schemeClr>
                </a:solidFill>
                <a:highlight>
                  <a:srgbClr val="FFFFFF"/>
                </a:highlight>
                <a:latin typeface="Söhne"/>
              </a:rPr>
              <a:t>Answer: B</a:t>
            </a:r>
          </a:p>
          <a:p>
            <a:pPr algn="l">
              <a:buFont typeface="+mj-lt"/>
              <a:buAutoNum type="arabicPeriod"/>
            </a:pPr>
            <a:r>
              <a:rPr lang="en-US" dirty="0">
                <a:solidFill>
                  <a:srgbClr val="0D0D0D"/>
                </a:solidFill>
                <a:highlight>
                  <a:srgbClr val="FFFFFF"/>
                </a:highlight>
                <a:latin typeface="Söhne"/>
              </a:rPr>
              <a:t>What is the term used to describe the number of times a battery can be charged and discharged before its performance degrades significantly?</a:t>
            </a:r>
          </a:p>
          <a:p>
            <a:pPr lvl="1" algn="l"/>
            <a:r>
              <a:rPr lang="en-US" dirty="0">
                <a:solidFill>
                  <a:srgbClr val="0D0D0D"/>
                </a:solidFill>
                <a:highlight>
                  <a:srgbClr val="FFFFFF"/>
                </a:highlight>
                <a:latin typeface="Söhne"/>
              </a:rPr>
              <a:t>A) Shelf life</a:t>
            </a:r>
          </a:p>
          <a:p>
            <a:pPr lvl="1" algn="l"/>
            <a:r>
              <a:rPr lang="en-US" dirty="0">
                <a:solidFill>
                  <a:srgbClr val="0D0D0D"/>
                </a:solidFill>
                <a:highlight>
                  <a:srgbClr val="FFFFFF"/>
                </a:highlight>
                <a:latin typeface="Söhne"/>
              </a:rPr>
              <a:t>B) Cycle life</a:t>
            </a:r>
          </a:p>
          <a:p>
            <a:pPr lvl="1" algn="l"/>
            <a:r>
              <a:rPr lang="en-US" dirty="0">
                <a:solidFill>
                  <a:srgbClr val="0D0D0D"/>
                </a:solidFill>
                <a:highlight>
                  <a:srgbClr val="FFFFFF"/>
                </a:highlight>
                <a:latin typeface="Söhne"/>
              </a:rPr>
              <a:t>C) Energy density</a:t>
            </a:r>
          </a:p>
          <a:p>
            <a:pPr lvl="1" algn="l"/>
            <a:r>
              <a:rPr lang="en-US" dirty="0">
                <a:solidFill>
                  <a:srgbClr val="0D0D0D"/>
                </a:solidFill>
                <a:highlight>
                  <a:srgbClr val="FFFFFF"/>
                </a:highlight>
                <a:latin typeface="Söhne"/>
              </a:rPr>
              <a:t>D) Power density                                                                             </a:t>
            </a:r>
            <a:r>
              <a:rPr lang="en-US" dirty="0">
                <a:solidFill>
                  <a:schemeClr val="bg1">
                    <a:lumMod val="95000"/>
                  </a:schemeClr>
                </a:solidFill>
                <a:highlight>
                  <a:srgbClr val="FFFFFF"/>
                </a:highlight>
                <a:latin typeface="Söhne"/>
              </a:rPr>
              <a:t>Answer: B</a:t>
            </a:r>
          </a:p>
          <a:p>
            <a:pPr algn="l">
              <a:buFont typeface="+mj-lt"/>
              <a:buAutoNum type="arabicPeriod"/>
            </a:pPr>
            <a:r>
              <a:rPr lang="en-US" dirty="0">
                <a:solidFill>
                  <a:srgbClr val="0D0D0D"/>
                </a:solidFill>
                <a:highlight>
                  <a:srgbClr val="FFFFFF"/>
                </a:highlight>
                <a:latin typeface="Söhne"/>
              </a:rPr>
              <a:t>Which factor primarily determines the voltage output of a battery?</a:t>
            </a:r>
          </a:p>
          <a:p>
            <a:pPr lvl="1" algn="l"/>
            <a:r>
              <a:rPr lang="en-US" dirty="0">
                <a:solidFill>
                  <a:srgbClr val="0D0D0D"/>
                </a:solidFill>
                <a:highlight>
                  <a:srgbClr val="FFFFFF"/>
                </a:highlight>
                <a:latin typeface="Söhne"/>
              </a:rPr>
              <a:t>A) Electrode material</a:t>
            </a:r>
          </a:p>
          <a:p>
            <a:pPr lvl="1" algn="l"/>
            <a:r>
              <a:rPr lang="en-US" dirty="0">
                <a:solidFill>
                  <a:srgbClr val="0D0D0D"/>
                </a:solidFill>
                <a:highlight>
                  <a:srgbClr val="FFFFFF"/>
                </a:highlight>
                <a:latin typeface="Söhne"/>
              </a:rPr>
              <a:t>B) Electrolyte concentration</a:t>
            </a:r>
          </a:p>
          <a:p>
            <a:pPr lvl="1" algn="l"/>
            <a:r>
              <a:rPr lang="en-US" dirty="0">
                <a:solidFill>
                  <a:srgbClr val="0D0D0D"/>
                </a:solidFill>
                <a:highlight>
                  <a:srgbClr val="FFFFFF"/>
                </a:highlight>
                <a:latin typeface="Söhne"/>
              </a:rPr>
              <a:t>C) Temperature</a:t>
            </a:r>
          </a:p>
          <a:p>
            <a:pPr lvl="1" algn="l"/>
            <a:r>
              <a:rPr lang="en-US" dirty="0">
                <a:solidFill>
                  <a:srgbClr val="0D0D0D"/>
                </a:solidFill>
                <a:highlight>
                  <a:srgbClr val="FFFFFF"/>
                </a:highlight>
                <a:latin typeface="Söhne"/>
              </a:rPr>
              <a:t>D) Charge level                                                                                 </a:t>
            </a:r>
            <a:r>
              <a:rPr lang="en-US" dirty="0">
                <a:solidFill>
                  <a:schemeClr val="bg1">
                    <a:lumMod val="95000"/>
                  </a:schemeClr>
                </a:solidFill>
                <a:highlight>
                  <a:srgbClr val="FFFFFF"/>
                </a:highlight>
                <a:latin typeface="Söhne"/>
              </a:rPr>
              <a:t>Answer: A</a:t>
            </a:r>
          </a:p>
        </p:txBody>
      </p:sp>
    </p:spTree>
    <p:extLst>
      <p:ext uri="{BB962C8B-B14F-4D97-AF65-F5344CB8AC3E}">
        <p14:creationId xmlns:p14="http://schemas.microsoft.com/office/powerpoint/2010/main" val="2505200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F3BFE2-2160-D90E-932C-1833EB5BC41B}"/>
            </a:ext>
          </a:extLst>
        </p:cNvPr>
        <p:cNvGrpSpPr/>
        <p:nvPr/>
      </p:nvGrpSpPr>
      <p:grpSpPr>
        <a:xfrm>
          <a:off x="0" y="0"/>
          <a:ext cx="0" cy="0"/>
          <a:chOff x="0" y="0"/>
          <a:chExt cx="0" cy="0"/>
        </a:xfrm>
      </p:grpSpPr>
      <p:pic>
        <p:nvPicPr>
          <p:cNvPr id="2" name="Picture 2" descr="K.R. Mangalam University (Fees &amp; Reviews): Haryana, India">
            <a:extLst>
              <a:ext uri="{FF2B5EF4-FFF2-40B4-BE49-F238E27FC236}">
                <a16:creationId xmlns:a16="http://schemas.microsoft.com/office/drawing/2014/main" id="{0C1D81A0-3A35-640B-0430-637E7C7E1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78821" y="33730"/>
            <a:ext cx="1666875" cy="16668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A992EEFD-9379-B4D4-D0BC-07E2387EE6D7}"/>
              </a:ext>
            </a:extLst>
          </p:cNvPr>
          <p:cNvSpPr>
            <a:spLocks noChangeArrowheads="1"/>
          </p:cNvSpPr>
          <p:nvPr/>
        </p:nvSpPr>
        <p:spPr bwMode="auto">
          <a:xfrm>
            <a:off x="202509" y="1087343"/>
            <a:ext cx="5637459"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 Q1. MCQ</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Which of the following is </a:t>
            </a:r>
            <a:r>
              <a:rPr kumimoji="0" lang="en-US" altLang="en-US" sz="1200" b="1" i="0" u="none" strike="noStrike" cap="none" normalizeH="0" baseline="0" dirty="0">
                <a:ln>
                  <a:noFill/>
                </a:ln>
                <a:solidFill>
                  <a:schemeClr val="tx1"/>
                </a:solidFill>
                <a:effectLst/>
                <a:latin typeface="Arial" panose="020B0604020202020204" pitchFamily="34" charset="0"/>
              </a:rPr>
              <a:t>not</a:t>
            </a:r>
            <a:r>
              <a:rPr kumimoji="0" lang="en-US" altLang="en-US" sz="1200" b="0" i="0" u="none" strike="noStrike" cap="none" normalizeH="0" baseline="0" dirty="0">
                <a:ln>
                  <a:noFill/>
                </a:ln>
                <a:solidFill>
                  <a:schemeClr val="tx1"/>
                </a:solidFill>
                <a:effectLst/>
                <a:latin typeface="Arial" panose="020B0604020202020204" pitchFamily="34" charset="0"/>
              </a:rPr>
              <a:t> a desirable characteristic of a good battery?</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a) High energy density</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b) Low internal resistance</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c) Easily reversible reaction</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d) High toxicity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lumMod val="95000"/>
                  </a:schemeClr>
                </a:solidFill>
                <a:effectLst/>
                <a:latin typeface="Arial" panose="020B0604020202020204" pitchFamily="34" charset="0"/>
              </a:rPr>
              <a:t>✅ </a:t>
            </a:r>
            <a:r>
              <a:rPr kumimoji="0" lang="en-US" altLang="en-US" sz="1200" b="1" i="0" u="none" strike="noStrike" cap="none" normalizeH="0" baseline="0" dirty="0">
                <a:ln>
                  <a:noFill/>
                </a:ln>
                <a:solidFill>
                  <a:schemeClr val="bg1">
                    <a:lumMod val="95000"/>
                  </a:schemeClr>
                </a:solidFill>
                <a:effectLst/>
                <a:latin typeface="Arial" panose="020B0604020202020204" pitchFamily="34" charset="0"/>
              </a:rPr>
              <a:t>Correct Answer</a:t>
            </a:r>
            <a:r>
              <a:rPr kumimoji="0" lang="en-US" altLang="en-US" sz="1200" b="0" i="0" u="none" strike="noStrike" cap="none" normalizeH="0" baseline="0" dirty="0">
                <a:ln>
                  <a:noFill/>
                </a:ln>
                <a:solidFill>
                  <a:schemeClr val="bg1">
                    <a:lumMod val="95000"/>
                  </a:schemeClr>
                </a:solidFill>
                <a:effectLst/>
                <a:latin typeface="Arial" panose="020B0604020202020204" pitchFamily="34" charset="0"/>
              </a:rPr>
              <a:t>: d) High toxicity</a:t>
            </a:r>
          </a:p>
        </p:txBody>
      </p:sp>
      <p:sp>
        <p:nvSpPr>
          <p:cNvPr id="6" name="Rectangle 4">
            <a:extLst>
              <a:ext uri="{FF2B5EF4-FFF2-40B4-BE49-F238E27FC236}">
                <a16:creationId xmlns:a16="http://schemas.microsoft.com/office/drawing/2014/main" id="{44389DE5-2FDB-D75C-A872-E1475032713A}"/>
              </a:ext>
            </a:extLst>
          </p:cNvPr>
          <p:cNvSpPr>
            <a:spLocks noChangeArrowheads="1"/>
          </p:cNvSpPr>
          <p:nvPr/>
        </p:nvSpPr>
        <p:spPr bwMode="auto">
          <a:xfrm>
            <a:off x="202509" y="2691876"/>
            <a:ext cx="589349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 Q2. MCQ</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Which of the following batteries is known for having a </a:t>
            </a:r>
            <a:r>
              <a:rPr kumimoji="0" lang="en-US" altLang="en-US" sz="1200" b="1" i="0" u="none" strike="noStrike" cap="none" normalizeH="0" baseline="0" dirty="0">
                <a:ln>
                  <a:noFill/>
                </a:ln>
                <a:solidFill>
                  <a:schemeClr val="tx1"/>
                </a:solidFill>
                <a:effectLst/>
                <a:latin typeface="Arial" panose="020B0604020202020204" pitchFamily="34" charset="0"/>
              </a:rPr>
              <a:t>high energy-to-weight ratio</a:t>
            </a:r>
            <a:r>
              <a:rPr kumimoji="0" lang="en-US" altLang="en-US" sz="1200" b="0" i="0" u="none" strike="noStrike" cap="none" normalizeH="0" baseline="0" dirty="0">
                <a:ln>
                  <a:noFill/>
                </a:ln>
                <a:solidFill>
                  <a:schemeClr val="tx1"/>
                </a:solidFill>
                <a:effectLst/>
                <a:latin typeface="Arial" panose="020B0604020202020204" pitchFamily="34" charset="0"/>
              </a:rPr>
              <a:t> and is commonly used in smartphones and laptops?</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a) Lead-acid battery</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b) Lithium-ion battery</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c) Nickel-Cadmium battery</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d) Mercury battery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bg1">
                    <a:lumMod val="95000"/>
                  </a:schemeClr>
                </a:solidFill>
                <a:effectLst/>
                <a:latin typeface="Arial" panose="020B0604020202020204" pitchFamily="34" charset="0"/>
              </a:rPr>
              <a:t>✅ </a:t>
            </a:r>
            <a:r>
              <a:rPr kumimoji="0" lang="en-US" altLang="en-US" sz="1200" b="1" i="0" u="none" strike="noStrike" cap="none" normalizeH="0" baseline="0" dirty="0">
                <a:ln>
                  <a:noFill/>
                </a:ln>
                <a:solidFill>
                  <a:schemeClr val="bg1">
                    <a:lumMod val="95000"/>
                  </a:schemeClr>
                </a:solidFill>
                <a:effectLst/>
                <a:latin typeface="Arial" panose="020B0604020202020204" pitchFamily="34" charset="0"/>
              </a:rPr>
              <a:t>Correct Answer</a:t>
            </a:r>
            <a:r>
              <a:rPr kumimoji="0" lang="en-US" altLang="en-US" sz="1200" b="0" i="0" u="none" strike="noStrike" cap="none" normalizeH="0" baseline="0" dirty="0">
                <a:ln>
                  <a:noFill/>
                </a:ln>
                <a:solidFill>
                  <a:schemeClr val="bg1">
                    <a:lumMod val="95000"/>
                  </a:schemeClr>
                </a:solidFill>
                <a:effectLst/>
                <a:latin typeface="Arial" panose="020B0604020202020204" pitchFamily="34" charset="0"/>
              </a:rPr>
              <a:t>: b) Lithium-ion battery</a:t>
            </a:r>
          </a:p>
        </p:txBody>
      </p:sp>
      <p:sp>
        <p:nvSpPr>
          <p:cNvPr id="8" name="Rectangle 6">
            <a:extLst>
              <a:ext uri="{FF2B5EF4-FFF2-40B4-BE49-F238E27FC236}">
                <a16:creationId xmlns:a16="http://schemas.microsoft.com/office/drawing/2014/main" id="{9817E01E-AB0F-E916-4663-35746F9FA550}"/>
              </a:ext>
            </a:extLst>
          </p:cNvPr>
          <p:cNvSpPr>
            <a:spLocks noChangeArrowheads="1"/>
          </p:cNvSpPr>
          <p:nvPr/>
        </p:nvSpPr>
        <p:spPr bwMode="auto">
          <a:xfrm>
            <a:off x="7062586" y="2784209"/>
            <a:ext cx="498311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 Q3. Short Answer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Mention any </a:t>
            </a:r>
            <a:r>
              <a:rPr kumimoji="0" lang="en-US" altLang="en-US" sz="1200" b="1" i="0" u="none" strike="noStrike" cap="none" normalizeH="0" baseline="0" dirty="0">
                <a:ln>
                  <a:noFill/>
                </a:ln>
                <a:solidFill>
                  <a:schemeClr val="tx1"/>
                </a:solidFill>
                <a:effectLst/>
                <a:latin typeface="Arial" panose="020B0604020202020204" pitchFamily="34" charset="0"/>
              </a:rPr>
              <a:t>two applications</a:t>
            </a:r>
            <a:r>
              <a:rPr kumimoji="0" lang="en-US" altLang="en-US" sz="1200" b="0" i="0" u="none" strike="noStrike" cap="none" normalizeH="0" baseline="0" dirty="0">
                <a:ln>
                  <a:noFill/>
                </a:ln>
                <a:solidFill>
                  <a:schemeClr val="tx1"/>
                </a:solidFill>
                <a:effectLst/>
                <a:latin typeface="Arial" panose="020B0604020202020204" pitchFamily="34" charset="0"/>
              </a:rPr>
              <a:t> where batteries are essential.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bg1">
                    <a:lumMod val="95000"/>
                  </a:schemeClr>
                </a:solidFill>
                <a:effectLst/>
                <a:latin typeface="Arial" panose="020B0604020202020204" pitchFamily="34" charset="0"/>
              </a:rPr>
              <a:t>Answer</a:t>
            </a:r>
            <a:r>
              <a:rPr kumimoji="0" lang="en-US" altLang="en-US" sz="1200" b="0" i="0" u="none" strike="noStrike" cap="none" normalizeH="0" baseline="0" dirty="0">
                <a:ln>
                  <a:noFill/>
                </a:ln>
                <a:solidFill>
                  <a:schemeClr val="bg1">
                    <a:lumMod val="95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bg1">
                    <a:lumMod val="95000"/>
                  </a:schemeClr>
                </a:solidFill>
                <a:effectLst/>
                <a:latin typeface="Arial" panose="020B0604020202020204" pitchFamily="34" charset="0"/>
              </a:rPr>
              <a:t>Mobile phones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bg1">
                    <a:lumMod val="95000"/>
                  </a:schemeClr>
                </a:solidFill>
                <a:effectLst/>
                <a:latin typeface="Arial" panose="020B0604020202020204" pitchFamily="34" charset="0"/>
              </a:rPr>
              <a:t>Electric vehicles</a:t>
            </a:r>
            <a:br>
              <a:rPr kumimoji="0" lang="en-US" altLang="en-US" sz="1200" b="0" i="0" u="none" strike="noStrike" cap="none" normalizeH="0" baseline="0" dirty="0">
                <a:ln>
                  <a:noFill/>
                </a:ln>
                <a:solidFill>
                  <a:schemeClr val="bg1">
                    <a:lumMod val="95000"/>
                  </a:schemeClr>
                </a:solidFill>
                <a:effectLst/>
                <a:latin typeface="Arial" panose="020B0604020202020204" pitchFamily="34" charset="0"/>
              </a:rPr>
            </a:br>
            <a:r>
              <a:rPr kumimoji="0" lang="en-US" altLang="en-US" sz="1200" b="0" i="1" u="none" strike="noStrike" cap="none" normalizeH="0" baseline="0" dirty="0">
                <a:ln>
                  <a:noFill/>
                </a:ln>
                <a:solidFill>
                  <a:schemeClr val="bg1">
                    <a:lumMod val="95000"/>
                  </a:schemeClr>
                </a:solidFill>
                <a:effectLst/>
                <a:latin typeface="Arial" panose="020B0604020202020204" pitchFamily="34" charset="0"/>
              </a:rPr>
              <a:t>(Other examples: calculators, emergency lights, medical implants, etc.)</a:t>
            </a:r>
            <a:endParaRPr kumimoji="0" lang="en-US" altLang="en-US" sz="1200" b="0" i="0" u="none" strike="noStrike" cap="none" normalizeH="0" baseline="0" dirty="0">
              <a:ln>
                <a:noFill/>
              </a:ln>
              <a:solidFill>
                <a:schemeClr val="bg1">
                  <a:lumMod val="9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10" name="Rectangle 8">
            <a:extLst>
              <a:ext uri="{FF2B5EF4-FFF2-40B4-BE49-F238E27FC236}">
                <a16:creationId xmlns:a16="http://schemas.microsoft.com/office/drawing/2014/main" id="{D407C909-76A2-22E0-49CA-24A7BCB74D59}"/>
              </a:ext>
            </a:extLst>
          </p:cNvPr>
          <p:cNvSpPr>
            <a:spLocks noChangeArrowheads="1"/>
          </p:cNvSpPr>
          <p:nvPr/>
        </p:nvSpPr>
        <p:spPr bwMode="auto">
          <a:xfrm>
            <a:off x="202509" y="4885278"/>
            <a:ext cx="661281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 Q4. Short Answer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List any </a:t>
            </a:r>
            <a:r>
              <a:rPr kumimoji="0" lang="en-US" altLang="en-US" sz="1200" b="1" i="0" u="none" strike="noStrike" cap="none" normalizeH="0" baseline="0" dirty="0">
                <a:ln>
                  <a:noFill/>
                </a:ln>
                <a:solidFill>
                  <a:schemeClr val="tx1"/>
                </a:solidFill>
                <a:effectLst/>
                <a:latin typeface="Arial" panose="020B0604020202020204" pitchFamily="34" charset="0"/>
              </a:rPr>
              <a:t>three important characteristics</a:t>
            </a:r>
            <a:r>
              <a:rPr kumimoji="0" lang="en-US" altLang="en-US" sz="1200" b="0" i="0" u="none" strike="noStrike" cap="none" normalizeH="0" baseline="0" dirty="0">
                <a:ln>
                  <a:noFill/>
                </a:ln>
                <a:solidFill>
                  <a:schemeClr val="tx1"/>
                </a:solidFill>
                <a:effectLst/>
                <a:latin typeface="Arial" panose="020B0604020202020204" pitchFamily="34" charset="0"/>
              </a:rPr>
              <a:t> that a battery must possess to be used in </a:t>
            </a:r>
            <a:r>
              <a:rPr kumimoji="0" lang="en-US" altLang="en-US" sz="1200" b="0" i="0" u="none" strike="noStrike" cap="none" normalizeH="0" baseline="0" dirty="0">
                <a:ln>
                  <a:noFill/>
                </a:ln>
                <a:effectLst/>
                <a:latin typeface="Arial" panose="020B0604020202020204" pitchFamily="34" charset="0"/>
              </a:rPr>
              <a:t>commercial applications.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effectLst/>
                <a:latin typeface="Arial" panose="020B0604020202020204" pitchFamily="34" charset="0"/>
              </a:rPr>
              <a:t>✅ </a:t>
            </a:r>
            <a:r>
              <a:rPr kumimoji="0" lang="en-US" altLang="en-US" sz="1200" b="1" i="0" u="none" strike="noStrike" cap="none" normalizeH="0" baseline="0" dirty="0">
                <a:ln>
                  <a:noFill/>
                </a:ln>
                <a:solidFill>
                  <a:schemeClr val="bg1">
                    <a:lumMod val="95000"/>
                  </a:schemeClr>
                </a:solidFill>
                <a:effectLst/>
                <a:latin typeface="Arial" panose="020B0604020202020204" pitchFamily="34" charset="0"/>
              </a:rPr>
              <a:t>Answer</a:t>
            </a:r>
            <a:r>
              <a:rPr kumimoji="0" lang="en-US" altLang="en-US" sz="1200" b="0" i="0" u="none" strike="noStrike" cap="none" normalizeH="0" baseline="0" dirty="0">
                <a:ln>
                  <a:noFill/>
                </a:ln>
                <a:solidFill>
                  <a:schemeClr val="bg1">
                    <a:lumMod val="95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bg1">
                    <a:lumMod val="95000"/>
                  </a:schemeClr>
                </a:solidFill>
                <a:effectLst/>
                <a:latin typeface="Arial" panose="020B0604020202020204" pitchFamily="34" charset="0"/>
              </a:rPr>
              <a:t>High energy density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bg1">
                    <a:lumMod val="95000"/>
                  </a:schemeClr>
                </a:solidFill>
                <a:effectLst/>
                <a:latin typeface="Arial" panose="020B0604020202020204" pitchFamily="34" charset="0"/>
              </a:rPr>
              <a:t>Rechargeability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bg1">
                    <a:lumMod val="95000"/>
                  </a:schemeClr>
                </a:solidFill>
                <a:effectLst/>
                <a:latin typeface="Arial" panose="020B0604020202020204" pitchFamily="34" charset="0"/>
              </a:rPr>
              <a:t>Long cycle life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
        <p:nvSpPr>
          <p:cNvPr id="12" name="Rectangle 10">
            <a:extLst>
              <a:ext uri="{FF2B5EF4-FFF2-40B4-BE49-F238E27FC236}">
                <a16:creationId xmlns:a16="http://schemas.microsoft.com/office/drawing/2014/main" id="{8BA077CA-B67A-60C5-16FE-4B640E2CDB61}"/>
              </a:ext>
            </a:extLst>
          </p:cNvPr>
          <p:cNvSpPr>
            <a:spLocks noChangeArrowheads="1"/>
          </p:cNvSpPr>
          <p:nvPr/>
        </p:nvSpPr>
        <p:spPr bwMode="auto">
          <a:xfrm>
            <a:off x="7062586" y="4977610"/>
            <a:ext cx="4298421"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 Q5. MCQ</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Which of the following affects the </a:t>
            </a:r>
            <a:r>
              <a:rPr kumimoji="0" lang="en-US" altLang="en-US" sz="1200" b="1" i="0" u="none" strike="noStrike" cap="none" normalizeH="0" baseline="0" dirty="0">
                <a:ln>
                  <a:noFill/>
                </a:ln>
                <a:solidFill>
                  <a:schemeClr val="tx1"/>
                </a:solidFill>
                <a:effectLst/>
                <a:latin typeface="Arial" panose="020B0604020202020204" pitchFamily="34" charset="0"/>
              </a:rPr>
              <a:t>performance</a:t>
            </a:r>
            <a:r>
              <a:rPr kumimoji="0" lang="en-US" altLang="en-US" sz="1200" b="0" i="0" u="none" strike="noStrike" cap="none" normalizeH="0" baseline="0" dirty="0">
                <a:ln>
                  <a:noFill/>
                </a:ln>
                <a:solidFill>
                  <a:schemeClr val="tx1"/>
                </a:solidFill>
                <a:effectLst/>
                <a:latin typeface="Arial" panose="020B0604020202020204" pitchFamily="34" charset="0"/>
              </a:rPr>
              <a:t> of a battery?</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a) Electrode material</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b) Temperature</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c) Electrolyte composition</a:t>
            </a:r>
            <a:br>
              <a:rPr kumimoji="0" lang="en-US" altLang="en-US" sz="1200" b="0" i="0" u="none" strike="noStrike" cap="none" normalizeH="0" baseline="0" dirty="0">
                <a:ln>
                  <a:noFill/>
                </a:ln>
                <a:solidFill>
                  <a:schemeClr val="tx1"/>
                </a:solidFill>
                <a:effectLst/>
                <a:latin typeface="Arial" panose="020B0604020202020204" pitchFamily="34" charset="0"/>
              </a:rPr>
            </a:br>
            <a:r>
              <a:rPr kumimoji="0" lang="en-US" altLang="en-US" sz="1200" b="0" i="0" u="none" strike="noStrike" cap="none" normalizeH="0" baseline="0" dirty="0">
                <a:ln>
                  <a:noFill/>
                </a:ln>
                <a:solidFill>
                  <a:schemeClr val="tx1"/>
                </a:solidFill>
                <a:effectLst/>
                <a:latin typeface="Arial" panose="020B0604020202020204" pitchFamily="34" charset="0"/>
              </a:rPr>
              <a:t>d) All of the above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Arial" panose="020B0604020202020204" pitchFamily="34" charset="0"/>
              </a:rPr>
              <a:t>✅ </a:t>
            </a:r>
            <a:r>
              <a:rPr kumimoji="0" lang="en-US" altLang="en-US" sz="1200" b="1" i="0" u="none" strike="noStrike" cap="none" normalizeH="0" baseline="0" dirty="0">
                <a:ln>
                  <a:noFill/>
                </a:ln>
                <a:solidFill>
                  <a:schemeClr val="bg1">
                    <a:lumMod val="95000"/>
                  </a:schemeClr>
                </a:solidFill>
                <a:effectLst/>
                <a:latin typeface="Arial" panose="020B0604020202020204" pitchFamily="34" charset="0"/>
              </a:rPr>
              <a:t>Correct Answer</a:t>
            </a:r>
            <a:r>
              <a:rPr kumimoji="0" lang="en-US" altLang="en-US" sz="1200" b="0" i="0" u="none" strike="noStrike" cap="none" normalizeH="0" baseline="0" dirty="0">
                <a:ln>
                  <a:noFill/>
                </a:ln>
                <a:solidFill>
                  <a:schemeClr val="bg1">
                    <a:lumMod val="95000"/>
                  </a:schemeClr>
                </a:solidFill>
                <a:effectLst/>
                <a:latin typeface="Arial" panose="020B0604020202020204" pitchFamily="34" charset="0"/>
              </a:rPr>
              <a:t>: d) All of the above</a:t>
            </a:r>
          </a:p>
        </p:txBody>
      </p:sp>
      <p:sp>
        <p:nvSpPr>
          <p:cNvPr id="13" name="Rectangle 12">
            <a:extLst>
              <a:ext uri="{FF2B5EF4-FFF2-40B4-BE49-F238E27FC236}">
                <a16:creationId xmlns:a16="http://schemas.microsoft.com/office/drawing/2014/main" id="{0DE6CBDB-7CCE-283A-B1BA-6004EBEAC340}"/>
              </a:ext>
            </a:extLst>
          </p:cNvPr>
          <p:cNvSpPr/>
          <p:nvPr/>
        </p:nvSpPr>
        <p:spPr>
          <a:xfrm>
            <a:off x="3502533" y="33730"/>
            <a:ext cx="5186934"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Pr>
              <a:t>Practice Yourself</a:t>
            </a:r>
          </a:p>
        </p:txBody>
      </p:sp>
    </p:spTree>
    <p:extLst>
      <p:ext uri="{BB962C8B-B14F-4D97-AF65-F5344CB8AC3E}">
        <p14:creationId xmlns:p14="http://schemas.microsoft.com/office/powerpoint/2010/main" val="2559325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FD324-4D3D-EA5F-4293-43A286CF3134}"/>
            </a:ext>
          </a:extLst>
        </p:cNvPr>
        <p:cNvGrpSpPr/>
        <p:nvPr/>
      </p:nvGrpSpPr>
      <p:grpSpPr>
        <a:xfrm>
          <a:off x="0" y="0"/>
          <a:ext cx="0" cy="0"/>
          <a:chOff x="0" y="0"/>
          <a:chExt cx="0" cy="0"/>
        </a:xfrm>
      </p:grpSpPr>
      <p:pic>
        <p:nvPicPr>
          <p:cNvPr id="2" name="Picture 2" descr="K.R. Mangalam University (Fees &amp; Reviews): Haryana, India">
            <a:extLst>
              <a:ext uri="{FF2B5EF4-FFF2-40B4-BE49-F238E27FC236}">
                <a16:creationId xmlns:a16="http://schemas.microsoft.com/office/drawing/2014/main" id="{672B6F43-2F77-ECE6-542B-41048C2B98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5125" y="0"/>
            <a:ext cx="1666875" cy="16668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08930CF-6A98-97BF-FED1-A648429CD3F4}"/>
              </a:ext>
            </a:extLst>
          </p:cNvPr>
          <p:cNvSpPr txBox="1"/>
          <p:nvPr/>
        </p:nvSpPr>
        <p:spPr>
          <a:xfrm>
            <a:off x="182880" y="292608"/>
            <a:ext cx="9400032" cy="1298882"/>
          </a:xfrm>
          <a:prstGeom prst="rect">
            <a:avLst/>
          </a:prstGeom>
          <a:noFill/>
        </p:spPr>
        <p:txBody>
          <a:bodyPr wrap="square">
            <a:spAutoFit/>
          </a:bodyPr>
          <a:lstStyle/>
          <a:p>
            <a:pPr>
              <a:lnSpc>
                <a:spcPct val="150000"/>
              </a:lnSpc>
              <a:buNone/>
            </a:pPr>
            <a:r>
              <a:rPr lang="en-US" b="1" dirty="0"/>
              <a:t>📚 Key Takeaways:</a:t>
            </a:r>
          </a:p>
          <a:p>
            <a:pPr>
              <a:lnSpc>
                <a:spcPct val="150000"/>
              </a:lnSpc>
              <a:buNone/>
            </a:pPr>
            <a:endParaRPr lang="en-US" b="1" dirty="0"/>
          </a:p>
          <a:p>
            <a:pPr>
              <a:lnSpc>
                <a:spcPct val="150000"/>
              </a:lnSpc>
              <a:buNone/>
            </a:pPr>
            <a:endParaRPr lang="en-US" b="1" dirty="0"/>
          </a:p>
        </p:txBody>
      </p:sp>
      <p:sp>
        <p:nvSpPr>
          <p:cNvPr id="5" name="TextBox 4">
            <a:extLst>
              <a:ext uri="{FF2B5EF4-FFF2-40B4-BE49-F238E27FC236}">
                <a16:creationId xmlns:a16="http://schemas.microsoft.com/office/drawing/2014/main" id="{76F99D68-5914-AB95-8D5A-8AEA4BC97960}"/>
              </a:ext>
            </a:extLst>
          </p:cNvPr>
          <p:cNvSpPr txBox="1"/>
          <p:nvPr/>
        </p:nvSpPr>
        <p:spPr>
          <a:xfrm>
            <a:off x="329184" y="726942"/>
            <a:ext cx="10195941" cy="5869364"/>
          </a:xfrm>
          <a:prstGeom prst="rect">
            <a:avLst/>
          </a:prstGeom>
          <a:noFill/>
        </p:spPr>
        <p:txBody>
          <a:bodyPr wrap="square">
            <a:spAutoFit/>
          </a:bodyPr>
          <a:lstStyle/>
          <a:p>
            <a:pPr>
              <a:lnSpc>
                <a:spcPct val="150000"/>
              </a:lnSpc>
              <a:buFont typeface="+mj-lt"/>
              <a:buAutoNum type="arabicPeriod"/>
            </a:pPr>
            <a:r>
              <a:rPr lang="en-US" b="1" dirty="0"/>
              <a:t>Batteries</a:t>
            </a:r>
            <a:r>
              <a:rPr lang="en-US" dirty="0"/>
              <a:t> are essential for powering </a:t>
            </a:r>
            <a:r>
              <a:rPr lang="en-US" b="1" dirty="0"/>
              <a:t>portable electronics, vehicles, medical devices</a:t>
            </a:r>
            <a:r>
              <a:rPr lang="en-US" dirty="0"/>
              <a:t>, and </a:t>
            </a:r>
            <a:r>
              <a:rPr lang="en-US" b="1" dirty="0"/>
              <a:t>emergency systems</a:t>
            </a:r>
            <a:r>
              <a:rPr lang="en-US" dirty="0"/>
              <a:t>.</a:t>
            </a:r>
          </a:p>
          <a:p>
            <a:pPr>
              <a:lnSpc>
                <a:spcPct val="150000"/>
              </a:lnSpc>
              <a:buFont typeface="+mj-lt"/>
              <a:buAutoNum type="arabicPeriod"/>
            </a:pPr>
            <a:r>
              <a:rPr lang="en-US" dirty="0"/>
              <a:t>A good battery should have:</a:t>
            </a:r>
          </a:p>
          <a:p>
            <a:pPr marL="742950" lvl="1" indent="-285750">
              <a:lnSpc>
                <a:spcPct val="150000"/>
              </a:lnSpc>
              <a:buFont typeface="+mj-lt"/>
              <a:buAutoNum type="arabicPeriod"/>
            </a:pPr>
            <a:r>
              <a:rPr lang="en-US" b="1" dirty="0"/>
              <a:t>High energy density</a:t>
            </a:r>
            <a:endParaRPr lang="en-US" dirty="0"/>
          </a:p>
          <a:p>
            <a:pPr marL="742950" lvl="1" indent="-285750">
              <a:lnSpc>
                <a:spcPct val="150000"/>
              </a:lnSpc>
              <a:buFont typeface="+mj-lt"/>
              <a:buAutoNum type="arabicPeriod"/>
            </a:pPr>
            <a:r>
              <a:rPr lang="en-US" b="1" dirty="0"/>
              <a:t>Low self-discharge</a:t>
            </a:r>
            <a:endParaRPr lang="en-US" dirty="0"/>
          </a:p>
          <a:p>
            <a:pPr marL="742950" lvl="1" indent="-285750">
              <a:lnSpc>
                <a:spcPct val="150000"/>
              </a:lnSpc>
              <a:buFont typeface="+mj-lt"/>
              <a:buAutoNum type="arabicPeriod"/>
            </a:pPr>
            <a:r>
              <a:rPr lang="en-US" b="1" dirty="0"/>
              <a:t>Reversibility</a:t>
            </a:r>
            <a:r>
              <a:rPr lang="en-US" dirty="0"/>
              <a:t> (for secondary cells)</a:t>
            </a:r>
          </a:p>
          <a:p>
            <a:pPr marL="742950" lvl="1" indent="-285750">
              <a:lnSpc>
                <a:spcPct val="150000"/>
              </a:lnSpc>
              <a:buFont typeface="+mj-lt"/>
              <a:buAutoNum type="arabicPeriod"/>
            </a:pPr>
            <a:r>
              <a:rPr lang="en-US" b="1" dirty="0"/>
              <a:t>Safety</a:t>
            </a:r>
            <a:r>
              <a:rPr lang="en-US" dirty="0"/>
              <a:t>, </a:t>
            </a:r>
            <a:r>
              <a:rPr lang="en-US" b="1" dirty="0"/>
              <a:t>portability</a:t>
            </a:r>
            <a:r>
              <a:rPr lang="en-US" dirty="0"/>
              <a:t>, and </a:t>
            </a:r>
            <a:r>
              <a:rPr lang="en-US" b="1" dirty="0"/>
              <a:t>low maintenance</a:t>
            </a:r>
            <a:endParaRPr lang="en-US" dirty="0"/>
          </a:p>
          <a:p>
            <a:pPr>
              <a:lnSpc>
                <a:spcPct val="150000"/>
              </a:lnSpc>
              <a:buFont typeface="+mj-lt"/>
              <a:buAutoNum type="arabicPeriod"/>
            </a:pPr>
            <a:r>
              <a:rPr lang="en-US" dirty="0"/>
              <a:t>Battery performance depends on:</a:t>
            </a:r>
          </a:p>
          <a:p>
            <a:pPr marL="742950" lvl="1" indent="-285750">
              <a:lnSpc>
                <a:spcPct val="150000"/>
              </a:lnSpc>
              <a:buFont typeface="+mj-lt"/>
              <a:buAutoNum type="arabicPeriod"/>
            </a:pPr>
            <a:r>
              <a:rPr lang="en-US" b="1" dirty="0"/>
              <a:t>Electrode materials</a:t>
            </a:r>
            <a:r>
              <a:rPr lang="en-US" dirty="0"/>
              <a:t> (e.g., Li, Pb, Zn, Cd)</a:t>
            </a:r>
          </a:p>
          <a:p>
            <a:pPr marL="742950" lvl="1" indent="-285750">
              <a:lnSpc>
                <a:spcPct val="150000"/>
              </a:lnSpc>
              <a:buFont typeface="+mj-lt"/>
              <a:buAutoNum type="arabicPeriod"/>
            </a:pPr>
            <a:r>
              <a:rPr lang="en-US" b="1" dirty="0"/>
              <a:t>Electrolyte type</a:t>
            </a:r>
            <a:r>
              <a:rPr lang="en-US" dirty="0"/>
              <a:t> (liquid, gel, solid-state)</a:t>
            </a:r>
          </a:p>
          <a:p>
            <a:pPr marL="742950" lvl="1" indent="-285750">
              <a:lnSpc>
                <a:spcPct val="150000"/>
              </a:lnSpc>
              <a:buFont typeface="+mj-lt"/>
              <a:buAutoNum type="arabicPeriod"/>
            </a:pPr>
            <a:r>
              <a:rPr lang="en-US" b="1" dirty="0"/>
              <a:t>Operating temperature and charge/discharge cycles</a:t>
            </a:r>
            <a:endParaRPr lang="en-US" dirty="0"/>
          </a:p>
          <a:p>
            <a:pPr>
              <a:lnSpc>
                <a:spcPct val="150000"/>
              </a:lnSpc>
              <a:buFont typeface="+mj-lt"/>
              <a:buAutoNum type="arabicPeriod"/>
            </a:pPr>
            <a:r>
              <a:rPr lang="en-US" b="1" dirty="0"/>
              <a:t>Commercial viability</a:t>
            </a:r>
            <a:r>
              <a:rPr lang="en-US" dirty="0"/>
              <a:t> of a battery also depends on </a:t>
            </a:r>
            <a:r>
              <a:rPr lang="en-US" b="1" dirty="0"/>
              <a:t>cost</a:t>
            </a:r>
            <a:r>
              <a:rPr lang="en-US" dirty="0"/>
              <a:t>, </a:t>
            </a:r>
            <a:r>
              <a:rPr lang="en-US" b="1" dirty="0"/>
              <a:t>environmental impact</a:t>
            </a:r>
            <a:r>
              <a:rPr lang="en-US" dirty="0"/>
              <a:t>, and </a:t>
            </a:r>
            <a:r>
              <a:rPr lang="en-US" b="1" dirty="0"/>
              <a:t>recyclability</a:t>
            </a:r>
            <a:r>
              <a:rPr lang="en-US" dirty="0"/>
              <a:t>.</a:t>
            </a:r>
          </a:p>
          <a:p>
            <a:pPr>
              <a:lnSpc>
                <a:spcPct val="150000"/>
              </a:lnSpc>
              <a:buFont typeface="+mj-lt"/>
              <a:buAutoNum type="arabicPeriod"/>
            </a:pPr>
            <a:r>
              <a:rPr lang="en-US" b="1" dirty="0"/>
              <a:t>Lithium-ion batteries</a:t>
            </a:r>
            <a:r>
              <a:rPr lang="en-US" dirty="0"/>
              <a:t> are preferred in modern applications due to </a:t>
            </a:r>
            <a:r>
              <a:rPr lang="en-US" b="1" dirty="0"/>
              <a:t>high efficiency and light weight</a:t>
            </a:r>
            <a:r>
              <a:rPr lang="en-US" dirty="0"/>
              <a:t>.</a:t>
            </a:r>
          </a:p>
          <a:p>
            <a:pPr>
              <a:lnSpc>
                <a:spcPct val="150000"/>
              </a:lnSpc>
              <a:buFont typeface="+mj-lt"/>
              <a:buAutoNum type="arabicPeriod"/>
            </a:pPr>
            <a:r>
              <a:rPr lang="en-US" dirty="0"/>
              <a:t>Environmental and safety concerns must be addressed in battery design and disposal.</a:t>
            </a:r>
          </a:p>
        </p:txBody>
      </p:sp>
    </p:spTree>
    <p:extLst>
      <p:ext uri="{BB962C8B-B14F-4D97-AF65-F5344CB8AC3E}">
        <p14:creationId xmlns:p14="http://schemas.microsoft.com/office/powerpoint/2010/main" val="5821186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8629F-2CFA-F16E-94D6-EC37DA785564}"/>
            </a:ext>
          </a:extLst>
        </p:cNvPr>
        <p:cNvGrpSpPr/>
        <p:nvPr/>
      </p:nvGrpSpPr>
      <p:grpSpPr>
        <a:xfrm>
          <a:off x="0" y="0"/>
          <a:ext cx="0" cy="0"/>
          <a:chOff x="0" y="0"/>
          <a:chExt cx="0" cy="0"/>
        </a:xfrm>
      </p:grpSpPr>
      <p:pic>
        <p:nvPicPr>
          <p:cNvPr id="2" name="Picture 2" descr="K.R. Mangalam University (Fees &amp; Reviews): Haryana, India">
            <a:extLst>
              <a:ext uri="{FF2B5EF4-FFF2-40B4-BE49-F238E27FC236}">
                <a16:creationId xmlns:a16="http://schemas.microsoft.com/office/drawing/2014/main" id="{BBF6B9ED-E103-F7DA-C6B0-CD7219A593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25125" y="0"/>
            <a:ext cx="1666875" cy="16668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
            <a:extLst>
              <a:ext uri="{FF2B5EF4-FFF2-40B4-BE49-F238E27FC236}">
                <a16:creationId xmlns:a16="http://schemas.microsoft.com/office/drawing/2014/main" id="{4F715DD2-01D3-4E38-DD74-867A29EA8EDA}"/>
              </a:ext>
            </a:extLst>
          </p:cNvPr>
          <p:cNvSpPr>
            <a:spLocks noChangeArrowheads="1"/>
          </p:cNvSpPr>
          <p:nvPr/>
        </p:nvSpPr>
        <p:spPr bwMode="auto">
          <a:xfrm>
            <a:off x="121920" y="646331"/>
            <a:ext cx="2835328"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Textbook References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E0338EBC-890C-9849-3B6B-2D5E2AB95A04}"/>
              </a:ext>
            </a:extLst>
          </p:cNvPr>
          <p:cNvGraphicFramePr>
            <a:graphicFrameLocks noGrp="1"/>
          </p:cNvGraphicFramePr>
          <p:nvPr/>
        </p:nvGraphicFramePr>
        <p:xfrm>
          <a:off x="838200" y="2081054"/>
          <a:ext cx="10515600" cy="3840480"/>
        </p:xfrm>
        <a:graphic>
          <a:graphicData uri="http://schemas.openxmlformats.org/drawingml/2006/table">
            <a:tbl>
              <a:tblPr/>
              <a:tblGrid>
                <a:gridCol w="2628900">
                  <a:extLst>
                    <a:ext uri="{9D8B030D-6E8A-4147-A177-3AD203B41FA5}">
                      <a16:colId xmlns:a16="http://schemas.microsoft.com/office/drawing/2014/main" val="1097793490"/>
                    </a:ext>
                  </a:extLst>
                </a:gridCol>
                <a:gridCol w="2628900">
                  <a:extLst>
                    <a:ext uri="{9D8B030D-6E8A-4147-A177-3AD203B41FA5}">
                      <a16:colId xmlns:a16="http://schemas.microsoft.com/office/drawing/2014/main" val="1376633478"/>
                    </a:ext>
                  </a:extLst>
                </a:gridCol>
                <a:gridCol w="2628900">
                  <a:extLst>
                    <a:ext uri="{9D8B030D-6E8A-4147-A177-3AD203B41FA5}">
                      <a16:colId xmlns:a16="http://schemas.microsoft.com/office/drawing/2014/main" val="3233117303"/>
                    </a:ext>
                  </a:extLst>
                </a:gridCol>
                <a:gridCol w="2628900">
                  <a:extLst>
                    <a:ext uri="{9D8B030D-6E8A-4147-A177-3AD203B41FA5}">
                      <a16:colId xmlns:a16="http://schemas.microsoft.com/office/drawing/2014/main" val="3732010642"/>
                    </a:ext>
                  </a:extLst>
                </a:gridCol>
              </a:tblGrid>
              <a:tr h="0">
                <a:tc>
                  <a:txBody>
                    <a:bodyPr/>
                    <a:lstStyle/>
                    <a:p>
                      <a:r>
                        <a:rPr lang="en-IN" b="1"/>
                        <a:t>Author(s)</a:t>
                      </a:r>
                      <a:endParaRPr lang="en-IN"/>
                    </a:p>
                  </a:txBody>
                  <a:tcPr anchor="ctr">
                    <a:lnL>
                      <a:noFill/>
                    </a:lnL>
                    <a:lnR>
                      <a:noFill/>
                    </a:lnR>
                    <a:lnT>
                      <a:noFill/>
                    </a:lnT>
                    <a:lnB>
                      <a:noFill/>
                    </a:lnB>
                    <a:noFill/>
                  </a:tcPr>
                </a:tc>
                <a:tc>
                  <a:txBody>
                    <a:bodyPr/>
                    <a:lstStyle/>
                    <a:p>
                      <a:r>
                        <a:rPr lang="en-IN" b="1"/>
                        <a:t>Book Title</a:t>
                      </a:r>
                      <a:endParaRPr lang="en-IN"/>
                    </a:p>
                  </a:txBody>
                  <a:tcPr anchor="ctr">
                    <a:lnL>
                      <a:noFill/>
                    </a:lnL>
                    <a:lnR>
                      <a:noFill/>
                    </a:lnR>
                    <a:lnT>
                      <a:noFill/>
                    </a:lnT>
                    <a:lnB>
                      <a:noFill/>
                    </a:lnB>
                    <a:noFill/>
                  </a:tcPr>
                </a:tc>
                <a:tc>
                  <a:txBody>
                    <a:bodyPr/>
                    <a:lstStyle/>
                    <a:p>
                      <a:r>
                        <a:rPr lang="en-IN" b="1"/>
                        <a:t>Publisher</a:t>
                      </a:r>
                      <a:endParaRPr lang="en-IN"/>
                    </a:p>
                  </a:txBody>
                  <a:tcPr anchor="ctr">
                    <a:lnL>
                      <a:noFill/>
                    </a:lnL>
                    <a:lnR>
                      <a:noFill/>
                    </a:lnR>
                    <a:lnT>
                      <a:noFill/>
                    </a:lnT>
                    <a:lnB>
                      <a:noFill/>
                    </a:lnB>
                    <a:noFill/>
                  </a:tcPr>
                </a:tc>
                <a:tc>
                  <a:txBody>
                    <a:bodyPr/>
                    <a:lstStyle/>
                    <a:p>
                      <a:r>
                        <a:rPr lang="en-IN" b="1"/>
                        <a:t>Relevant Sections</a:t>
                      </a:r>
                      <a:endParaRPr lang="en-IN"/>
                    </a:p>
                  </a:txBody>
                  <a:tcPr anchor="ctr">
                    <a:lnL>
                      <a:noFill/>
                    </a:lnL>
                    <a:lnR>
                      <a:noFill/>
                    </a:lnR>
                    <a:lnT>
                      <a:noFill/>
                    </a:lnT>
                    <a:lnB>
                      <a:noFill/>
                    </a:lnB>
                    <a:noFill/>
                  </a:tcPr>
                </a:tc>
                <a:extLst>
                  <a:ext uri="{0D108BD9-81ED-4DB2-BD59-A6C34878D82A}">
                    <a16:rowId xmlns:a16="http://schemas.microsoft.com/office/drawing/2014/main" val="3516865056"/>
                  </a:ext>
                </a:extLst>
              </a:tr>
              <a:tr h="0">
                <a:tc>
                  <a:txBody>
                    <a:bodyPr/>
                    <a:lstStyle/>
                    <a:p>
                      <a:r>
                        <a:rPr lang="pt-BR"/>
                        <a:t>P.W. Atkins &amp; Julio de Paula</a:t>
                      </a:r>
                    </a:p>
                  </a:txBody>
                  <a:tcPr anchor="ctr">
                    <a:lnL>
                      <a:noFill/>
                    </a:lnL>
                    <a:lnR>
                      <a:noFill/>
                    </a:lnR>
                    <a:lnT>
                      <a:noFill/>
                    </a:lnT>
                    <a:lnB>
                      <a:noFill/>
                    </a:lnB>
                    <a:noFill/>
                  </a:tcPr>
                </a:tc>
                <a:tc>
                  <a:txBody>
                    <a:bodyPr/>
                    <a:lstStyle/>
                    <a:p>
                      <a:r>
                        <a:rPr lang="en-IN" i="1"/>
                        <a:t>Physical Chemistry</a:t>
                      </a:r>
                      <a:endParaRPr lang="en-IN"/>
                    </a:p>
                  </a:txBody>
                  <a:tcPr anchor="ctr">
                    <a:lnL>
                      <a:noFill/>
                    </a:lnL>
                    <a:lnR>
                      <a:noFill/>
                    </a:lnR>
                    <a:lnT>
                      <a:noFill/>
                    </a:lnT>
                    <a:lnB>
                      <a:noFill/>
                    </a:lnB>
                    <a:noFill/>
                  </a:tcPr>
                </a:tc>
                <a:tc>
                  <a:txBody>
                    <a:bodyPr/>
                    <a:lstStyle/>
                    <a:p>
                      <a:r>
                        <a:rPr lang="en-IN"/>
                        <a:t>Oxford University Press</a:t>
                      </a:r>
                    </a:p>
                  </a:txBody>
                  <a:tcPr anchor="ctr">
                    <a:lnL>
                      <a:noFill/>
                    </a:lnL>
                    <a:lnR>
                      <a:noFill/>
                    </a:lnR>
                    <a:lnT>
                      <a:noFill/>
                    </a:lnT>
                    <a:lnB>
                      <a:noFill/>
                    </a:lnB>
                    <a:noFill/>
                  </a:tcPr>
                </a:tc>
                <a:tc>
                  <a:txBody>
                    <a:bodyPr/>
                    <a:lstStyle/>
                    <a:p>
                      <a:r>
                        <a:rPr lang="en-IN"/>
                        <a:t>Chapter 19 – Electrochemistry (pp. 670–692)</a:t>
                      </a:r>
                    </a:p>
                  </a:txBody>
                  <a:tcPr anchor="ctr">
                    <a:lnL>
                      <a:noFill/>
                    </a:lnL>
                    <a:lnR>
                      <a:noFill/>
                    </a:lnR>
                    <a:lnT>
                      <a:noFill/>
                    </a:lnT>
                    <a:lnB>
                      <a:noFill/>
                    </a:lnB>
                    <a:noFill/>
                  </a:tcPr>
                </a:tc>
                <a:extLst>
                  <a:ext uri="{0D108BD9-81ED-4DB2-BD59-A6C34878D82A}">
                    <a16:rowId xmlns:a16="http://schemas.microsoft.com/office/drawing/2014/main" val="3693778659"/>
                  </a:ext>
                </a:extLst>
              </a:tr>
              <a:tr h="0">
                <a:tc>
                  <a:txBody>
                    <a:bodyPr/>
                    <a:lstStyle/>
                    <a:p>
                      <a:r>
                        <a:rPr lang="en-IN"/>
                        <a:t>Bahl &amp; Tuli</a:t>
                      </a:r>
                    </a:p>
                  </a:txBody>
                  <a:tcPr anchor="ctr">
                    <a:lnL>
                      <a:noFill/>
                    </a:lnL>
                    <a:lnR>
                      <a:noFill/>
                    </a:lnR>
                    <a:lnT>
                      <a:noFill/>
                    </a:lnT>
                    <a:lnB>
                      <a:noFill/>
                    </a:lnB>
                    <a:noFill/>
                  </a:tcPr>
                </a:tc>
                <a:tc>
                  <a:txBody>
                    <a:bodyPr/>
                    <a:lstStyle/>
                    <a:p>
                      <a:r>
                        <a:rPr lang="en-IN" i="1"/>
                        <a:t>Essentials of Physical Chemistry</a:t>
                      </a:r>
                      <a:endParaRPr lang="en-IN"/>
                    </a:p>
                  </a:txBody>
                  <a:tcPr anchor="ctr">
                    <a:lnL>
                      <a:noFill/>
                    </a:lnL>
                    <a:lnR>
                      <a:noFill/>
                    </a:lnR>
                    <a:lnT>
                      <a:noFill/>
                    </a:lnT>
                    <a:lnB>
                      <a:noFill/>
                    </a:lnB>
                    <a:noFill/>
                  </a:tcPr>
                </a:tc>
                <a:tc>
                  <a:txBody>
                    <a:bodyPr/>
                    <a:lstStyle/>
                    <a:p>
                      <a:r>
                        <a:rPr lang="en-IN"/>
                        <a:t>S. Chand Publishing</a:t>
                      </a:r>
                    </a:p>
                  </a:txBody>
                  <a:tcPr anchor="ctr">
                    <a:lnL>
                      <a:noFill/>
                    </a:lnL>
                    <a:lnR>
                      <a:noFill/>
                    </a:lnR>
                    <a:lnT>
                      <a:noFill/>
                    </a:lnT>
                    <a:lnB>
                      <a:noFill/>
                    </a:lnB>
                    <a:noFill/>
                  </a:tcPr>
                </a:tc>
                <a:tc>
                  <a:txBody>
                    <a:bodyPr/>
                    <a:lstStyle/>
                    <a:p>
                      <a:r>
                        <a:rPr lang="en-US"/>
                        <a:t>Chapter 9 – Batteries and Fuel Cells (pp. 670–690)</a:t>
                      </a:r>
                    </a:p>
                  </a:txBody>
                  <a:tcPr anchor="ctr">
                    <a:lnL>
                      <a:noFill/>
                    </a:lnL>
                    <a:lnR>
                      <a:noFill/>
                    </a:lnR>
                    <a:lnT>
                      <a:noFill/>
                    </a:lnT>
                    <a:lnB>
                      <a:noFill/>
                    </a:lnB>
                    <a:noFill/>
                  </a:tcPr>
                </a:tc>
                <a:extLst>
                  <a:ext uri="{0D108BD9-81ED-4DB2-BD59-A6C34878D82A}">
                    <a16:rowId xmlns:a16="http://schemas.microsoft.com/office/drawing/2014/main" val="1411994591"/>
                  </a:ext>
                </a:extLst>
              </a:tr>
              <a:tr h="0">
                <a:tc>
                  <a:txBody>
                    <a:bodyPr/>
                    <a:lstStyle/>
                    <a:p>
                      <a:r>
                        <a:rPr lang="en-IN"/>
                        <a:t>K.L. Kapoor</a:t>
                      </a:r>
                    </a:p>
                  </a:txBody>
                  <a:tcPr anchor="ctr">
                    <a:lnL>
                      <a:noFill/>
                    </a:lnL>
                    <a:lnR>
                      <a:noFill/>
                    </a:lnR>
                    <a:lnT>
                      <a:noFill/>
                    </a:lnT>
                    <a:lnB>
                      <a:noFill/>
                    </a:lnB>
                    <a:noFill/>
                  </a:tcPr>
                </a:tc>
                <a:tc>
                  <a:txBody>
                    <a:bodyPr/>
                    <a:lstStyle/>
                    <a:p>
                      <a:r>
                        <a:rPr lang="en-IN" i="1"/>
                        <a:t>Electrochemistry &amp; Solutions (Vol. 3)</a:t>
                      </a:r>
                      <a:endParaRPr lang="en-IN"/>
                    </a:p>
                  </a:txBody>
                  <a:tcPr anchor="ctr">
                    <a:lnL>
                      <a:noFill/>
                    </a:lnL>
                    <a:lnR>
                      <a:noFill/>
                    </a:lnR>
                    <a:lnT>
                      <a:noFill/>
                    </a:lnT>
                    <a:lnB>
                      <a:noFill/>
                    </a:lnB>
                    <a:noFill/>
                  </a:tcPr>
                </a:tc>
                <a:tc>
                  <a:txBody>
                    <a:bodyPr/>
                    <a:lstStyle/>
                    <a:p>
                      <a:r>
                        <a:rPr lang="en-IN"/>
                        <a:t>Macmillan India</a:t>
                      </a:r>
                    </a:p>
                  </a:txBody>
                  <a:tcPr anchor="ctr">
                    <a:lnL>
                      <a:noFill/>
                    </a:lnL>
                    <a:lnR>
                      <a:noFill/>
                    </a:lnR>
                    <a:lnT>
                      <a:noFill/>
                    </a:lnT>
                    <a:lnB>
                      <a:noFill/>
                    </a:lnB>
                    <a:noFill/>
                  </a:tcPr>
                </a:tc>
                <a:tc>
                  <a:txBody>
                    <a:bodyPr/>
                    <a:lstStyle/>
                    <a:p>
                      <a:r>
                        <a:rPr lang="en-IN"/>
                        <a:t>Chapter 5 – Batteries (pp. 120–140)</a:t>
                      </a:r>
                    </a:p>
                  </a:txBody>
                  <a:tcPr anchor="ctr">
                    <a:lnL>
                      <a:noFill/>
                    </a:lnL>
                    <a:lnR>
                      <a:noFill/>
                    </a:lnR>
                    <a:lnT>
                      <a:noFill/>
                    </a:lnT>
                    <a:lnB>
                      <a:noFill/>
                    </a:lnB>
                    <a:noFill/>
                  </a:tcPr>
                </a:tc>
                <a:extLst>
                  <a:ext uri="{0D108BD9-81ED-4DB2-BD59-A6C34878D82A}">
                    <a16:rowId xmlns:a16="http://schemas.microsoft.com/office/drawing/2014/main" val="605810824"/>
                  </a:ext>
                </a:extLst>
              </a:tr>
              <a:tr h="0">
                <a:tc>
                  <a:txBody>
                    <a:bodyPr/>
                    <a:lstStyle/>
                    <a:p>
                      <a:r>
                        <a:rPr lang="en-IN"/>
                        <a:t>Sharma &amp; Kaur</a:t>
                      </a:r>
                    </a:p>
                  </a:txBody>
                  <a:tcPr anchor="ctr">
                    <a:lnL>
                      <a:noFill/>
                    </a:lnL>
                    <a:lnR>
                      <a:noFill/>
                    </a:lnR>
                    <a:lnT>
                      <a:noFill/>
                    </a:lnT>
                    <a:lnB>
                      <a:noFill/>
                    </a:lnB>
                    <a:noFill/>
                  </a:tcPr>
                </a:tc>
                <a:tc>
                  <a:txBody>
                    <a:bodyPr/>
                    <a:lstStyle/>
                    <a:p>
                      <a:r>
                        <a:rPr lang="en-IN" i="1"/>
                        <a:t>Physical Chemistry</a:t>
                      </a:r>
                      <a:endParaRPr lang="en-IN"/>
                    </a:p>
                  </a:txBody>
                  <a:tcPr anchor="ctr">
                    <a:lnL>
                      <a:noFill/>
                    </a:lnL>
                    <a:lnR>
                      <a:noFill/>
                    </a:lnR>
                    <a:lnT>
                      <a:noFill/>
                    </a:lnT>
                    <a:lnB>
                      <a:noFill/>
                    </a:lnB>
                    <a:noFill/>
                  </a:tcPr>
                </a:tc>
                <a:tc>
                  <a:txBody>
                    <a:bodyPr/>
                    <a:lstStyle/>
                    <a:p>
                      <a:r>
                        <a:rPr lang="en-IN"/>
                        <a:t>Krishna Prakashan</a:t>
                      </a:r>
                    </a:p>
                  </a:txBody>
                  <a:tcPr anchor="ctr">
                    <a:lnL>
                      <a:noFill/>
                    </a:lnL>
                    <a:lnR>
                      <a:noFill/>
                    </a:lnR>
                    <a:lnT>
                      <a:noFill/>
                    </a:lnT>
                    <a:lnB>
                      <a:noFill/>
                    </a:lnB>
                    <a:noFill/>
                  </a:tcPr>
                </a:tc>
                <a:tc>
                  <a:txBody>
                    <a:bodyPr/>
                    <a:lstStyle/>
                    <a:p>
                      <a:r>
                        <a:rPr lang="en-IN"/>
                        <a:t>Chapter on Batteries</a:t>
                      </a:r>
                    </a:p>
                  </a:txBody>
                  <a:tcPr anchor="ctr">
                    <a:lnL>
                      <a:noFill/>
                    </a:lnL>
                    <a:lnR>
                      <a:noFill/>
                    </a:lnR>
                    <a:lnT>
                      <a:noFill/>
                    </a:lnT>
                    <a:lnB>
                      <a:noFill/>
                    </a:lnB>
                    <a:noFill/>
                  </a:tcPr>
                </a:tc>
                <a:extLst>
                  <a:ext uri="{0D108BD9-81ED-4DB2-BD59-A6C34878D82A}">
                    <a16:rowId xmlns:a16="http://schemas.microsoft.com/office/drawing/2014/main" val="4289466896"/>
                  </a:ext>
                </a:extLst>
              </a:tr>
              <a:tr h="0">
                <a:tc>
                  <a:txBody>
                    <a:bodyPr/>
                    <a:lstStyle/>
                    <a:p>
                      <a:r>
                        <a:rPr lang="en-IN"/>
                        <a:t>Gurdeep Raj</a:t>
                      </a:r>
                    </a:p>
                  </a:txBody>
                  <a:tcPr anchor="ctr">
                    <a:lnL>
                      <a:noFill/>
                    </a:lnL>
                    <a:lnR>
                      <a:noFill/>
                    </a:lnR>
                    <a:lnT>
                      <a:noFill/>
                    </a:lnT>
                    <a:lnB>
                      <a:noFill/>
                    </a:lnB>
                    <a:noFill/>
                  </a:tcPr>
                </a:tc>
                <a:tc>
                  <a:txBody>
                    <a:bodyPr/>
                    <a:lstStyle/>
                    <a:p>
                      <a:r>
                        <a:rPr lang="en-IN" i="1"/>
                        <a:t>Advanced Physical Chemistry</a:t>
                      </a:r>
                      <a:endParaRPr lang="en-IN"/>
                    </a:p>
                  </a:txBody>
                  <a:tcPr anchor="ctr">
                    <a:lnL>
                      <a:noFill/>
                    </a:lnL>
                    <a:lnR>
                      <a:noFill/>
                    </a:lnR>
                    <a:lnT>
                      <a:noFill/>
                    </a:lnT>
                    <a:lnB>
                      <a:noFill/>
                    </a:lnB>
                    <a:noFill/>
                  </a:tcPr>
                </a:tc>
                <a:tc>
                  <a:txBody>
                    <a:bodyPr/>
                    <a:lstStyle/>
                    <a:p>
                      <a:r>
                        <a:rPr lang="en-IN"/>
                        <a:t>Goel Publishing House</a:t>
                      </a:r>
                    </a:p>
                  </a:txBody>
                  <a:tcPr anchor="ctr">
                    <a:lnL>
                      <a:noFill/>
                    </a:lnL>
                    <a:lnR>
                      <a:noFill/>
                    </a:lnR>
                    <a:lnT>
                      <a:noFill/>
                    </a:lnT>
                    <a:lnB>
                      <a:noFill/>
                    </a:lnB>
                    <a:noFill/>
                  </a:tcPr>
                </a:tc>
                <a:tc>
                  <a:txBody>
                    <a:bodyPr/>
                    <a:lstStyle/>
                    <a:p>
                      <a:r>
                        <a:rPr lang="en-US" dirty="0"/>
                        <a:t>Section: Batteries and Storage Cells</a:t>
                      </a:r>
                    </a:p>
                  </a:txBody>
                  <a:tcPr anchor="ctr">
                    <a:lnL>
                      <a:noFill/>
                    </a:lnL>
                    <a:lnR>
                      <a:noFill/>
                    </a:lnR>
                    <a:lnT>
                      <a:noFill/>
                    </a:lnT>
                    <a:lnB>
                      <a:noFill/>
                    </a:lnB>
                    <a:noFill/>
                  </a:tcPr>
                </a:tc>
                <a:extLst>
                  <a:ext uri="{0D108BD9-81ED-4DB2-BD59-A6C34878D82A}">
                    <a16:rowId xmlns:a16="http://schemas.microsoft.com/office/drawing/2014/main" val="3929068763"/>
                  </a:ext>
                </a:extLst>
              </a:tr>
            </a:tbl>
          </a:graphicData>
        </a:graphic>
      </p:graphicFrame>
    </p:spTree>
    <p:extLst>
      <p:ext uri="{BB962C8B-B14F-4D97-AF65-F5344CB8AC3E}">
        <p14:creationId xmlns:p14="http://schemas.microsoft.com/office/powerpoint/2010/main" val="4043514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1296</Words>
  <Application>Microsoft Office PowerPoint</Application>
  <PresentationFormat>Widescreen</PresentationFormat>
  <Paragraphs>190</Paragraphs>
  <Slides>13</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Aptos</vt:lpstr>
      <vt:lpstr>Aptos Display</vt:lpstr>
      <vt:lpstr>Arial</vt:lpstr>
      <vt:lpstr>Calibri</vt:lpstr>
      <vt:lpstr>Söhne</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Divyanshi Mangla</dc:creator>
  <cp:lastModifiedBy>Divyanshi Mangla</cp:lastModifiedBy>
  <cp:revision>1</cp:revision>
  <dcterms:created xsi:type="dcterms:W3CDTF">2025-07-26T06:24:36Z</dcterms:created>
  <dcterms:modified xsi:type="dcterms:W3CDTF">2025-07-26T07:35:54Z</dcterms:modified>
</cp:coreProperties>
</file>