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407" r:id="rId2"/>
    <p:sldId id="408" r:id="rId3"/>
    <p:sldId id="409" r:id="rId4"/>
    <p:sldId id="422" r:id="rId5"/>
    <p:sldId id="261" r:id="rId6"/>
    <p:sldId id="262" r:id="rId7"/>
    <p:sldId id="263" r:id="rId8"/>
    <p:sldId id="264" r:id="rId9"/>
    <p:sldId id="265" r:id="rId10"/>
    <p:sldId id="406" r:id="rId11"/>
    <p:sldId id="42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01AA9C-B03B-412E-A58D-9D6D321AD225}" v="3" dt="2025-07-26T06:21:09.2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79" d="100"/>
          <a:sy n="79" d="100"/>
        </p:scale>
        <p:origin x="93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ivyanshi Mangla" userId="34edbf5d-06d7-4864-825a-181c004d5073" providerId="ADAL" clId="{2501AA9C-B03B-412E-A58D-9D6D321AD225}"/>
    <pc:docChg chg="addSld delSld modSld">
      <pc:chgData name="Dr. Divyanshi Mangla" userId="34edbf5d-06d7-4864-825a-181c004d5073" providerId="ADAL" clId="{2501AA9C-B03B-412E-A58D-9D6D321AD225}" dt="2025-07-26T06:23:42.443" v="79" actId="47"/>
      <pc:docMkLst>
        <pc:docMk/>
      </pc:docMkLst>
      <pc:sldChg chg="modSp mod">
        <pc:chgData name="Dr. Divyanshi Mangla" userId="34edbf5d-06d7-4864-825a-181c004d5073" providerId="ADAL" clId="{2501AA9C-B03B-412E-A58D-9D6D321AD225}" dt="2025-07-26T06:20:34.147" v="67" actId="1076"/>
        <pc:sldMkLst>
          <pc:docMk/>
          <pc:sldMk cId="2898573061" sldId="261"/>
        </pc:sldMkLst>
        <pc:spChg chg="mod">
          <ac:chgData name="Dr. Divyanshi Mangla" userId="34edbf5d-06d7-4864-825a-181c004d5073" providerId="ADAL" clId="{2501AA9C-B03B-412E-A58D-9D6D321AD225}" dt="2025-07-26T06:20:34.147" v="67" actId="1076"/>
          <ac:spMkLst>
            <pc:docMk/>
            <pc:sldMk cId="2898573061" sldId="261"/>
            <ac:spMk id="4" creationId="{7674A031-3B61-C101-EB3A-AF2F618CE293}"/>
          </ac:spMkLst>
        </pc:spChg>
      </pc:sldChg>
      <pc:sldChg chg="del">
        <pc:chgData name="Dr. Divyanshi Mangla" userId="34edbf5d-06d7-4864-825a-181c004d5073" providerId="ADAL" clId="{2501AA9C-B03B-412E-A58D-9D6D321AD225}" dt="2025-07-26T06:18:26.936" v="1" actId="47"/>
        <pc:sldMkLst>
          <pc:docMk/>
          <pc:sldMk cId="1551643713" sldId="395"/>
        </pc:sldMkLst>
      </pc:sldChg>
      <pc:sldChg chg="del">
        <pc:chgData name="Dr. Divyanshi Mangla" userId="34edbf5d-06d7-4864-825a-181c004d5073" providerId="ADAL" clId="{2501AA9C-B03B-412E-A58D-9D6D321AD225}" dt="2025-07-26T06:18:27.977" v="2" actId="47"/>
        <pc:sldMkLst>
          <pc:docMk/>
          <pc:sldMk cId="1839139080" sldId="396"/>
        </pc:sldMkLst>
      </pc:sldChg>
      <pc:sldChg chg="del">
        <pc:chgData name="Dr. Divyanshi Mangla" userId="34edbf5d-06d7-4864-825a-181c004d5073" providerId="ADAL" clId="{2501AA9C-B03B-412E-A58D-9D6D321AD225}" dt="2025-07-26T06:18:28.826" v="3" actId="47"/>
        <pc:sldMkLst>
          <pc:docMk/>
          <pc:sldMk cId="3060683144" sldId="405"/>
        </pc:sldMkLst>
      </pc:sldChg>
      <pc:sldChg chg="modSp add mod">
        <pc:chgData name="Dr. Divyanshi Mangla" userId="34edbf5d-06d7-4864-825a-181c004d5073" providerId="ADAL" clId="{2501AA9C-B03B-412E-A58D-9D6D321AD225}" dt="2025-07-26T06:19:10.633" v="6" actId="20577"/>
        <pc:sldMkLst>
          <pc:docMk/>
          <pc:sldMk cId="1928211412" sldId="407"/>
        </pc:sldMkLst>
        <pc:spChg chg="mod">
          <ac:chgData name="Dr. Divyanshi Mangla" userId="34edbf5d-06d7-4864-825a-181c004d5073" providerId="ADAL" clId="{2501AA9C-B03B-412E-A58D-9D6D321AD225}" dt="2025-07-26T06:19:10.633" v="6" actId="20577"/>
          <ac:spMkLst>
            <pc:docMk/>
            <pc:sldMk cId="1928211412" sldId="407"/>
            <ac:spMk id="4" creationId="{7AE87B50-18B9-D467-F70C-34907A9652C5}"/>
          </ac:spMkLst>
        </pc:spChg>
      </pc:sldChg>
      <pc:sldChg chg="modSp add mod">
        <pc:chgData name="Dr. Divyanshi Mangla" userId="34edbf5d-06d7-4864-825a-181c004d5073" providerId="ADAL" clId="{2501AA9C-B03B-412E-A58D-9D6D321AD225}" dt="2025-07-26T06:19:51.156" v="45" actId="20577"/>
        <pc:sldMkLst>
          <pc:docMk/>
          <pc:sldMk cId="1432231276" sldId="408"/>
        </pc:sldMkLst>
        <pc:spChg chg="mod">
          <ac:chgData name="Dr. Divyanshi Mangla" userId="34edbf5d-06d7-4864-825a-181c004d5073" providerId="ADAL" clId="{2501AA9C-B03B-412E-A58D-9D6D321AD225}" dt="2025-07-26T06:19:51.156" v="45" actId="20577"/>
          <ac:spMkLst>
            <pc:docMk/>
            <pc:sldMk cId="1432231276" sldId="408"/>
            <ac:spMk id="6" creationId="{C7FE91A7-EF64-E9A6-68F4-F6C5EABBEA4A}"/>
          </ac:spMkLst>
        </pc:spChg>
      </pc:sldChg>
      <pc:sldChg chg="modSp add mod">
        <pc:chgData name="Dr. Divyanshi Mangla" userId="34edbf5d-06d7-4864-825a-181c004d5073" providerId="ADAL" clId="{2501AA9C-B03B-412E-A58D-9D6D321AD225}" dt="2025-07-26T06:20:13.773" v="64" actId="20577"/>
        <pc:sldMkLst>
          <pc:docMk/>
          <pc:sldMk cId="1122524147" sldId="409"/>
        </pc:sldMkLst>
        <pc:spChg chg="mod">
          <ac:chgData name="Dr. Divyanshi Mangla" userId="34edbf5d-06d7-4864-825a-181c004d5073" providerId="ADAL" clId="{2501AA9C-B03B-412E-A58D-9D6D321AD225}" dt="2025-07-26T06:20:13.773" v="64" actId="20577"/>
          <ac:spMkLst>
            <pc:docMk/>
            <pc:sldMk cId="1122524147" sldId="409"/>
            <ac:spMk id="6" creationId="{B5C909BE-9726-8848-9A71-19F72CDF3C0E}"/>
          </ac:spMkLst>
        </pc:spChg>
      </pc:sldChg>
      <pc:sldChg chg="add del">
        <pc:chgData name="Dr. Divyanshi Mangla" userId="34edbf5d-06d7-4864-825a-181c004d5073" providerId="ADAL" clId="{2501AA9C-B03B-412E-A58D-9D6D321AD225}" dt="2025-07-26T06:20:24.402" v="65" actId="47"/>
        <pc:sldMkLst>
          <pc:docMk/>
          <pc:sldMk cId="2559325736" sldId="418"/>
        </pc:sldMkLst>
      </pc:sldChg>
      <pc:sldChg chg="add del">
        <pc:chgData name="Dr. Divyanshi Mangla" userId="34edbf5d-06d7-4864-825a-181c004d5073" providerId="ADAL" clId="{2501AA9C-B03B-412E-A58D-9D6D321AD225}" dt="2025-07-26T06:18:47.537" v="4" actId="2696"/>
        <pc:sldMkLst>
          <pc:docMk/>
          <pc:sldMk cId="278459223" sldId="419"/>
        </pc:sldMkLst>
      </pc:sldChg>
      <pc:sldChg chg="add del">
        <pc:chgData name="Dr. Divyanshi Mangla" userId="34edbf5d-06d7-4864-825a-181c004d5073" providerId="ADAL" clId="{2501AA9C-B03B-412E-A58D-9D6D321AD225}" dt="2025-07-26T06:23:40.992" v="78" actId="47"/>
        <pc:sldMkLst>
          <pc:docMk/>
          <pc:sldMk cId="3288325942" sldId="419"/>
        </pc:sldMkLst>
      </pc:sldChg>
      <pc:sldChg chg="add del">
        <pc:chgData name="Dr. Divyanshi Mangla" userId="34edbf5d-06d7-4864-825a-181c004d5073" providerId="ADAL" clId="{2501AA9C-B03B-412E-A58D-9D6D321AD225}" dt="2025-07-26T06:18:47.537" v="4" actId="2696"/>
        <pc:sldMkLst>
          <pc:docMk/>
          <pc:sldMk cId="582118690" sldId="420"/>
        </pc:sldMkLst>
      </pc:sldChg>
      <pc:sldChg chg="add del">
        <pc:chgData name="Dr. Divyanshi Mangla" userId="34edbf5d-06d7-4864-825a-181c004d5073" providerId="ADAL" clId="{2501AA9C-B03B-412E-A58D-9D6D321AD225}" dt="2025-07-26T06:20:54.689" v="68" actId="47"/>
        <pc:sldMkLst>
          <pc:docMk/>
          <pc:sldMk cId="607997766" sldId="420"/>
        </pc:sldMkLst>
      </pc:sldChg>
      <pc:sldChg chg="add del">
        <pc:chgData name="Dr. Divyanshi Mangla" userId="34edbf5d-06d7-4864-825a-181c004d5073" providerId="ADAL" clId="{2501AA9C-B03B-412E-A58D-9D6D321AD225}" dt="2025-07-26T06:18:47.537" v="4" actId="2696"/>
        <pc:sldMkLst>
          <pc:docMk/>
          <pc:sldMk cId="404351408" sldId="421"/>
        </pc:sldMkLst>
      </pc:sldChg>
      <pc:sldChg chg="addSp delSp modSp add mod">
        <pc:chgData name="Dr. Divyanshi Mangla" userId="34edbf5d-06d7-4864-825a-181c004d5073" providerId="ADAL" clId="{2501AA9C-B03B-412E-A58D-9D6D321AD225}" dt="2025-07-26T06:23:20.832" v="77" actId="403"/>
        <pc:sldMkLst>
          <pc:docMk/>
          <pc:sldMk cId="2411364841" sldId="421"/>
        </pc:sldMkLst>
        <pc:spChg chg="del">
          <ac:chgData name="Dr. Divyanshi Mangla" userId="34edbf5d-06d7-4864-825a-181c004d5073" providerId="ADAL" clId="{2501AA9C-B03B-412E-A58D-9D6D321AD225}" dt="2025-07-26T06:21:09.299" v="69" actId="478"/>
          <ac:spMkLst>
            <pc:docMk/>
            <pc:sldMk cId="2411364841" sldId="421"/>
            <ac:spMk id="3" creationId="{4F715DD2-01D3-4E38-DD74-867A29EA8EDA}"/>
          </ac:spMkLst>
        </pc:spChg>
        <pc:spChg chg="del">
          <ac:chgData name="Dr. Divyanshi Mangla" userId="34edbf5d-06d7-4864-825a-181c004d5073" providerId="ADAL" clId="{2501AA9C-B03B-412E-A58D-9D6D321AD225}" dt="2025-07-26T06:21:09.299" v="69" actId="478"/>
          <ac:spMkLst>
            <pc:docMk/>
            <pc:sldMk cId="2411364841" sldId="421"/>
            <ac:spMk id="5" creationId="{5988ED5B-902B-13EA-2A0E-D70626D3BC04}"/>
          </ac:spMkLst>
        </pc:spChg>
        <pc:spChg chg="add mod">
          <ac:chgData name="Dr. Divyanshi Mangla" userId="34edbf5d-06d7-4864-825a-181c004d5073" providerId="ADAL" clId="{2501AA9C-B03B-412E-A58D-9D6D321AD225}" dt="2025-07-26T06:23:20.832" v="77" actId="403"/>
          <ac:spMkLst>
            <pc:docMk/>
            <pc:sldMk cId="2411364841" sldId="421"/>
            <ac:spMk id="6" creationId="{6E9C29C0-131C-C539-6426-9015F1638168}"/>
          </ac:spMkLst>
        </pc:spChg>
        <pc:spChg chg="del">
          <ac:chgData name="Dr. Divyanshi Mangla" userId="34edbf5d-06d7-4864-825a-181c004d5073" providerId="ADAL" clId="{2501AA9C-B03B-412E-A58D-9D6D321AD225}" dt="2025-07-26T06:21:09.299" v="69" actId="478"/>
          <ac:spMkLst>
            <pc:docMk/>
            <pc:sldMk cId="2411364841" sldId="421"/>
            <ac:spMk id="7" creationId="{5D06419B-6AA0-C1F8-DB59-661B62BF6BBC}"/>
          </ac:spMkLst>
        </pc:spChg>
        <pc:spChg chg="del">
          <ac:chgData name="Dr. Divyanshi Mangla" userId="34edbf5d-06d7-4864-825a-181c004d5073" providerId="ADAL" clId="{2501AA9C-B03B-412E-A58D-9D6D321AD225}" dt="2025-07-26T06:21:09.299" v="69" actId="478"/>
          <ac:spMkLst>
            <pc:docMk/>
            <pc:sldMk cId="2411364841" sldId="421"/>
            <ac:spMk id="9" creationId="{592DA7DE-AF92-D521-E0A0-F2ED463E2D3C}"/>
          </ac:spMkLst>
        </pc:spChg>
        <pc:spChg chg="del">
          <ac:chgData name="Dr. Divyanshi Mangla" userId="34edbf5d-06d7-4864-825a-181c004d5073" providerId="ADAL" clId="{2501AA9C-B03B-412E-A58D-9D6D321AD225}" dt="2025-07-26T06:21:09.299" v="69" actId="478"/>
          <ac:spMkLst>
            <pc:docMk/>
            <pc:sldMk cId="2411364841" sldId="421"/>
            <ac:spMk id="11" creationId="{AC382E62-394B-3F62-362E-56D5A5A51307}"/>
          </ac:spMkLst>
        </pc:spChg>
        <pc:spChg chg="del">
          <ac:chgData name="Dr. Divyanshi Mangla" userId="34edbf5d-06d7-4864-825a-181c004d5073" providerId="ADAL" clId="{2501AA9C-B03B-412E-A58D-9D6D321AD225}" dt="2025-07-26T06:21:09.299" v="69" actId="478"/>
          <ac:spMkLst>
            <pc:docMk/>
            <pc:sldMk cId="2411364841" sldId="421"/>
            <ac:spMk id="13" creationId="{65C2F344-EA96-59A3-01F7-B13146385962}"/>
          </ac:spMkLst>
        </pc:spChg>
      </pc:sldChg>
      <pc:sldChg chg="add">
        <pc:chgData name="Dr. Divyanshi Mangla" userId="34edbf5d-06d7-4864-825a-181c004d5073" providerId="ADAL" clId="{2501AA9C-B03B-412E-A58D-9D6D321AD225}" dt="2025-07-26T06:18:19.320" v="0"/>
        <pc:sldMkLst>
          <pc:docMk/>
          <pc:sldMk cId="231369642" sldId="422"/>
        </pc:sldMkLst>
      </pc:sldChg>
      <pc:sldChg chg="add del">
        <pc:chgData name="Dr. Divyanshi Mangla" userId="34edbf5d-06d7-4864-825a-181c004d5073" providerId="ADAL" clId="{2501AA9C-B03B-412E-A58D-9D6D321AD225}" dt="2025-07-26T06:18:47.537" v="4" actId="2696"/>
        <pc:sldMkLst>
          <pc:docMk/>
          <pc:sldMk cId="3461469184" sldId="423"/>
        </pc:sldMkLst>
      </pc:sldChg>
      <pc:sldChg chg="add del">
        <pc:chgData name="Dr. Divyanshi Mangla" userId="34edbf5d-06d7-4864-825a-181c004d5073" providerId="ADAL" clId="{2501AA9C-B03B-412E-A58D-9D6D321AD225}" dt="2025-07-26T06:23:42.443" v="79" actId="47"/>
        <pc:sldMkLst>
          <pc:docMk/>
          <pc:sldMk cId="3747252308" sldId="4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7E3CF7-8343-4E18-84AF-DEE2CBAD9419}" type="datetimeFigureOut">
              <a:rPr lang="en-IN" smtClean="0"/>
              <a:t>26-07-2025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2EA852-28D0-4598-A22F-463BC86E1A9E}" type="slidenum">
              <a:rPr lang="en-IN" smtClean="0"/>
              <a:t>‹#›</a:t>
            </a:fld>
            <a:endParaRPr lang="en-IN"/>
          </a:p>
        </p:txBody>
      </p:sp>
    </p:spTree>
    <p:extLst>
      <p:ext uri="{BB962C8B-B14F-4D97-AF65-F5344CB8AC3E}">
        <p14:creationId xmlns:p14="http://schemas.microsoft.com/office/powerpoint/2010/main" val="2118895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957734-D135-44F6-9EAE-3DBCD6C2823B}" type="slidenum">
              <a:rPr lang="en-IN" smtClean="0"/>
              <a:t>3</a:t>
            </a:fld>
            <a:endParaRPr lang="en-IN"/>
          </a:p>
        </p:txBody>
      </p:sp>
    </p:spTree>
    <p:extLst>
      <p:ext uri="{BB962C8B-B14F-4D97-AF65-F5344CB8AC3E}">
        <p14:creationId xmlns:p14="http://schemas.microsoft.com/office/powerpoint/2010/main" val="3048609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66A1C-8890-F6EE-FA88-CCFD7B436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B296B-425B-80CF-2353-C85FB9542F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E013F8-2700-556B-E8BF-134DA9F6BE2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7624B3B-F227-E980-ABF8-A3F9E2D166A2}"/>
              </a:ext>
            </a:extLst>
          </p:cNvPr>
          <p:cNvSpPr>
            <a:spLocks noGrp="1"/>
          </p:cNvSpPr>
          <p:nvPr>
            <p:ph type="sldNum" sz="quarter" idx="5"/>
          </p:nvPr>
        </p:nvSpPr>
        <p:spPr/>
        <p:txBody>
          <a:bodyPr/>
          <a:lstStyle/>
          <a:p>
            <a:fld id="{6E957734-D135-44F6-9EAE-3DBCD6C2823B}" type="slidenum">
              <a:rPr lang="en-IN" smtClean="0"/>
              <a:t>4</a:t>
            </a:fld>
            <a:endParaRPr lang="en-IN"/>
          </a:p>
        </p:txBody>
      </p:sp>
    </p:spTree>
    <p:extLst>
      <p:ext uri="{BB962C8B-B14F-4D97-AF65-F5344CB8AC3E}">
        <p14:creationId xmlns:p14="http://schemas.microsoft.com/office/powerpoint/2010/main" val="785444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8804-23E0-23EE-6A7E-B230DC87B7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15BA3CE-8FDA-DD81-9F02-1C9FACD138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C50D82-4382-6CAF-4BF5-56363400E974}"/>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5" name="Footer Placeholder 4">
            <a:extLst>
              <a:ext uri="{FF2B5EF4-FFF2-40B4-BE49-F238E27FC236}">
                <a16:creationId xmlns:a16="http://schemas.microsoft.com/office/drawing/2014/main" id="{E51B0DED-3AA6-2EC8-33DD-0098F740D5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AFC127-1486-9596-3C6D-920B814E4D41}"/>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1194992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375EB-DDF1-CE3A-5B54-DF55997AB8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B8EDF2-F349-C01A-133D-9C93358557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85E006-B5B9-1495-9F68-90A4A29F86E0}"/>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5" name="Footer Placeholder 4">
            <a:extLst>
              <a:ext uri="{FF2B5EF4-FFF2-40B4-BE49-F238E27FC236}">
                <a16:creationId xmlns:a16="http://schemas.microsoft.com/office/drawing/2014/main" id="{AE2347F7-F49A-56B8-3708-179623763E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3FF6E4-33FB-49A6-1A42-99931C363897}"/>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1169462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0F084-C157-422B-FDCC-7EC1B81038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1C3A6F-D241-5523-EB0A-F87C452A5C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7BAA8D-14D5-2A1A-1C04-5973BCFFA325}"/>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5" name="Footer Placeholder 4">
            <a:extLst>
              <a:ext uri="{FF2B5EF4-FFF2-40B4-BE49-F238E27FC236}">
                <a16:creationId xmlns:a16="http://schemas.microsoft.com/office/drawing/2014/main" id="{BDD9C87D-7CCC-621D-DFD8-622850D010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47391F-1F9F-E79B-C070-BBC55590F1D2}"/>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936036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631C6-D18A-D2D9-9A12-70EEE421FC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0BD61F-6FD9-D238-FE6C-ACFE01FE8E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ABCA81-5492-11F0-54CD-61F2C83858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522024F-4BF9-94E6-E01B-C4E0B8725FF0}"/>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6" name="Footer Placeholder 5">
            <a:extLst>
              <a:ext uri="{FF2B5EF4-FFF2-40B4-BE49-F238E27FC236}">
                <a16:creationId xmlns:a16="http://schemas.microsoft.com/office/drawing/2014/main" id="{17375FE0-63CA-9BC8-FEF7-93796066AA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70E397-C907-43F7-D130-2870669FADDA}"/>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3778669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7D25-9DBA-C471-A7B6-A84BD9B182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A010BF-E64F-93C4-3C43-6CC42BAF27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91C62E-DBF3-473C-0D72-B8258CCA47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B29E2C-464F-B24A-688F-A700F0E8A5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95C0B-4CEF-20DE-1906-E881CAD5EB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3746A21-C876-D374-40C2-60CE9DC31846}"/>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8" name="Footer Placeholder 7">
            <a:extLst>
              <a:ext uri="{FF2B5EF4-FFF2-40B4-BE49-F238E27FC236}">
                <a16:creationId xmlns:a16="http://schemas.microsoft.com/office/drawing/2014/main" id="{2A29747E-ECBA-1C68-45F8-10B5B8C90A1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3B4E0EB-EB0E-F686-D0DC-38F44775657E}"/>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1491312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E5D6C-1097-B4F1-F594-51FACFD5BC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EA62C4-EB79-0923-91FA-130E3335D802}"/>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4" name="Footer Placeholder 3">
            <a:extLst>
              <a:ext uri="{FF2B5EF4-FFF2-40B4-BE49-F238E27FC236}">
                <a16:creationId xmlns:a16="http://schemas.microsoft.com/office/drawing/2014/main" id="{ED39ADB7-9F69-DD6C-BB5F-865C40A5B0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B2D0CB-6C58-5B22-01D5-90F108E735B8}"/>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2983481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149D75-7A4D-C08C-96D3-525FA25730C1}"/>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3" name="Footer Placeholder 2">
            <a:extLst>
              <a:ext uri="{FF2B5EF4-FFF2-40B4-BE49-F238E27FC236}">
                <a16:creationId xmlns:a16="http://schemas.microsoft.com/office/drawing/2014/main" id="{34D34CF8-8CCE-4589-CEB3-18D78447CB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BEC8875-A5A6-D57A-6E27-34453307C4F2}"/>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919233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EC144-9AEE-393C-112D-FFC501AABE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A59E8F-3D99-2072-512B-95088AE00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6838DE-EFA7-5459-2E7D-F1EFA50FCC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F3BCEC-55C7-E5F2-E3B1-88303685CB24}"/>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6" name="Footer Placeholder 5">
            <a:extLst>
              <a:ext uri="{FF2B5EF4-FFF2-40B4-BE49-F238E27FC236}">
                <a16:creationId xmlns:a16="http://schemas.microsoft.com/office/drawing/2014/main" id="{06815357-D259-9EE8-59BF-9D0F7B35B1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68B605-5867-B2D4-9724-37B04307E08B}"/>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1573498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26C9B-E530-E14D-A0A6-9907A05406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73BC3B-41CE-5320-DDF1-D82ACFC866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0F0B9C-8A21-8997-D626-F6C6410DB1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F738E3-7BF4-4B79-CA7B-3E121BFC80A4}"/>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6" name="Footer Placeholder 5">
            <a:extLst>
              <a:ext uri="{FF2B5EF4-FFF2-40B4-BE49-F238E27FC236}">
                <a16:creationId xmlns:a16="http://schemas.microsoft.com/office/drawing/2014/main" id="{028A9042-FC8B-18BF-4631-D1FE03665C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1362FE-B682-B2B1-967A-3D3F3058DAF3}"/>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370009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F3AB-F7E4-55F0-474F-2F5D10B697C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DCA695-090A-0536-451F-FBF793DC43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FEE5CA-F6A2-3A26-2D91-9A27A7182915}"/>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5" name="Footer Placeholder 4">
            <a:extLst>
              <a:ext uri="{FF2B5EF4-FFF2-40B4-BE49-F238E27FC236}">
                <a16:creationId xmlns:a16="http://schemas.microsoft.com/office/drawing/2014/main" id="{D63F5DF9-A42F-042D-3B9B-B337D043C4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DA6166-3119-D4F9-A42F-2899AED27F60}"/>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2507282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3F3E80-CF27-7AF3-DBE8-F3F9828586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B8917A-EDFD-13E9-EB24-0F85BE8889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A2E648-A586-C6BF-3CC5-9B06DC2055AF}"/>
              </a:ext>
            </a:extLst>
          </p:cNvPr>
          <p:cNvSpPr>
            <a:spLocks noGrp="1"/>
          </p:cNvSpPr>
          <p:nvPr>
            <p:ph type="dt" sz="half" idx="10"/>
          </p:nvPr>
        </p:nvSpPr>
        <p:spPr/>
        <p:txBody>
          <a:bodyPr/>
          <a:lstStyle/>
          <a:p>
            <a:fld id="{13D6B48E-894A-44A0-9AAA-089F9E8E3E0F}" type="datetimeFigureOut">
              <a:rPr lang="en-IN" smtClean="0"/>
              <a:t>26-07-2025</a:t>
            </a:fld>
            <a:endParaRPr lang="en-IN"/>
          </a:p>
        </p:txBody>
      </p:sp>
      <p:sp>
        <p:nvSpPr>
          <p:cNvPr id="5" name="Footer Placeholder 4">
            <a:extLst>
              <a:ext uri="{FF2B5EF4-FFF2-40B4-BE49-F238E27FC236}">
                <a16:creationId xmlns:a16="http://schemas.microsoft.com/office/drawing/2014/main" id="{00FF5500-DB47-8AEB-CFC7-51A970491C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78C925-F2A2-EBD5-9DE0-1893404F1C89}"/>
              </a:ext>
            </a:extLst>
          </p:cNvPr>
          <p:cNvSpPr>
            <a:spLocks noGrp="1"/>
          </p:cNvSpPr>
          <p:nvPr>
            <p:ph type="sldNum" sz="quarter" idx="12"/>
          </p:nvPr>
        </p:nvSpPr>
        <p:spPr/>
        <p:txBody>
          <a:bodyPr/>
          <a:lstStyle/>
          <a:p>
            <a:fld id="{670B8BDA-8A1D-4E39-B98C-F2DAAB827AFF}" type="slidenum">
              <a:rPr lang="en-IN" smtClean="0"/>
              <a:t>‹#›</a:t>
            </a:fld>
            <a:endParaRPr lang="en-IN"/>
          </a:p>
        </p:txBody>
      </p:sp>
    </p:spTree>
    <p:extLst>
      <p:ext uri="{BB962C8B-B14F-4D97-AF65-F5344CB8AC3E}">
        <p14:creationId xmlns:p14="http://schemas.microsoft.com/office/powerpoint/2010/main" val="802727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1443A-4CA3-4B91-9AD5-63E509A6C1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F25F0E-BD12-2D84-9BF7-F184CE7F6A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43CD5E-3C3D-5C84-B27B-0A167F1508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D6B48E-894A-44A0-9AAA-089F9E8E3E0F}" type="datetimeFigureOut">
              <a:rPr lang="en-IN" smtClean="0"/>
              <a:t>26-07-2025</a:t>
            </a:fld>
            <a:endParaRPr lang="en-IN"/>
          </a:p>
        </p:txBody>
      </p:sp>
      <p:sp>
        <p:nvSpPr>
          <p:cNvPr id="5" name="Footer Placeholder 4">
            <a:extLst>
              <a:ext uri="{FF2B5EF4-FFF2-40B4-BE49-F238E27FC236}">
                <a16:creationId xmlns:a16="http://schemas.microsoft.com/office/drawing/2014/main" id="{6A941556-63F7-8A3B-12A6-6FD6D90012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15EF5FB-C877-C700-4623-E137C5C6AD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0B8BDA-8A1D-4E39-B98C-F2DAAB827AFF}" type="slidenum">
              <a:rPr lang="en-IN" smtClean="0"/>
              <a:t>‹#›</a:t>
            </a:fld>
            <a:endParaRPr lang="en-IN"/>
          </a:p>
        </p:txBody>
      </p:sp>
    </p:spTree>
    <p:extLst>
      <p:ext uri="{BB962C8B-B14F-4D97-AF65-F5344CB8AC3E}">
        <p14:creationId xmlns:p14="http://schemas.microsoft.com/office/powerpoint/2010/main" val="1418608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0E1FFC39-993B-BCEA-F84E-9FFC410CCE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294"/>
            <a:ext cx="12192000" cy="6946678"/>
          </a:xfrm>
          <a:prstGeom prst="rect">
            <a:avLst/>
          </a:prstGeom>
        </p:spPr>
      </p:pic>
      <p:pic>
        <p:nvPicPr>
          <p:cNvPr id="1026" name="Picture 2" descr="KR Mangalam Full Form: All Defination - CareerGuide">
            <a:extLst>
              <a:ext uri="{FF2B5EF4-FFF2-40B4-BE49-F238E27FC236}">
                <a16:creationId xmlns:a16="http://schemas.microsoft.com/office/drawing/2014/main" id="{37025CEA-8A22-BAED-A319-F9DDDC3D95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9743" y="134471"/>
            <a:ext cx="5724938" cy="106895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9F80489-0B3E-B6D7-4D23-523CAF0319F8}"/>
              </a:ext>
            </a:extLst>
          </p:cNvPr>
          <p:cNvSpPr txBox="1"/>
          <p:nvPr/>
        </p:nvSpPr>
        <p:spPr>
          <a:xfrm>
            <a:off x="687333" y="1337895"/>
            <a:ext cx="11397091" cy="5262979"/>
          </a:xfrm>
          <a:prstGeom prst="rect">
            <a:avLst/>
          </a:prstGeom>
          <a:noFill/>
        </p:spPr>
        <p:txBody>
          <a:bodyPr wrap="square" rtlCol="0">
            <a:spAutoFit/>
          </a:bodyPr>
          <a:lstStyle/>
          <a:p>
            <a:pPr algn="ct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Subject: Engineering Chemistry</a:t>
            </a:r>
          </a:p>
          <a:p>
            <a:pPr algn="ct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Course Code: ETCH104</a:t>
            </a:r>
          </a:p>
          <a:p>
            <a:pPr algn="ct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Program: B.Tech. CSE (Full Stack/IBM/DS) SEM-I</a:t>
            </a: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highlight>
                <a:srgbClr val="FFFF00"/>
              </a:highlight>
              <a:latin typeface="Times New Roman" panose="02020603050405020304" pitchFamily="18" charset="0"/>
              <a:cs typeface="Times New Roman" panose="02020603050405020304" pitchFamily="18" charset="0"/>
            </a:endParaRPr>
          </a:p>
          <a:p>
            <a:pPr algn="r"/>
            <a:r>
              <a:rPr lang="en-US" sz="2400" b="1" dirty="0">
                <a:latin typeface="Times New Roman" panose="02020603050405020304" pitchFamily="18" charset="0"/>
                <a:cs typeface="Times New Roman" panose="02020603050405020304" pitchFamily="18" charset="0"/>
              </a:rPr>
              <a:t>Faculty Name: Dr. Divyanshi Mangla</a:t>
            </a:r>
          </a:p>
          <a:p>
            <a:pPr algn="r"/>
            <a:r>
              <a:rPr lang="en-US" sz="2400" b="1" dirty="0">
                <a:latin typeface="Times New Roman" panose="02020603050405020304" pitchFamily="18" charset="0"/>
                <a:cs typeface="Times New Roman" panose="02020603050405020304" pitchFamily="18" charset="0"/>
              </a:rPr>
              <a:t>	        (Assistant Professor)</a:t>
            </a:r>
          </a:p>
          <a:p>
            <a:pPr algn="r"/>
            <a:r>
              <a:rPr lang="en-US" sz="2400" b="1" dirty="0">
                <a:latin typeface="Times New Roman" panose="02020603050405020304" pitchFamily="18" charset="0"/>
                <a:cs typeface="Times New Roman" panose="02020603050405020304" pitchFamily="18" charset="0"/>
              </a:rPr>
              <a:t>	         School of Basic and Applied Sciences</a:t>
            </a:r>
            <a:endParaRPr lang="en-IN" sz="24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AE87B50-18B9-D467-F70C-34907A9652C5}"/>
              </a:ext>
            </a:extLst>
          </p:cNvPr>
          <p:cNvSpPr/>
          <p:nvPr/>
        </p:nvSpPr>
        <p:spPr>
          <a:xfrm>
            <a:off x="9609259" y="337200"/>
            <a:ext cx="2527295" cy="523220"/>
          </a:xfrm>
          <a:prstGeom prst="rect">
            <a:avLst/>
          </a:prstGeom>
          <a:noFill/>
        </p:spPr>
        <p:txBody>
          <a:bodyPr wrap="none" lIns="91440" tIns="45720" rIns="91440" bIns="45720">
            <a:spAutoFit/>
          </a:bodyPr>
          <a:lstStyle/>
          <a:p>
            <a:pPr algn="ctr"/>
            <a:r>
              <a:rPr lang="en-US" sz="2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Session no.</a:t>
            </a:r>
            <a:r>
              <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16</a:t>
            </a:r>
            <a:r>
              <a:rPr lang="en-US" sz="2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 </a:t>
            </a:r>
          </a:p>
        </p:txBody>
      </p:sp>
    </p:spTree>
    <p:extLst>
      <p:ext uri="{BB962C8B-B14F-4D97-AF65-F5344CB8AC3E}">
        <p14:creationId xmlns:p14="http://schemas.microsoft.com/office/powerpoint/2010/main" val="1928211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4C842B31-BC89-43EA-A6A3-FF6F9B5AF7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1999" cy="6885384"/>
          </a:xfrm>
          <a:prstGeom prst="rect">
            <a:avLst/>
          </a:prstGeom>
        </p:spPr>
      </p:pic>
      <p:sp>
        <p:nvSpPr>
          <p:cNvPr id="3" name="Rectangle 1">
            <a:extLst>
              <a:ext uri="{FF2B5EF4-FFF2-40B4-BE49-F238E27FC236}">
                <a16:creationId xmlns:a16="http://schemas.microsoft.com/office/drawing/2014/main" id="{7B7E1E9C-F82F-8470-62C4-87CA738BCF27}"/>
              </a:ext>
            </a:extLst>
          </p:cNvPr>
          <p:cNvSpPr>
            <a:spLocks noChangeArrowheads="1"/>
          </p:cNvSpPr>
          <p:nvPr/>
        </p:nvSpPr>
        <p:spPr bwMode="auto">
          <a:xfrm>
            <a:off x="179512" y="72725"/>
            <a:ext cx="3269613" cy="742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nSpc>
                <a:spcPct val="150000"/>
              </a:lnSpc>
              <a:buSzPct val="25000"/>
            </a:pPr>
            <a:r>
              <a:rPr lang="en-US"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rPr>
              <a:t>Table of Contents</a:t>
            </a:r>
            <a:endParaRPr lang="en-IN"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A413B30A-3576-FCBF-3170-78045AB53FA0}"/>
              </a:ext>
            </a:extLst>
          </p:cNvPr>
          <p:cNvCxnSpPr/>
          <p:nvPr/>
        </p:nvCxnSpPr>
        <p:spPr>
          <a:xfrm>
            <a:off x="-1" y="1061448"/>
            <a:ext cx="12161520"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84175348-F07F-139B-210A-51B3F331B9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7FE91A7-EF64-E9A6-68F4-F6C5EABBEA4A}"/>
              </a:ext>
            </a:extLst>
          </p:cNvPr>
          <p:cNvSpPr txBox="1"/>
          <p:nvPr/>
        </p:nvSpPr>
        <p:spPr>
          <a:xfrm>
            <a:off x="216824" y="1464003"/>
            <a:ext cx="8712968" cy="3089564"/>
          </a:xfrm>
          <a:prstGeom prst="rect">
            <a:avLst/>
          </a:prstGeom>
          <a:noFill/>
        </p:spPr>
        <p:txBody>
          <a:bodyPr wrap="square" rtlCol="0">
            <a:spAutoFit/>
          </a:bodyPr>
          <a:lstStyle/>
          <a:p>
            <a:pPr marL="285750" lvl="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Arial"/>
              </a:rPr>
              <a:t>Pre-requisite</a:t>
            </a:r>
          </a:p>
          <a:p>
            <a:pPr marL="285750" lvl="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Arial"/>
              </a:rPr>
              <a:t>Electrode Potential and Cell Representation</a:t>
            </a:r>
          </a:p>
          <a:p>
            <a:pPr marL="285750" lvl="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Arial"/>
              </a:rPr>
              <a:t>Quiz</a:t>
            </a:r>
          </a:p>
          <a:p>
            <a:pPr marL="285750" lvl="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Arial"/>
              </a:rPr>
              <a:t>Support Material</a:t>
            </a:r>
          </a:p>
          <a:p>
            <a:pPr marL="285750" indent="-285750">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2231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50A75B56-6F80-3714-8E55-BEAF8ED13B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1999" cy="6885384"/>
          </a:xfrm>
          <a:prstGeom prst="rect">
            <a:avLst/>
          </a:prstGeom>
        </p:spPr>
      </p:pic>
      <p:sp>
        <p:nvSpPr>
          <p:cNvPr id="3" name="Rectangle 1">
            <a:extLst>
              <a:ext uri="{FF2B5EF4-FFF2-40B4-BE49-F238E27FC236}">
                <a16:creationId xmlns:a16="http://schemas.microsoft.com/office/drawing/2014/main" id="{33055022-1F6C-2E8A-ABFF-26A7CE7743B9}"/>
              </a:ext>
            </a:extLst>
          </p:cNvPr>
          <p:cNvSpPr>
            <a:spLocks noChangeArrowheads="1"/>
          </p:cNvSpPr>
          <p:nvPr/>
        </p:nvSpPr>
        <p:spPr bwMode="auto">
          <a:xfrm>
            <a:off x="179512" y="151593"/>
            <a:ext cx="244926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rPr>
              <a:t>Pre-requisite</a:t>
            </a:r>
            <a:endParaRPr lang="en-IN"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30BEF448-A9CF-5D4F-DFF2-F58D1C6D31C4}"/>
              </a:ext>
            </a:extLst>
          </p:cNvPr>
          <p:cNvCxnSpPr>
            <a:cxnSpLocks/>
          </p:cNvCxnSpPr>
          <p:nvPr/>
        </p:nvCxnSpPr>
        <p:spPr>
          <a:xfrm flipV="1">
            <a:off x="0" y="986118"/>
            <a:ext cx="12120282" cy="7533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E94267F-7B74-501B-513A-8C37E3133C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5C909BE-9726-8848-9A71-19F72CDF3C0E}"/>
              </a:ext>
            </a:extLst>
          </p:cNvPr>
          <p:cNvSpPr txBox="1"/>
          <p:nvPr/>
        </p:nvSpPr>
        <p:spPr>
          <a:xfrm>
            <a:off x="179512" y="1315453"/>
            <a:ext cx="6405921" cy="1384995"/>
          </a:xfrm>
          <a:prstGeom prst="rect">
            <a:avLst/>
          </a:prstGeom>
          <a:noFill/>
        </p:spPr>
        <p:txBody>
          <a:bodyPr wrap="none" rtlCol="0">
            <a:spAutoFit/>
          </a:bodyPr>
          <a:lstStyle/>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Basic knowledge of Class 12</a:t>
            </a:r>
            <a:r>
              <a:rPr lang="en-IN" sz="2800" baseline="30000" dirty="0">
                <a:latin typeface="Times New Roman" panose="02020603050405020304" pitchFamily="18" charset="0"/>
                <a:cs typeface="Times New Roman" panose="02020603050405020304" pitchFamily="18" charset="0"/>
              </a:rPr>
              <a:t>th</a:t>
            </a:r>
            <a:r>
              <a:rPr lang="en-IN" sz="2800" dirty="0">
                <a:latin typeface="Times New Roman" panose="02020603050405020304" pitchFamily="18" charset="0"/>
                <a:cs typeface="Times New Roman" panose="02020603050405020304" pitchFamily="18" charset="0"/>
              </a:rPr>
              <a:t> Chemistry</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Electrode potential</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Cell Representation</a:t>
            </a:r>
          </a:p>
        </p:txBody>
      </p:sp>
    </p:spTree>
    <p:extLst>
      <p:ext uri="{BB962C8B-B14F-4D97-AF65-F5344CB8AC3E}">
        <p14:creationId xmlns:p14="http://schemas.microsoft.com/office/powerpoint/2010/main" val="1122524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88DB8-7C92-7F49-3D09-50F65EBBE409}"/>
            </a:ext>
          </a:extLst>
        </p:cNvPr>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75DEDB5F-922C-0E11-8257-EA991DFB30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1999" cy="6885384"/>
          </a:xfrm>
          <a:prstGeom prst="rect">
            <a:avLst/>
          </a:prstGeom>
        </p:spPr>
      </p:pic>
      <p:sp>
        <p:nvSpPr>
          <p:cNvPr id="3" name="Rectangle 1">
            <a:extLst>
              <a:ext uri="{FF2B5EF4-FFF2-40B4-BE49-F238E27FC236}">
                <a16:creationId xmlns:a16="http://schemas.microsoft.com/office/drawing/2014/main" id="{B2C0260C-356D-0020-5C6D-47A867034064}"/>
              </a:ext>
            </a:extLst>
          </p:cNvPr>
          <p:cNvSpPr>
            <a:spLocks noChangeArrowheads="1"/>
          </p:cNvSpPr>
          <p:nvPr/>
        </p:nvSpPr>
        <p:spPr bwMode="auto">
          <a:xfrm>
            <a:off x="179512" y="151593"/>
            <a:ext cx="32976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rPr>
              <a:t>Course Outcomes</a:t>
            </a:r>
            <a:endParaRPr lang="en-IN"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AEF56155-D7E6-3EFF-D12D-BA82436D6512}"/>
              </a:ext>
            </a:extLst>
          </p:cNvPr>
          <p:cNvCxnSpPr>
            <a:cxnSpLocks/>
          </p:cNvCxnSpPr>
          <p:nvPr/>
        </p:nvCxnSpPr>
        <p:spPr>
          <a:xfrm flipV="1">
            <a:off x="0" y="986118"/>
            <a:ext cx="12120282" cy="7533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4648CF18-377B-7EF4-EFE6-0C161A5A0B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graphicFrame>
        <p:nvGraphicFramePr>
          <p:cNvPr id="7" name="Table 6">
            <a:extLst>
              <a:ext uri="{FF2B5EF4-FFF2-40B4-BE49-F238E27FC236}">
                <a16:creationId xmlns:a16="http://schemas.microsoft.com/office/drawing/2014/main" id="{2B6AA9A4-869F-76C2-E9CD-EFAC3EF71EAF}"/>
              </a:ext>
            </a:extLst>
          </p:cNvPr>
          <p:cNvGraphicFramePr>
            <a:graphicFrameLocks noGrp="1"/>
          </p:cNvGraphicFramePr>
          <p:nvPr/>
        </p:nvGraphicFramePr>
        <p:xfrm>
          <a:off x="912405" y="2371058"/>
          <a:ext cx="10441394" cy="2270314"/>
        </p:xfrm>
        <a:graphic>
          <a:graphicData uri="http://schemas.openxmlformats.org/drawingml/2006/table">
            <a:tbl>
              <a:tblPr firstRow="1" firstCol="1" lastRow="1" lastCol="1" bandRow="1" bandCol="1">
                <a:tableStyleId>{2D5ABB26-0587-4C30-8999-92F81FD0307C}</a:tableStyleId>
              </a:tblPr>
              <a:tblGrid>
                <a:gridCol w="1323969">
                  <a:extLst>
                    <a:ext uri="{9D8B030D-6E8A-4147-A177-3AD203B41FA5}">
                      <a16:colId xmlns:a16="http://schemas.microsoft.com/office/drawing/2014/main" val="1078813254"/>
                    </a:ext>
                  </a:extLst>
                </a:gridCol>
                <a:gridCol w="6661609">
                  <a:extLst>
                    <a:ext uri="{9D8B030D-6E8A-4147-A177-3AD203B41FA5}">
                      <a16:colId xmlns:a16="http://schemas.microsoft.com/office/drawing/2014/main" val="1198884536"/>
                    </a:ext>
                  </a:extLst>
                </a:gridCol>
                <a:gridCol w="2455816">
                  <a:extLst>
                    <a:ext uri="{9D8B030D-6E8A-4147-A177-3AD203B41FA5}">
                      <a16:colId xmlns:a16="http://schemas.microsoft.com/office/drawing/2014/main" val="2626532432"/>
                    </a:ext>
                  </a:extLst>
                </a:gridCol>
              </a:tblGrid>
              <a:tr h="648661">
                <a:tc>
                  <a:txBody>
                    <a:bodyPr/>
                    <a:lstStyle/>
                    <a:p>
                      <a:pPr marL="9525" algn="ctr">
                        <a:lnSpc>
                          <a:spcPts val="1285"/>
                        </a:lnSpc>
                        <a:spcBef>
                          <a:spcPts val="5"/>
                        </a:spcBef>
                        <a:buNone/>
                      </a:pPr>
                      <a:r>
                        <a:rPr lang="en-IN" sz="1200">
                          <a:effectLst/>
                          <a:latin typeface="Times New Roman" panose="02020603050405020304" pitchFamily="18" charset="0"/>
                          <a:cs typeface="Times New Roman" panose="02020603050405020304" pitchFamily="18" charset="0"/>
                        </a:rPr>
                        <a:t>CO1</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6195" marR="36195">
                        <a:buNone/>
                      </a:pPr>
                      <a:r>
                        <a:rPr lang="en-US" sz="1200" dirty="0">
                          <a:effectLst/>
                          <a:latin typeface="Times New Roman" panose="02020603050405020304" pitchFamily="18" charset="0"/>
                          <a:cs typeface="Times New Roman" panose="02020603050405020304" pitchFamily="18" charset="0"/>
                        </a:rPr>
                        <a:t>Understand the methods for water hardness and the basics of boiler water treatment and analyze fuel calorific values and battery.</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1200" dirty="0">
                          <a:effectLst/>
                          <a:latin typeface="Times New Roman" panose="02020603050405020304" pitchFamily="18" charset="0"/>
                          <a:cs typeface="Times New Roman" panose="02020603050405020304" pitchFamily="18" charset="0"/>
                        </a:rPr>
                        <a:t>BTL2</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645412386"/>
                  </a:ext>
                </a:extLst>
              </a:tr>
              <a:tr h="324331">
                <a:tc>
                  <a:txBody>
                    <a:bodyPr/>
                    <a:lstStyle/>
                    <a:p>
                      <a:pPr marL="9525" algn="ctr">
                        <a:lnSpc>
                          <a:spcPts val="1290"/>
                        </a:lnSpc>
                        <a:buNone/>
                      </a:pPr>
                      <a:r>
                        <a:rPr lang="en-IN" sz="1200">
                          <a:effectLst/>
                          <a:latin typeface="Times New Roman" panose="02020603050405020304" pitchFamily="18" charset="0"/>
                          <a:cs typeface="Times New Roman" panose="02020603050405020304" pitchFamily="18" charset="0"/>
                        </a:rPr>
                        <a:t>CO2</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6195" marR="36195">
                        <a:buNone/>
                      </a:pPr>
                      <a:r>
                        <a:rPr lang="en-US" sz="1200">
                          <a:effectLst/>
                          <a:latin typeface="Times New Roman" panose="02020603050405020304" pitchFamily="18" charset="0"/>
                          <a:cs typeface="Times New Roman" panose="02020603050405020304" pitchFamily="18" charset="0"/>
                        </a:rPr>
                        <a:t>Explain the characteristics and working principles of different battery types and types of fuels. </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1200">
                          <a:effectLst/>
                          <a:latin typeface="Times New Roman" panose="02020603050405020304" pitchFamily="18" charset="0"/>
                          <a:cs typeface="Times New Roman" panose="02020603050405020304" pitchFamily="18" charset="0"/>
                        </a:rPr>
                        <a:t>BTL2</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423707397"/>
                  </a:ext>
                </a:extLst>
              </a:tr>
              <a:tr h="648661">
                <a:tc>
                  <a:txBody>
                    <a:bodyPr/>
                    <a:lstStyle/>
                    <a:p>
                      <a:pPr marL="9525" algn="ctr">
                        <a:lnSpc>
                          <a:spcPts val="1265"/>
                        </a:lnSpc>
                        <a:buNone/>
                      </a:pPr>
                      <a:r>
                        <a:rPr lang="en-IN" sz="1200">
                          <a:effectLst/>
                          <a:latin typeface="Times New Roman" panose="02020603050405020304" pitchFamily="18" charset="0"/>
                          <a:cs typeface="Times New Roman" panose="02020603050405020304" pitchFamily="18" charset="0"/>
                        </a:rPr>
                        <a:t>CO3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6195" marR="36195">
                        <a:buNone/>
                      </a:pPr>
                      <a:r>
                        <a:rPr lang="en-US" sz="1200">
                          <a:effectLst/>
                          <a:latin typeface="Times New Roman" panose="02020603050405020304" pitchFamily="18" charset="0"/>
                          <a:cs typeface="Times New Roman" panose="02020603050405020304" pitchFamily="18" charset="0"/>
                        </a:rPr>
                        <a:t>Determine the differences between batteries and fuel cells and classify fuel cell types based on their components.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1200">
                          <a:effectLst/>
                          <a:latin typeface="Times New Roman" panose="02020603050405020304" pitchFamily="18" charset="0"/>
                          <a:cs typeface="Times New Roman" panose="02020603050405020304" pitchFamily="18" charset="0"/>
                        </a:rPr>
                        <a:t>BTL4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777939504"/>
                  </a:ext>
                </a:extLst>
              </a:tr>
              <a:tr h="648661">
                <a:tc>
                  <a:txBody>
                    <a:bodyPr/>
                    <a:lstStyle/>
                    <a:p>
                      <a:pPr marL="9525" algn="ctr">
                        <a:lnSpc>
                          <a:spcPts val="1290"/>
                        </a:lnSpc>
                        <a:buNone/>
                      </a:pPr>
                      <a:r>
                        <a:rPr lang="en-IN" sz="1200">
                          <a:effectLst/>
                          <a:latin typeface="Times New Roman" panose="02020603050405020304" pitchFamily="18" charset="0"/>
                          <a:cs typeface="Times New Roman" panose="02020603050405020304" pitchFamily="18" charset="0"/>
                        </a:rPr>
                        <a:t>CO4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6195" marR="36195">
                        <a:buNone/>
                      </a:pPr>
                      <a:r>
                        <a:rPr lang="en-US" sz="1200">
                          <a:effectLst/>
                          <a:latin typeface="Times New Roman" panose="02020603050405020304" pitchFamily="18" charset="0"/>
                          <a:cs typeface="Times New Roman" panose="02020603050405020304" pitchFamily="18" charset="0"/>
                        </a:rPr>
                        <a:t>Identify between hard and soft water, solve the related numerical problems on water purification and emf and its significance in industry and daily life.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1200" dirty="0">
                          <a:effectLst/>
                          <a:latin typeface="Times New Roman" panose="02020603050405020304" pitchFamily="18" charset="0"/>
                          <a:cs typeface="Times New Roman" panose="02020603050405020304" pitchFamily="18" charset="0"/>
                        </a:rPr>
                        <a:t>BTL3</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431406658"/>
                  </a:ext>
                </a:extLst>
              </a:tr>
            </a:tbl>
          </a:graphicData>
        </a:graphic>
      </p:graphicFrame>
    </p:spTree>
    <p:extLst>
      <p:ext uri="{BB962C8B-B14F-4D97-AF65-F5344CB8AC3E}">
        <p14:creationId xmlns:p14="http://schemas.microsoft.com/office/powerpoint/2010/main" val="231369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1FFCDFAF-5033-7B1A-4F5C-024CA8AF8C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25" y="0"/>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674A031-3B61-C101-EB3A-AF2F618CE293}"/>
              </a:ext>
            </a:extLst>
          </p:cNvPr>
          <p:cNvSpPr txBox="1"/>
          <p:nvPr/>
        </p:nvSpPr>
        <p:spPr>
          <a:xfrm>
            <a:off x="685799" y="1433946"/>
            <a:ext cx="10248329" cy="4344779"/>
          </a:xfrm>
          <a:prstGeom prst="rect">
            <a:avLst/>
          </a:prstGeom>
          <a:noFill/>
        </p:spPr>
        <p:txBody>
          <a:bodyPr wrap="square">
            <a:spAutoFit/>
          </a:bodyPr>
          <a:lstStyle/>
          <a:p>
            <a:pPr algn="just"/>
            <a:r>
              <a:rPr lang="en-US" sz="2000" b="1" i="0" dirty="0">
                <a:solidFill>
                  <a:srgbClr val="000000"/>
                </a:solidFill>
                <a:effectLst/>
                <a:latin typeface="Open Sans" panose="020B0606030504020204" pitchFamily="34" charset="0"/>
              </a:rPr>
              <a:t>Standard Electrode Potential</a:t>
            </a:r>
          </a:p>
          <a:p>
            <a:pPr algn="just">
              <a:spcBef>
                <a:spcPts val="750"/>
              </a:spcBef>
              <a:spcAft>
                <a:spcPts val="2250"/>
              </a:spcAft>
            </a:pPr>
            <a:r>
              <a:rPr lang="en-US" b="0" i="0" dirty="0">
                <a:effectLst/>
                <a:latin typeface="Minion Pro"/>
              </a:rPr>
              <a:t>The potential related to each electrode refers to elected potential. If the species concentration participating in the electrode reaction is unity and the reaction occurs at 298 K, then the potential of the electrode refers to as Standard Electrode Potential (E</a:t>
            </a:r>
            <a:r>
              <a:rPr lang="en-US" b="0" i="0" baseline="30000" dirty="0">
                <a:effectLst/>
                <a:latin typeface="Minion Pro"/>
              </a:rPr>
              <a:t>0</a:t>
            </a:r>
            <a:r>
              <a:rPr lang="en-US" b="0" i="0" dirty="0">
                <a:effectLst/>
                <a:latin typeface="Minion Pro"/>
              </a:rPr>
              <a:t>). The electrode reaction is at unity when any gas participating in the particular electrode reaction is approximately 1 atmospheric pressure.</a:t>
            </a:r>
          </a:p>
          <a:p>
            <a:pPr algn="just">
              <a:spcBef>
                <a:spcPts val="750"/>
              </a:spcBef>
              <a:spcAft>
                <a:spcPts val="2250"/>
              </a:spcAft>
            </a:pPr>
            <a:r>
              <a:rPr lang="en-US" b="0" i="0" dirty="0">
                <a:effectLst/>
                <a:latin typeface="Minion Pro"/>
              </a:rPr>
              <a:t>Considering the case of the convention, the standard electrode potential (E</a:t>
            </a:r>
            <a:r>
              <a:rPr lang="en-US" b="0" i="0" baseline="30000" dirty="0">
                <a:effectLst/>
                <a:latin typeface="Minion Pro"/>
              </a:rPr>
              <a:t>0</a:t>
            </a:r>
            <a:r>
              <a:rPr lang="en-US" b="0" i="0" dirty="0">
                <a:effectLst/>
                <a:latin typeface="Minion Pro"/>
              </a:rPr>
              <a:t>) of hydrogen gas is 0.00 volts. The electrode potential value of a particular electrode process indicates the measure of the relative tendency of any active species in the process to remain in its redox form.</a:t>
            </a:r>
          </a:p>
          <a:p>
            <a:pPr algn="just">
              <a:spcBef>
                <a:spcPts val="750"/>
              </a:spcBef>
              <a:spcAft>
                <a:spcPts val="2250"/>
              </a:spcAft>
            </a:pPr>
            <a:r>
              <a:rPr lang="en-US" b="0" i="0" dirty="0">
                <a:effectLst/>
                <a:latin typeface="Minion Pro"/>
              </a:rPr>
              <a:t>If the value of standard electrode potential is negative, this signifies the redox couple is the stronger reducing agent in comparison to H</a:t>
            </a:r>
            <a:r>
              <a:rPr lang="en-US" b="0" i="0" baseline="30000" dirty="0">
                <a:effectLst/>
                <a:latin typeface="Minion Pro"/>
              </a:rPr>
              <a:t>+</a:t>
            </a:r>
            <a:r>
              <a:rPr lang="en-US" b="0" i="0" dirty="0">
                <a:effectLst/>
                <a:latin typeface="Minion Pro"/>
              </a:rPr>
              <a:t> /H</a:t>
            </a:r>
            <a:r>
              <a:rPr lang="en-US" b="0" i="0" baseline="-25000" dirty="0">
                <a:effectLst/>
                <a:latin typeface="Minion Pro"/>
              </a:rPr>
              <a:t>2</a:t>
            </a:r>
            <a:r>
              <a:rPr lang="en-US" b="0" i="0" dirty="0">
                <a:effectLst/>
                <a:latin typeface="Minion Pro"/>
              </a:rPr>
              <a:t> couple. Similarly, a positive standard electrode potential signifies that the redox couple is a weaker reducing agent in comparison to H</a:t>
            </a:r>
            <a:r>
              <a:rPr lang="en-US" b="0" i="0" baseline="30000" dirty="0">
                <a:effectLst/>
                <a:latin typeface="Minion Pro"/>
              </a:rPr>
              <a:t>+</a:t>
            </a:r>
            <a:r>
              <a:rPr lang="en-US" b="0" i="0" dirty="0">
                <a:effectLst/>
                <a:latin typeface="Minion Pro"/>
              </a:rPr>
              <a:t> /H</a:t>
            </a:r>
            <a:r>
              <a:rPr lang="en-US" b="0" i="0" baseline="-25000" dirty="0">
                <a:effectLst/>
                <a:latin typeface="Minion Pro"/>
              </a:rPr>
              <a:t>2</a:t>
            </a:r>
            <a:r>
              <a:rPr lang="en-US" b="0" i="0" dirty="0">
                <a:effectLst/>
                <a:latin typeface="Minion Pro"/>
              </a:rPr>
              <a:t> couple. There is a specific table of standard electrode potential or electrode potential at 298 K.</a:t>
            </a:r>
          </a:p>
        </p:txBody>
      </p:sp>
    </p:spTree>
    <p:extLst>
      <p:ext uri="{BB962C8B-B14F-4D97-AF65-F5344CB8AC3E}">
        <p14:creationId xmlns:p14="http://schemas.microsoft.com/office/powerpoint/2010/main" val="2898573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2BDBA-525C-FADE-EE8F-001B0A66D476}"/>
            </a:ext>
          </a:extLst>
        </p:cNvPr>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AED79206-E579-EE57-EEEB-996C5216F1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25" y="0"/>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CAF27F3-73EA-9B6C-2649-6DFDE38B9F3F}"/>
              </a:ext>
            </a:extLst>
          </p:cNvPr>
          <p:cNvSpPr txBox="1"/>
          <p:nvPr/>
        </p:nvSpPr>
        <p:spPr>
          <a:xfrm>
            <a:off x="382967" y="996157"/>
            <a:ext cx="10475089" cy="5080878"/>
          </a:xfrm>
          <a:prstGeom prst="rect">
            <a:avLst/>
          </a:prstGeom>
          <a:noFill/>
        </p:spPr>
        <p:txBody>
          <a:bodyPr wrap="square">
            <a:spAutoFit/>
          </a:bodyPr>
          <a:lstStyle/>
          <a:p>
            <a:pPr algn="l"/>
            <a:r>
              <a:rPr lang="en-US" sz="2000" b="1" i="0" dirty="0">
                <a:solidFill>
                  <a:srgbClr val="000000"/>
                </a:solidFill>
                <a:effectLst/>
                <a:latin typeface="Open Sans" panose="020B0606030504020204" pitchFamily="34" charset="0"/>
              </a:rPr>
              <a:t>Calculation of Electrode Potential</a:t>
            </a:r>
          </a:p>
          <a:p>
            <a:pPr algn="l"/>
            <a:endParaRPr lang="en-US" sz="2000" b="1" dirty="0">
              <a:solidFill>
                <a:srgbClr val="000000"/>
              </a:solidFill>
              <a:latin typeface="Open Sans" panose="020B0606030504020204" pitchFamily="34" charset="0"/>
            </a:endParaRPr>
          </a:p>
          <a:p>
            <a:pPr algn="l"/>
            <a:endParaRPr lang="en-US" sz="2000" b="1" i="0" dirty="0">
              <a:solidFill>
                <a:srgbClr val="000000"/>
              </a:solidFill>
              <a:effectLst/>
              <a:latin typeface="Open Sans" panose="020B0606030504020204" pitchFamily="34" charset="0"/>
            </a:endParaRPr>
          </a:p>
          <a:p>
            <a:pPr algn="l">
              <a:spcBef>
                <a:spcPts val="750"/>
              </a:spcBef>
              <a:spcAft>
                <a:spcPts val="2250"/>
              </a:spcAft>
            </a:pPr>
            <a:r>
              <a:rPr lang="en-US" b="0" i="0" dirty="0">
                <a:effectLst/>
                <a:latin typeface="Minion Pro"/>
              </a:rPr>
              <a:t>The formula for calculation of electrode potential is,</a:t>
            </a:r>
          </a:p>
          <a:p>
            <a:pPr algn="ctr">
              <a:spcBef>
                <a:spcPts val="750"/>
              </a:spcBef>
              <a:spcAft>
                <a:spcPts val="2250"/>
              </a:spcAft>
            </a:pPr>
            <a:r>
              <a:rPr lang="en-US" b="0" i="0" dirty="0">
                <a:effectLst/>
                <a:latin typeface="Minion Pro"/>
              </a:rPr>
              <a:t>E</a:t>
            </a:r>
            <a:r>
              <a:rPr lang="en-US" b="0" i="0" baseline="30000" dirty="0">
                <a:effectLst/>
                <a:latin typeface="Minion Pro"/>
              </a:rPr>
              <a:t>0</a:t>
            </a:r>
            <a:r>
              <a:rPr lang="en-US" b="0" i="0" baseline="-25000" dirty="0">
                <a:effectLst/>
                <a:latin typeface="Minion Pro"/>
              </a:rPr>
              <a:t>cell</a:t>
            </a:r>
            <a:r>
              <a:rPr lang="en-US" b="0" i="0" dirty="0">
                <a:effectLst/>
                <a:latin typeface="Minion Pro"/>
              </a:rPr>
              <a:t> = E</a:t>
            </a:r>
            <a:r>
              <a:rPr lang="en-US" b="0" i="0" baseline="30000" dirty="0">
                <a:effectLst/>
                <a:latin typeface="Minion Pro"/>
              </a:rPr>
              <a:t>0</a:t>
            </a:r>
            <a:r>
              <a:rPr lang="en-US" b="0" i="0" baseline="-25000" dirty="0">
                <a:effectLst/>
                <a:latin typeface="Minion Pro"/>
              </a:rPr>
              <a:t>red</a:t>
            </a:r>
            <a:r>
              <a:rPr lang="en-US" b="0" i="0" dirty="0">
                <a:effectLst/>
                <a:latin typeface="Minion Pro"/>
              </a:rPr>
              <a:t> − E</a:t>
            </a:r>
            <a:r>
              <a:rPr lang="en-US" b="0" i="0" baseline="30000" dirty="0">
                <a:effectLst/>
                <a:latin typeface="Minion Pro"/>
              </a:rPr>
              <a:t>0</a:t>
            </a:r>
            <a:r>
              <a:rPr lang="en-US" b="0" i="0" baseline="-25000" dirty="0">
                <a:effectLst/>
                <a:latin typeface="Minion Pro"/>
              </a:rPr>
              <a:t>oxid</a:t>
            </a:r>
          </a:p>
          <a:p>
            <a:pPr algn="just">
              <a:spcBef>
                <a:spcPts val="750"/>
              </a:spcBef>
              <a:spcAft>
                <a:spcPts val="2250"/>
              </a:spcAft>
            </a:pPr>
            <a:r>
              <a:rPr lang="en-US" b="0" i="0" dirty="0">
                <a:effectLst/>
                <a:latin typeface="Minion Pro"/>
              </a:rPr>
              <a:t>We can follow the above-given link for the standard electrode potential table for the determination of reactions that will take place and for the determination of standard cell potential for any number of combinations of two half-cells. This process will not even require an actual construction of the cell.</a:t>
            </a:r>
          </a:p>
          <a:p>
            <a:pPr algn="just">
              <a:spcBef>
                <a:spcPts val="750"/>
              </a:spcBef>
              <a:spcAft>
                <a:spcPts val="2250"/>
              </a:spcAft>
            </a:pPr>
            <a:r>
              <a:rPr lang="en-US" b="0" i="0" dirty="0">
                <a:effectLst/>
                <a:latin typeface="Minion Pro"/>
              </a:rPr>
              <a:t>The half-cell having the higher reduction potential as per the table will undergo reduction process in the particular cell. Similarly, the half-cell having lower reduction potential will undergo oxidation process inside the particular cell. Following the specifications, the determination of overall cell potential is possible. It will always be a positive value otherwise the redox reaction will not be spontaneous. The negative cell potential indicates that the reaction will be spontaneous but in reverse direction.</a:t>
            </a:r>
          </a:p>
        </p:txBody>
      </p:sp>
    </p:spTree>
    <p:extLst>
      <p:ext uri="{BB962C8B-B14F-4D97-AF65-F5344CB8AC3E}">
        <p14:creationId xmlns:p14="http://schemas.microsoft.com/office/powerpoint/2010/main" val="2364268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BCFDA-4BAA-A6A7-F8A3-E6BD5A0EF9CA}"/>
            </a:ext>
          </a:extLst>
        </p:cNvPr>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61FD2A6C-E1E3-89A1-A8C3-AC527FBF1A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25" y="0"/>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FBE25CE-2F0D-7320-5C97-36756D33046A}"/>
              </a:ext>
            </a:extLst>
          </p:cNvPr>
          <p:cNvSpPr txBox="1"/>
          <p:nvPr/>
        </p:nvSpPr>
        <p:spPr>
          <a:xfrm>
            <a:off x="613458" y="636609"/>
            <a:ext cx="10012102" cy="5221942"/>
          </a:xfrm>
          <a:prstGeom prst="rect">
            <a:avLst/>
          </a:prstGeom>
          <a:noFill/>
        </p:spPr>
        <p:txBody>
          <a:bodyPr wrap="square">
            <a:spAutoFit/>
          </a:bodyPr>
          <a:lstStyle/>
          <a:p>
            <a:pPr algn="ctr">
              <a:spcBef>
                <a:spcPts val="750"/>
              </a:spcBef>
              <a:spcAft>
                <a:spcPts val="2250"/>
              </a:spcAft>
            </a:pPr>
            <a:r>
              <a:rPr lang="en-US" b="1" i="0" dirty="0">
                <a:effectLst/>
                <a:latin typeface="Minion Pro"/>
              </a:rPr>
              <a:t>Practice Question</a:t>
            </a:r>
          </a:p>
          <a:p>
            <a:pPr algn="l">
              <a:spcBef>
                <a:spcPts val="750"/>
              </a:spcBef>
              <a:spcAft>
                <a:spcPts val="2250"/>
              </a:spcAft>
            </a:pPr>
            <a:r>
              <a:rPr lang="en-US" b="0" i="0" dirty="0">
                <a:effectLst/>
                <a:latin typeface="Minion Pro"/>
              </a:rPr>
              <a:t>Q: By using the value of standard electrode potential, determine whether a reaction is possible in the below-mentioned species.</a:t>
            </a:r>
          </a:p>
          <a:p>
            <a:pPr algn="l">
              <a:spcAft>
                <a:spcPts val="1050"/>
              </a:spcAft>
              <a:buFont typeface="Arial" panose="020B0604020202020204" pitchFamily="34" charset="0"/>
              <a:buChar char="•"/>
            </a:pPr>
            <a:r>
              <a:rPr lang="en-US" b="0" i="0" dirty="0">
                <a:solidFill>
                  <a:srgbClr val="0B0B0B"/>
                </a:solidFill>
                <a:effectLst/>
                <a:latin typeface="Minion Pro"/>
              </a:rPr>
              <a:t>Fe</a:t>
            </a:r>
            <a:r>
              <a:rPr lang="en-US" b="0" i="0" baseline="30000" dirty="0">
                <a:solidFill>
                  <a:srgbClr val="0B0B0B"/>
                </a:solidFill>
                <a:effectLst/>
                <a:latin typeface="Minion Pro"/>
              </a:rPr>
              <a:t>3+</a:t>
            </a:r>
            <a:r>
              <a:rPr lang="en-US" b="0" i="0" dirty="0">
                <a:solidFill>
                  <a:srgbClr val="0B0B0B"/>
                </a:solidFill>
                <a:effectLst/>
                <a:latin typeface="Minion Pro"/>
              </a:rPr>
              <a:t>(</a:t>
            </a:r>
            <a:r>
              <a:rPr lang="en-US" b="0" i="0" dirty="0" err="1">
                <a:solidFill>
                  <a:srgbClr val="0B0B0B"/>
                </a:solidFill>
                <a:effectLst/>
                <a:latin typeface="Minion Pro"/>
              </a:rPr>
              <a:t>aq</a:t>
            </a:r>
            <a:r>
              <a:rPr lang="en-US" b="0" i="0" dirty="0">
                <a:solidFill>
                  <a:srgbClr val="0B0B0B"/>
                </a:solidFill>
                <a:effectLst/>
                <a:latin typeface="Minion Pro"/>
              </a:rPr>
              <a:t>) and I</a:t>
            </a:r>
            <a:r>
              <a:rPr lang="en-US" b="0" i="0" baseline="30000" dirty="0">
                <a:solidFill>
                  <a:srgbClr val="0B0B0B"/>
                </a:solidFill>
                <a:effectLst/>
                <a:latin typeface="Minion Pro"/>
              </a:rPr>
              <a:t>−</a:t>
            </a:r>
            <a:r>
              <a:rPr lang="en-US" b="0" i="0" dirty="0">
                <a:solidFill>
                  <a:srgbClr val="0B0B0B"/>
                </a:solidFill>
                <a:effectLst/>
                <a:latin typeface="Minion Pro"/>
              </a:rPr>
              <a:t>(</a:t>
            </a:r>
            <a:r>
              <a:rPr lang="en-US" b="0" i="0" dirty="0" err="1">
                <a:solidFill>
                  <a:srgbClr val="0B0B0B"/>
                </a:solidFill>
                <a:effectLst/>
                <a:latin typeface="Minion Pro"/>
              </a:rPr>
              <a:t>aq</a:t>
            </a:r>
            <a:r>
              <a:rPr lang="en-US" b="0" i="0" dirty="0">
                <a:solidFill>
                  <a:srgbClr val="0B0B0B"/>
                </a:solidFill>
                <a:effectLst/>
                <a:latin typeface="Minion Pro"/>
              </a:rPr>
              <a:t>)</a:t>
            </a:r>
          </a:p>
          <a:p>
            <a:pPr algn="l">
              <a:spcAft>
                <a:spcPts val="1050"/>
              </a:spcAft>
              <a:buFont typeface="Arial" panose="020B0604020202020204" pitchFamily="34" charset="0"/>
              <a:buChar char="•"/>
            </a:pPr>
            <a:r>
              <a:rPr lang="en-US" b="0" i="0" dirty="0">
                <a:solidFill>
                  <a:srgbClr val="0B0B0B"/>
                </a:solidFill>
                <a:effectLst/>
                <a:latin typeface="Minion Pro"/>
              </a:rPr>
              <a:t>Fe</a:t>
            </a:r>
            <a:r>
              <a:rPr lang="en-US" b="0" i="0" baseline="30000" dirty="0">
                <a:solidFill>
                  <a:srgbClr val="0B0B0B"/>
                </a:solidFill>
                <a:effectLst/>
                <a:latin typeface="Minion Pro"/>
              </a:rPr>
              <a:t>3+</a:t>
            </a:r>
            <a:r>
              <a:rPr lang="en-US" b="0" i="0" dirty="0">
                <a:solidFill>
                  <a:srgbClr val="0B0B0B"/>
                </a:solidFill>
                <a:effectLst/>
                <a:latin typeface="Minion Pro"/>
              </a:rPr>
              <a:t> (</a:t>
            </a:r>
            <a:r>
              <a:rPr lang="en-US" b="0" i="0" dirty="0" err="1">
                <a:solidFill>
                  <a:srgbClr val="0B0B0B"/>
                </a:solidFill>
                <a:effectLst/>
                <a:latin typeface="Minion Pro"/>
              </a:rPr>
              <a:t>aq</a:t>
            </a:r>
            <a:r>
              <a:rPr lang="en-US" b="0" i="0" dirty="0">
                <a:solidFill>
                  <a:srgbClr val="0B0B0B"/>
                </a:solidFill>
                <a:effectLst/>
                <a:latin typeface="Minion Pro"/>
              </a:rPr>
              <a:t>) and Br</a:t>
            </a:r>
            <a:r>
              <a:rPr lang="en-US" b="0" i="0" baseline="30000" dirty="0">
                <a:solidFill>
                  <a:srgbClr val="0B0B0B"/>
                </a:solidFill>
                <a:effectLst/>
                <a:latin typeface="Minion Pro"/>
              </a:rPr>
              <a:t>−</a:t>
            </a:r>
            <a:r>
              <a:rPr lang="en-US" b="0" i="0" dirty="0">
                <a:solidFill>
                  <a:srgbClr val="0B0B0B"/>
                </a:solidFill>
                <a:effectLst/>
                <a:latin typeface="Minion Pro"/>
              </a:rPr>
              <a:t>(</a:t>
            </a:r>
            <a:r>
              <a:rPr lang="en-US" b="0" i="0" dirty="0" err="1">
                <a:solidFill>
                  <a:srgbClr val="0B0B0B"/>
                </a:solidFill>
                <a:effectLst/>
                <a:latin typeface="Minion Pro"/>
              </a:rPr>
              <a:t>aq</a:t>
            </a:r>
            <a:r>
              <a:rPr lang="en-US" b="0" i="0" dirty="0">
                <a:solidFill>
                  <a:srgbClr val="0B0B0B"/>
                </a:solidFill>
                <a:effectLst/>
                <a:latin typeface="Minion Pro"/>
              </a:rPr>
              <a:t>)</a:t>
            </a:r>
          </a:p>
          <a:p>
            <a:pPr algn="l">
              <a:spcAft>
                <a:spcPts val="2250"/>
              </a:spcAft>
              <a:buFont typeface="Arial" panose="020B0604020202020204" pitchFamily="34" charset="0"/>
              <a:buChar char="•"/>
            </a:pPr>
            <a:r>
              <a:rPr lang="en-US" b="0" i="0" dirty="0">
                <a:solidFill>
                  <a:srgbClr val="0B0B0B"/>
                </a:solidFill>
                <a:effectLst/>
                <a:latin typeface="Minion Pro"/>
              </a:rPr>
              <a:t>Br</a:t>
            </a:r>
            <a:r>
              <a:rPr lang="en-US" b="0" i="0" baseline="-25000" dirty="0">
                <a:solidFill>
                  <a:srgbClr val="0B0B0B"/>
                </a:solidFill>
                <a:effectLst/>
                <a:latin typeface="Minion Pro"/>
              </a:rPr>
              <a:t>2</a:t>
            </a:r>
            <a:r>
              <a:rPr lang="en-US" b="0" i="0" dirty="0">
                <a:solidFill>
                  <a:srgbClr val="0B0B0B"/>
                </a:solidFill>
                <a:effectLst/>
                <a:latin typeface="Minion Pro"/>
              </a:rPr>
              <a:t> (</a:t>
            </a:r>
            <a:r>
              <a:rPr lang="en-US" b="0" i="0" dirty="0" err="1">
                <a:solidFill>
                  <a:srgbClr val="0B0B0B"/>
                </a:solidFill>
                <a:effectLst/>
                <a:latin typeface="Minion Pro"/>
              </a:rPr>
              <a:t>aq</a:t>
            </a:r>
            <a:r>
              <a:rPr lang="en-US" b="0" i="0" dirty="0">
                <a:solidFill>
                  <a:srgbClr val="0B0B0B"/>
                </a:solidFill>
                <a:effectLst/>
                <a:latin typeface="Minion Pro"/>
              </a:rPr>
              <a:t>) and Fe</a:t>
            </a:r>
            <a:r>
              <a:rPr lang="en-US" b="0" i="0" baseline="30000" dirty="0">
                <a:solidFill>
                  <a:srgbClr val="0B0B0B"/>
                </a:solidFill>
                <a:effectLst/>
                <a:latin typeface="Minion Pro"/>
              </a:rPr>
              <a:t>2+</a:t>
            </a:r>
            <a:r>
              <a:rPr lang="en-US" b="0" i="0" dirty="0">
                <a:solidFill>
                  <a:srgbClr val="0B0B0B"/>
                </a:solidFill>
                <a:effectLst/>
                <a:latin typeface="Minion Pro"/>
              </a:rPr>
              <a:t> (</a:t>
            </a:r>
            <a:r>
              <a:rPr lang="en-US" b="0" i="0" dirty="0" err="1">
                <a:solidFill>
                  <a:srgbClr val="0B0B0B"/>
                </a:solidFill>
                <a:effectLst/>
                <a:latin typeface="Minion Pro"/>
              </a:rPr>
              <a:t>aq</a:t>
            </a:r>
            <a:r>
              <a:rPr lang="en-US" b="0" i="0" dirty="0">
                <a:solidFill>
                  <a:srgbClr val="0B0B0B"/>
                </a:solidFill>
                <a:effectLst/>
                <a:latin typeface="Minion Pro"/>
              </a:rPr>
              <a:t>)</a:t>
            </a:r>
          </a:p>
          <a:p>
            <a:pPr algn="l">
              <a:spcAft>
                <a:spcPts val="2250"/>
              </a:spcAft>
            </a:pPr>
            <a:r>
              <a:rPr lang="en-US" b="0" i="0" dirty="0">
                <a:solidFill>
                  <a:srgbClr val="0B0B0B"/>
                </a:solidFill>
                <a:effectLst/>
                <a:latin typeface="Minion Pro"/>
              </a:rPr>
              <a:t>Given:</a:t>
            </a:r>
          </a:p>
          <a:p>
            <a:pPr>
              <a:spcBef>
                <a:spcPts val="750"/>
              </a:spcBef>
              <a:spcAft>
                <a:spcPts val="2250"/>
              </a:spcAft>
            </a:pPr>
            <a:r>
              <a:rPr lang="en-IN" b="0" i="0" dirty="0">
                <a:effectLst/>
                <a:latin typeface="Minion Pro"/>
              </a:rPr>
              <a:t>2Fe</a:t>
            </a:r>
            <a:r>
              <a:rPr lang="en-IN" b="0" i="0" baseline="30000" dirty="0">
                <a:effectLst/>
                <a:latin typeface="Minion Pro"/>
              </a:rPr>
              <a:t>3+</a:t>
            </a:r>
            <a:r>
              <a:rPr lang="en-IN" b="0" i="0" dirty="0">
                <a:effectLst/>
                <a:latin typeface="Minion Pro"/>
              </a:rPr>
              <a:t> +  2e</a:t>
            </a:r>
            <a:r>
              <a:rPr lang="en-IN" b="0" i="0" baseline="30000" dirty="0">
                <a:effectLst/>
                <a:latin typeface="Minion Pro"/>
              </a:rPr>
              <a:t>–</a:t>
            </a:r>
            <a:r>
              <a:rPr lang="en-IN" b="0" i="0" dirty="0">
                <a:effectLst/>
                <a:latin typeface="Minion Pro"/>
              </a:rPr>
              <a:t> →   2Fe</a:t>
            </a:r>
            <a:r>
              <a:rPr lang="en-IN" b="0" i="0" baseline="30000" dirty="0">
                <a:effectLst/>
                <a:latin typeface="Minion Pro"/>
              </a:rPr>
              <a:t>+2</a:t>
            </a:r>
            <a:r>
              <a:rPr lang="en-IN" b="0" i="0" dirty="0">
                <a:effectLst/>
                <a:latin typeface="Minion Pro"/>
              </a:rPr>
              <a:t> (</a:t>
            </a:r>
            <a:r>
              <a:rPr lang="en-IN" b="0" i="0" dirty="0" err="1">
                <a:effectLst/>
                <a:latin typeface="Minion Pro"/>
              </a:rPr>
              <a:t>E</a:t>
            </a:r>
            <a:r>
              <a:rPr lang="en-IN" b="0" i="0" baseline="30000" dirty="0" err="1">
                <a:effectLst/>
                <a:latin typeface="Minion Pro"/>
              </a:rPr>
              <a:t>o</a:t>
            </a:r>
            <a:r>
              <a:rPr lang="en-IN" b="0" i="0" dirty="0">
                <a:effectLst/>
                <a:latin typeface="Minion Pro"/>
              </a:rPr>
              <a:t>) = +0.77 V</a:t>
            </a:r>
          </a:p>
          <a:p>
            <a:pPr>
              <a:spcBef>
                <a:spcPts val="750"/>
              </a:spcBef>
              <a:spcAft>
                <a:spcPts val="2250"/>
              </a:spcAft>
            </a:pPr>
            <a:r>
              <a:rPr lang="en-IN" b="0" i="0" dirty="0">
                <a:effectLst/>
                <a:latin typeface="Minion Pro"/>
              </a:rPr>
              <a:t>2I</a:t>
            </a:r>
            <a:r>
              <a:rPr lang="en-IN" b="0" i="0" baseline="30000" dirty="0">
                <a:effectLst/>
                <a:latin typeface="Minion Pro"/>
              </a:rPr>
              <a:t>–</a:t>
            </a:r>
            <a:r>
              <a:rPr lang="en-IN" b="0" i="0" dirty="0">
                <a:effectLst/>
                <a:latin typeface="Minion Pro"/>
              </a:rPr>
              <a:t> →   I</a:t>
            </a:r>
            <a:r>
              <a:rPr lang="en-IN" b="0" i="0" baseline="-25000" dirty="0">
                <a:effectLst/>
                <a:latin typeface="Minion Pro"/>
              </a:rPr>
              <a:t>2</a:t>
            </a:r>
            <a:r>
              <a:rPr lang="en-IN" b="0" i="0" dirty="0">
                <a:effectLst/>
                <a:latin typeface="Minion Pro"/>
              </a:rPr>
              <a:t> + 2e</a:t>
            </a:r>
            <a:r>
              <a:rPr lang="en-IN" b="0" i="0" baseline="30000" dirty="0">
                <a:effectLst/>
                <a:latin typeface="Minion Pro"/>
              </a:rPr>
              <a:t>–</a:t>
            </a:r>
            <a:r>
              <a:rPr lang="en-IN" b="0" i="0" dirty="0">
                <a:effectLst/>
                <a:latin typeface="Minion Pro"/>
              </a:rPr>
              <a:t>  (</a:t>
            </a:r>
            <a:r>
              <a:rPr lang="en-IN" b="0" i="0" dirty="0" err="1">
                <a:effectLst/>
                <a:latin typeface="Minion Pro"/>
              </a:rPr>
              <a:t>E</a:t>
            </a:r>
            <a:r>
              <a:rPr lang="en-IN" b="0" i="0" baseline="30000" dirty="0" err="1">
                <a:effectLst/>
                <a:latin typeface="Minion Pro"/>
              </a:rPr>
              <a:t>o</a:t>
            </a:r>
            <a:r>
              <a:rPr lang="en-IN" b="0" i="0" dirty="0">
                <a:effectLst/>
                <a:latin typeface="Minion Pro"/>
              </a:rPr>
              <a:t>) = -0.54 V</a:t>
            </a:r>
          </a:p>
          <a:p>
            <a:pPr algn="l">
              <a:spcAft>
                <a:spcPts val="2250"/>
              </a:spcAft>
            </a:pPr>
            <a:r>
              <a:rPr lang="en-IN" b="0" i="0" dirty="0">
                <a:effectLst/>
                <a:latin typeface="Minion Pro"/>
              </a:rPr>
              <a:t>2Br</a:t>
            </a:r>
            <a:r>
              <a:rPr lang="en-IN" b="0" i="0" baseline="30000" dirty="0">
                <a:effectLst/>
                <a:latin typeface="Minion Pro"/>
              </a:rPr>
              <a:t>–</a:t>
            </a:r>
            <a:r>
              <a:rPr lang="en-IN" b="0" i="0" dirty="0">
                <a:effectLst/>
                <a:latin typeface="Minion Pro"/>
              </a:rPr>
              <a:t>  →   Br</a:t>
            </a:r>
            <a:r>
              <a:rPr lang="en-IN" b="0" i="0" baseline="-25000" dirty="0">
                <a:effectLst/>
                <a:latin typeface="Minion Pro"/>
              </a:rPr>
              <a:t>2</a:t>
            </a:r>
            <a:r>
              <a:rPr lang="en-IN" b="0" i="0" dirty="0">
                <a:effectLst/>
                <a:latin typeface="Minion Pro"/>
              </a:rPr>
              <a:t> + 2e</a:t>
            </a:r>
            <a:r>
              <a:rPr lang="en-IN" b="0" i="0" baseline="30000" dirty="0">
                <a:effectLst/>
                <a:latin typeface="Minion Pro"/>
              </a:rPr>
              <a:t>–</a:t>
            </a:r>
            <a:r>
              <a:rPr lang="en-IN" b="0" i="0" dirty="0">
                <a:effectLst/>
                <a:latin typeface="Minion Pro"/>
              </a:rPr>
              <a:t> (</a:t>
            </a:r>
            <a:r>
              <a:rPr lang="en-IN" b="0" i="0" dirty="0" err="1">
                <a:effectLst/>
                <a:latin typeface="Minion Pro"/>
              </a:rPr>
              <a:t>E</a:t>
            </a:r>
            <a:r>
              <a:rPr lang="en-IN" b="0" i="0" baseline="30000" dirty="0" err="1">
                <a:effectLst/>
                <a:latin typeface="Minion Pro"/>
              </a:rPr>
              <a:t>o</a:t>
            </a:r>
            <a:r>
              <a:rPr lang="en-IN" b="0" i="0" dirty="0">
                <a:effectLst/>
                <a:latin typeface="Minion Pro"/>
              </a:rPr>
              <a:t>) =  –1.09 V</a:t>
            </a:r>
            <a:endParaRPr lang="en-US" b="0" i="0" dirty="0">
              <a:solidFill>
                <a:srgbClr val="0B0B0B"/>
              </a:solidFill>
              <a:effectLst/>
              <a:latin typeface="Minion Pro"/>
            </a:endParaRPr>
          </a:p>
        </p:txBody>
      </p:sp>
    </p:spTree>
    <p:extLst>
      <p:ext uri="{BB962C8B-B14F-4D97-AF65-F5344CB8AC3E}">
        <p14:creationId xmlns:p14="http://schemas.microsoft.com/office/powerpoint/2010/main" val="2382380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FFF4E-2ACA-4C65-4201-B94ADAFC8279}"/>
            </a:ext>
          </a:extLst>
        </p:cNvPr>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C121C000-F5F1-3B02-F966-FD2FB7D0EA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25" y="0"/>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1D78C81-1BDD-C068-CB30-21AAB8C974A4}"/>
              </a:ext>
            </a:extLst>
          </p:cNvPr>
          <p:cNvSpPr txBox="1"/>
          <p:nvPr/>
        </p:nvSpPr>
        <p:spPr>
          <a:xfrm>
            <a:off x="427721" y="1271831"/>
            <a:ext cx="11151363" cy="4778231"/>
          </a:xfrm>
          <a:prstGeom prst="rect">
            <a:avLst/>
          </a:prstGeom>
          <a:noFill/>
        </p:spPr>
        <p:txBody>
          <a:bodyPr wrap="square">
            <a:spAutoFit/>
          </a:bodyPr>
          <a:lstStyle/>
          <a:p>
            <a:pPr algn="l">
              <a:spcBef>
                <a:spcPts val="750"/>
              </a:spcBef>
              <a:spcAft>
                <a:spcPts val="2250"/>
              </a:spcAft>
            </a:pPr>
            <a:r>
              <a:rPr lang="en-US" sz="2000" b="1" i="0" dirty="0">
                <a:solidFill>
                  <a:srgbClr val="FF0000"/>
                </a:solidFill>
                <a:effectLst/>
                <a:latin typeface="Minion Pro"/>
              </a:rPr>
              <a:t>Solution:</a:t>
            </a:r>
            <a:r>
              <a:rPr lang="en-US" b="0" i="0" dirty="0">
                <a:effectLst/>
                <a:latin typeface="Minion Pro"/>
              </a:rPr>
              <a:t> </a:t>
            </a:r>
          </a:p>
          <a:p>
            <a:pPr algn="just">
              <a:spcBef>
                <a:spcPts val="750"/>
              </a:spcBef>
              <a:spcAft>
                <a:spcPts val="2250"/>
              </a:spcAft>
            </a:pPr>
            <a:r>
              <a:rPr lang="en-US" b="0" i="0" dirty="0">
                <a:effectLst/>
                <a:latin typeface="Minion Pro"/>
              </a:rPr>
              <a:t>For a reaction to be feasible, E</a:t>
            </a:r>
            <a:r>
              <a:rPr lang="en-US" b="0" i="0" baseline="30000" dirty="0">
                <a:effectLst/>
                <a:latin typeface="Minion Pro"/>
              </a:rPr>
              <a:t>o </a:t>
            </a:r>
            <a:r>
              <a:rPr lang="en-US" b="0" i="0" dirty="0">
                <a:effectLst/>
                <a:latin typeface="Minion Pro"/>
              </a:rPr>
              <a:t>cell will always be positive. We know that, ∆</a:t>
            </a:r>
            <a:r>
              <a:rPr lang="en-US" b="0" i="0" baseline="-25000" dirty="0">
                <a:effectLst/>
                <a:latin typeface="Minion Pro"/>
              </a:rPr>
              <a:t>r</a:t>
            </a:r>
            <a:r>
              <a:rPr lang="en-US" b="0" i="0" dirty="0">
                <a:effectLst/>
                <a:latin typeface="Minion Pro"/>
              </a:rPr>
              <a:t>G</a:t>
            </a:r>
            <a:r>
              <a:rPr lang="en-US" b="0" i="0" baseline="30000" dirty="0">
                <a:effectLst/>
                <a:latin typeface="Minion Pro"/>
              </a:rPr>
              <a:t>θ</a:t>
            </a:r>
            <a:r>
              <a:rPr lang="en-US" b="0" i="0" dirty="0">
                <a:effectLst/>
                <a:latin typeface="Minion Pro"/>
              </a:rPr>
              <a:t> &lt; 0 and ∆</a:t>
            </a:r>
            <a:r>
              <a:rPr lang="en-US" b="0" i="0" baseline="-25000" dirty="0">
                <a:effectLst/>
                <a:latin typeface="Minion Pro"/>
              </a:rPr>
              <a:t>r</a:t>
            </a:r>
            <a:r>
              <a:rPr lang="en-US" b="0" i="0" dirty="0">
                <a:effectLst/>
                <a:latin typeface="Minion Pro"/>
              </a:rPr>
              <a:t>G</a:t>
            </a:r>
            <a:r>
              <a:rPr lang="en-US" b="0" i="0" baseline="30000" dirty="0">
                <a:effectLst/>
                <a:latin typeface="Minion Pro"/>
              </a:rPr>
              <a:t>θ</a:t>
            </a:r>
            <a:r>
              <a:rPr lang="en-US" b="0" i="0" dirty="0">
                <a:effectLst/>
                <a:latin typeface="Minion Pro"/>
              </a:rPr>
              <a:t> = –nFE</a:t>
            </a:r>
            <a:r>
              <a:rPr lang="en-US" b="0" i="0" baseline="30000" dirty="0">
                <a:effectLst/>
                <a:latin typeface="Minion Pro"/>
              </a:rPr>
              <a:t>o </a:t>
            </a:r>
            <a:r>
              <a:rPr lang="en-US" b="0" i="0" dirty="0">
                <a:effectLst/>
                <a:latin typeface="Minion Pro"/>
              </a:rPr>
              <a:t>cell. Therefore, –nFE</a:t>
            </a:r>
            <a:r>
              <a:rPr lang="en-US" b="0" i="0" baseline="30000" dirty="0">
                <a:effectLst/>
                <a:latin typeface="Minion Pro"/>
              </a:rPr>
              <a:t>o </a:t>
            </a:r>
            <a:r>
              <a:rPr lang="en-US" b="0" i="0" dirty="0">
                <a:effectLst/>
                <a:latin typeface="Minion Pro"/>
              </a:rPr>
              <a:t>cell &lt; 0. In the given formula, n and F are positive values. Thus, –E</a:t>
            </a:r>
            <a:r>
              <a:rPr lang="en-US" b="0" i="0" baseline="30000" dirty="0">
                <a:effectLst/>
                <a:latin typeface="Minion Pro"/>
              </a:rPr>
              <a:t>o </a:t>
            </a:r>
            <a:r>
              <a:rPr lang="en-US" b="0" i="0" dirty="0">
                <a:effectLst/>
                <a:latin typeface="Minion Pro"/>
              </a:rPr>
              <a:t>cell &lt; 0. Changing the sign on the equation we get, E</a:t>
            </a:r>
            <a:r>
              <a:rPr lang="en-US" b="0" i="0" baseline="30000" dirty="0">
                <a:effectLst/>
                <a:latin typeface="Minion Pro"/>
              </a:rPr>
              <a:t>o </a:t>
            </a:r>
            <a:r>
              <a:rPr lang="en-US" b="0" i="0" dirty="0">
                <a:effectLst/>
                <a:latin typeface="Minion Pro"/>
              </a:rPr>
              <a:t>cell &gt; 0. Hence,  E</a:t>
            </a:r>
            <a:r>
              <a:rPr lang="en-US" b="0" i="0" baseline="30000" dirty="0">
                <a:effectLst/>
                <a:latin typeface="Minion Pro"/>
              </a:rPr>
              <a:t>o </a:t>
            </a:r>
            <a:r>
              <a:rPr lang="en-US" b="0" i="0" dirty="0">
                <a:effectLst/>
                <a:latin typeface="Minion Pro"/>
              </a:rPr>
              <a:t>cell will always be positive in the case of a feasible reaction.</a:t>
            </a:r>
          </a:p>
          <a:p>
            <a:pPr algn="just">
              <a:spcAft>
                <a:spcPts val="2250"/>
              </a:spcAft>
              <a:buFont typeface="Arial" panose="020B0604020202020204" pitchFamily="34" charset="0"/>
              <a:buChar char="•"/>
            </a:pPr>
            <a:r>
              <a:rPr lang="en-US" b="1" i="0" dirty="0">
                <a:solidFill>
                  <a:srgbClr val="0B0B0B"/>
                </a:solidFill>
                <a:effectLst/>
                <a:latin typeface="Minion Pro"/>
              </a:rPr>
              <a:t>Fe</a:t>
            </a:r>
            <a:r>
              <a:rPr lang="en-US" b="1" i="0" baseline="30000" dirty="0">
                <a:solidFill>
                  <a:srgbClr val="0B0B0B"/>
                </a:solidFill>
                <a:effectLst/>
                <a:latin typeface="Minion Pro"/>
              </a:rPr>
              <a:t>3+</a:t>
            </a:r>
            <a:r>
              <a:rPr lang="en-US" b="1" i="0" dirty="0">
                <a:solidFill>
                  <a:srgbClr val="0B0B0B"/>
                </a:solidFill>
                <a:effectLst/>
                <a:latin typeface="Minion Pro"/>
              </a:rPr>
              <a:t> (aq.) and I</a:t>
            </a:r>
            <a:r>
              <a:rPr lang="en-US" b="1" i="0" baseline="30000" dirty="0">
                <a:solidFill>
                  <a:srgbClr val="0B0B0B"/>
                </a:solidFill>
                <a:effectLst/>
                <a:latin typeface="Minion Pro"/>
              </a:rPr>
              <a:t>−</a:t>
            </a:r>
            <a:r>
              <a:rPr lang="en-US" b="1" i="0" dirty="0">
                <a:solidFill>
                  <a:srgbClr val="0B0B0B"/>
                </a:solidFill>
                <a:effectLst/>
                <a:latin typeface="Minion Pro"/>
              </a:rPr>
              <a:t>(aq.): </a:t>
            </a:r>
            <a:r>
              <a:rPr lang="en-US" b="0" i="0" dirty="0">
                <a:solidFill>
                  <a:srgbClr val="0B0B0B"/>
                </a:solidFill>
                <a:effectLst/>
                <a:latin typeface="Minion Pro"/>
              </a:rPr>
              <a:t>Balance half reactions and the respective standard electrode potential of Fe</a:t>
            </a:r>
            <a:r>
              <a:rPr lang="en-US" b="0" i="0" baseline="30000" dirty="0">
                <a:solidFill>
                  <a:srgbClr val="0B0B0B"/>
                </a:solidFill>
                <a:effectLst/>
                <a:latin typeface="Minion Pro"/>
              </a:rPr>
              <a:t>3+</a:t>
            </a:r>
            <a:r>
              <a:rPr lang="en-US" b="0" i="0" dirty="0">
                <a:solidFill>
                  <a:srgbClr val="0B0B0B"/>
                </a:solidFill>
                <a:effectLst/>
                <a:latin typeface="Minion Pro"/>
              </a:rPr>
              <a:t> (aq.) and I</a:t>
            </a:r>
            <a:r>
              <a:rPr lang="en-US" b="0" i="0" baseline="30000" dirty="0">
                <a:solidFill>
                  <a:srgbClr val="0B0B0B"/>
                </a:solidFill>
                <a:effectLst/>
                <a:latin typeface="Minion Pro"/>
              </a:rPr>
              <a:t>−</a:t>
            </a:r>
            <a:r>
              <a:rPr lang="en-US" b="0" i="0" dirty="0">
                <a:solidFill>
                  <a:srgbClr val="0B0B0B"/>
                </a:solidFill>
                <a:effectLst/>
                <a:latin typeface="Minion Pro"/>
              </a:rPr>
              <a:t>(aq.) are</a:t>
            </a:r>
          </a:p>
          <a:p>
            <a:pPr algn="just">
              <a:spcBef>
                <a:spcPts val="750"/>
              </a:spcBef>
              <a:spcAft>
                <a:spcPts val="2250"/>
              </a:spcAft>
            </a:pPr>
            <a:r>
              <a:rPr lang="en-US" b="0" i="0" dirty="0">
                <a:effectLst/>
                <a:latin typeface="Minion Pro"/>
              </a:rPr>
              <a:t>2Fe</a:t>
            </a:r>
            <a:r>
              <a:rPr lang="en-US" b="0" i="0" baseline="30000" dirty="0">
                <a:effectLst/>
                <a:latin typeface="Minion Pro"/>
              </a:rPr>
              <a:t>3+</a:t>
            </a:r>
            <a:r>
              <a:rPr lang="en-US" b="0" i="0" dirty="0">
                <a:effectLst/>
                <a:latin typeface="Minion Pro"/>
              </a:rPr>
              <a:t> +  2e</a:t>
            </a:r>
            <a:r>
              <a:rPr lang="en-US" b="0" i="0" baseline="30000" dirty="0">
                <a:effectLst/>
                <a:latin typeface="Minion Pro"/>
              </a:rPr>
              <a:t>–</a:t>
            </a:r>
            <a:r>
              <a:rPr lang="en-US" b="0" i="0" dirty="0">
                <a:effectLst/>
                <a:latin typeface="Minion Pro"/>
              </a:rPr>
              <a:t> →   2Fe</a:t>
            </a:r>
            <a:r>
              <a:rPr lang="en-US" b="0" i="0" baseline="30000" dirty="0">
                <a:effectLst/>
                <a:latin typeface="Minion Pro"/>
              </a:rPr>
              <a:t>+2</a:t>
            </a:r>
            <a:r>
              <a:rPr lang="en-US" b="0" i="0" dirty="0">
                <a:effectLst/>
                <a:latin typeface="Minion Pro"/>
              </a:rPr>
              <a:t> (E</a:t>
            </a:r>
            <a:r>
              <a:rPr lang="en-US" b="0" i="0" baseline="30000" dirty="0">
                <a:effectLst/>
                <a:latin typeface="Minion Pro"/>
              </a:rPr>
              <a:t>o</a:t>
            </a:r>
            <a:r>
              <a:rPr lang="en-US" b="0" i="0" dirty="0">
                <a:effectLst/>
                <a:latin typeface="Minion Pro"/>
              </a:rPr>
              <a:t>) = +0.77 V</a:t>
            </a:r>
          </a:p>
          <a:p>
            <a:pPr algn="just">
              <a:spcBef>
                <a:spcPts val="750"/>
              </a:spcBef>
              <a:spcAft>
                <a:spcPts val="2250"/>
              </a:spcAft>
            </a:pPr>
            <a:r>
              <a:rPr lang="en-US" b="0" i="0" dirty="0">
                <a:effectLst/>
                <a:latin typeface="Minion Pro"/>
              </a:rPr>
              <a:t>2I</a:t>
            </a:r>
            <a:r>
              <a:rPr lang="en-US" b="0" i="0" baseline="30000" dirty="0">
                <a:effectLst/>
                <a:latin typeface="Minion Pro"/>
              </a:rPr>
              <a:t>–</a:t>
            </a:r>
            <a:r>
              <a:rPr lang="en-US" b="0" i="0" dirty="0">
                <a:effectLst/>
                <a:latin typeface="Minion Pro"/>
              </a:rPr>
              <a:t> →   I</a:t>
            </a:r>
            <a:r>
              <a:rPr lang="en-US" b="0" i="0" baseline="-25000" dirty="0">
                <a:effectLst/>
                <a:latin typeface="Minion Pro"/>
              </a:rPr>
              <a:t>2</a:t>
            </a:r>
            <a:r>
              <a:rPr lang="en-US" b="0" i="0" dirty="0">
                <a:effectLst/>
                <a:latin typeface="Minion Pro"/>
              </a:rPr>
              <a:t> + 2e</a:t>
            </a:r>
            <a:r>
              <a:rPr lang="en-US" b="0" i="0" baseline="30000" dirty="0">
                <a:effectLst/>
                <a:latin typeface="Minion Pro"/>
              </a:rPr>
              <a:t>–</a:t>
            </a:r>
            <a:r>
              <a:rPr lang="en-US" b="0" i="0" dirty="0">
                <a:effectLst/>
                <a:latin typeface="Minion Pro"/>
              </a:rPr>
              <a:t>  (E</a:t>
            </a:r>
            <a:r>
              <a:rPr lang="en-US" b="0" i="0" baseline="30000" dirty="0">
                <a:effectLst/>
                <a:latin typeface="Minion Pro"/>
              </a:rPr>
              <a:t>o</a:t>
            </a:r>
            <a:r>
              <a:rPr lang="en-US" b="0" i="0" dirty="0">
                <a:effectLst/>
                <a:latin typeface="Minion Pro"/>
              </a:rPr>
              <a:t>) = -0.54 V</a:t>
            </a:r>
          </a:p>
          <a:p>
            <a:pPr algn="just">
              <a:spcBef>
                <a:spcPts val="750"/>
              </a:spcBef>
              <a:spcAft>
                <a:spcPts val="2250"/>
              </a:spcAft>
            </a:pPr>
            <a:r>
              <a:rPr lang="en-US" b="0" i="0" dirty="0">
                <a:effectLst/>
                <a:latin typeface="Minion Pro"/>
              </a:rPr>
              <a:t>Adding the values we get: (E</a:t>
            </a:r>
            <a:r>
              <a:rPr lang="en-US" b="0" i="0" baseline="30000" dirty="0">
                <a:effectLst/>
                <a:latin typeface="Minion Pro"/>
              </a:rPr>
              <a:t>o</a:t>
            </a:r>
            <a:r>
              <a:rPr lang="en-US" b="0" i="0" dirty="0">
                <a:effectLst/>
                <a:latin typeface="Minion Pro"/>
              </a:rPr>
              <a:t>)= +0.23. Therefore, E</a:t>
            </a:r>
            <a:r>
              <a:rPr lang="en-US" b="0" i="0" baseline="30000" dirty="0">
                <a:effectLst/>
                <a:latin typeface="Minion Pro"/>
              </a:rPr>
              <a:t>o </a:t>
            </a:r>
            <a:r>
              <a:rPr lang="en-US" b="0" i="0" dirty="0">
                <a:effectLst/>
                <a:latin typeface="Minion Pro"/>
              </a:rPr>
              <a:t>cell &gt; 0 and the reaction </a:t>
            </a:r>
            <a:r>
              <a:rPr lang="en-US" b="1" i="0" dirty="0">
                <a:effectLst/>
                <a:latin typeface="Minion Pro"/>
              </a:rPr>
              <a:t>is possible</a:t>
            </a:r>
            <a:r>
              <a:rPr lang="en-US" b="0" i="0" dirty="0">
                <a:effectLst/>
                <a:latin typeface="Minion Pro"/>
              </a:rPr>
              <a:t>.</a:t>
            </a:r>
            <a:br>
              <a:rPr lang="en-US" b="0" i="0" dirty="0">
                <a:solidFill>
                  <a:srgbClr val="0B0B0B"/>
                </a:solidFill>
                <a:effectLst/>
                <a:latin typeface="Open Sans" panose="020B0606030504020204" pitchFamily="34" charset="0"/>
              </a:rPr>
            </a:br>
            <a:endParaRPr lang="en-IN" dirty="0"/>
          </a:p>
        </p:txBody>
      </p:sp>
    </p:spTree>
    <p:extLst>
      <p:ext uri="{BB962C8B-B14F-4D97-AF65-F5344CB8AC3E}">
        <p14:creationId xmlns:p14="http://schemas.microsoft.com/office/powerpoint/2010/main" val="3139485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ADF1-7EE6-E5DA-DCC0-430ACCF32444}"/>
            </a:ext>
          </a:extLst>
        </p:cNvPr>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3EFD2F28-E433-377D-3837-1A3692D889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20" t="13888" r="5092" b="13201"/>
          <a:stretch/>
        </p:blipFill>
        <p:spPr bwMode="auto">
          <a:xfrm>
            <a:off x="10722015" y="0"/>
            <a:ext cx="1469985" cy="121534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E3405AF-48FA-8454-C88F-B87D04473BCA}"/>
              </a:ext>
            </a:extLst>
          </p:cNvPr>
          <p:cNvSpPr txBox="1"/>
          <p:nvPr/>
        </p:nvSpPr>
        <p:spPr>
          <a:xfrm>
            <a:off x="428263" y="1315457"/>
            <a:ext cx="11042248" cy="5542543"/>
          </a:xfrm>
          <a:prstGeom prst="rect">
            <a:avLst/>
          </a:prstGeom>
          <a:noFill/>
        </p:spPr>
        <p:txBody>
          <a:bodyPr wrap="square">
            <a:spAutoFit/>
          </a:bodyPr>
          <a:lstStyle/>
          <a:p>
            <a:pPr algn="just">
              <a:spcAft>
                <a:spcPts val="2250"/>
              </a:spcAft>
              <a:buFont typeface="Arial" panose="020B0604020202020204" pitchFamily="34" charset="0"/>
              <a:buChar char="•"/>
            </a:pPr>
            <a:r>
              <a:rPr lang="en-US" b="1" i="0" dirty="0">
                <a:solidFill>
                  <a:srgbClr val="0B0B0B"/>
                </a:solidFill>
                <a:effectLst/>
                <a:latin typeface="Minion Pro"/>
              </a:rPr>
              <a:t>Fe</a:t>
            </a:r>
            <a:r>
              <a:rPr lang="en-US" b="1" i="0" baseline="30000" dirty="0">
                <a:solidFill>
                  <a:srgbClr val="0B0B0B"/>
                </a:solidFill>
                <a:effectLst/>
                <a:latin typeface="Minion Pro"/>
              </a:rPr>
              <a:t>3+</a:t>
            </a:r>
            <a:r>
              <a:rPr lang="en-US" b="1" i="0" dirty="0">
                <a:solidFill>
                  <a:srgbClr val="0B0B0B"/>
                </a:solidFill>
                <a:effectLst/>
                <a:latin typeface="Minion Pro"/>
              </a:rPr>
              <a:t> (aq.) and Br</a:t>
            </a:r>
            <a:r>
              <a:rPr lang="en-US" b="1" i="0" baseline="30000" dirty="0">
                <a:solidFill>
                  <a:srgbClr val="0B0B0B"/>
                </a:solidFill>
                <a:effectLst/>
                <a:latin typeface="Minion Pro"/>
              </a:rPr>
              <a:t>−</a:t>
            </a:r>
            <a:r>
              <a:rPr lang="en-US" b="1" i="0" dirty="0">
                <a:solidFill>
                  <a:srgbClr val="0B0B0B"/>
                </a:solidFill>
                <a:effectLst/>
                <a:latin typeface="Minion Pro"/>
              </a:rPr>
              <a:t>(aq.): </a:t>
            </a:r>
            <a:r>
              <a:rPr lang="en-US" b="0" i="0" dirty="0">
                <a:solidFill>
                  <a:srgbClr val="0B0B0B"/>
                </a:solidFill>
                <a:effectLst/>
                <a:latin typeface="Minion Pro"/>
              </a:rPr>
              <a:t>Possible half reactions and the respective standard electrode potential of Fe</a:t>
            </a:r>
            <a:r>
              <a:rPr lang="en-US" b="0" i="0" baseline="30000" dirty="0">
                <a:solidFill>
                  <a:srgbClr val="0B0B0B"/>
                </a:solidFill>
                <a:effectLst/>
                <a:latin typeface="Minion Pro"/>
              </a:rPr>
              <a:t>3+</a:t>
            </a:r>
            <a:r>
              <a:rPr lang="en-US" b="0" i="0" dirty="0">
                <a:solidFill>
                  <a:srgbClr val="0B0B0B"/>
                </a:solidFill>
                <a:effectLst/>
                <a:latin typeface="Minion Pro"/>
              </a:rPr>
              <a:t> (aq.) and Br</a:t>
            </a:r>
            <a:r>
              <a:rPr lang="en-US" b="0" i="0" baseline="30000" dirty="0">
                <a:solidFill>
                  <a:srgbClr val="0B0B0B"/>
                </a:solidFill>
                <a:effectLst/>
                <a:latin typeface="Minion Pro"/>
              </a:rPr>
              <a:t>−</a:t>
            </a:r>
            <a:r>
              <a:rPr lang="en-US" b="0" i="0" dirty="0">
                <a:solidFill>
                  <a:srgbClr val="0B0B0B"/>
                </a:solidFill>
                <a:effectLst/>
                <a:latin typeface="Minion Pro"/>
              </a:rPr>
              <a:t>(aq.)</a:t>
            </a:r>
          </a:p>
          <a:p>
            <a:pPr algn="ctr">
              <a:spcBef>
                <a:spcPts val="750"/>
              </a:spcBef>
              <a:spcAft>
                <a:spcPts val="2250"/>
              </a:spcAft>
            </a:pPr>
            <a:r>
              <a:rPr lang="en-US" b="0" i="0" dirty="0">
                <a:effectLst/>
                <a:latin typeface="Minion Pro"/>
              </a:rPr>
              <a:t>2Fe</a:t>
            </a:r>
            <a:r>
              <a:rPr lang="en-US" b="0" i="0" baseline="30000" dirty="0">
                <a:effectLst/>
                <a:latin typeface="Minion Pro"/>
              </a:rPr>
              <a:t>3+</a:t>
            </a:r>
            <a:r>
              <a:rPr lang="en-US" b="0" i="0" dirty="0">
                <a:effectLst/>
                <a:latin typeface="Minion Pro"/>
              </a:rPr>
              <a:t> + 2e</a:t>
            </a:r>
            <a:r>
              <a:rPr lang="en-US" b="0" i="0" baseline="30000" dirty="0">
                <a:effectLst/>
                <a:latin typeface="Minion Pro"/>
              </a:rPr>
              <a:t>–</a:t>
            </a:r>
            <a:r>
              <a:rPr lang="en-US" b="0" i="0" dirty="0">
                <a:effectLst/>
                <a:latin typeface="Minion Pro"/>
              </a:rPr>
              <a:t>   →   2Fe</a:t>
            </a:r>
            <a:r>
              <a:rPr lang="en-US" b="0" i="0" baseline="30000" dirty="0">
                <a:effectLst/>
                <a:latin typeface="Minion Pro"/>
              </a:rPr>
              <a:t>+2</a:t>
            </a:r>
            <a:r>
              <a:rPr lang="en-US" b="0" i="0" dirty="0">
                <a:effectLst/>
                <a:latin typeface="Minion Pro"/>
              </a:rPr>
              <a:t> (E</a:t>
            </a:r>
            <a:r>
              <a:rPr lang="en-US" b="0" i="0" baseline="30000" dirty="0">
                <a:effectLst/>
                <a:latin typeface="Minion Pro"/>
              </a:rPr>
              <a:t>o</a:t>
            </a:r>
            <a:r>
              <a:rPr lang="en-US" b="0" i="0" dirty="0">
                <a:effectLst/>
                <a:latin typeface="Minion Pro"/>
              </a:rPr>
              <a:t>) = +0.77 V</a:t>
            </a:r>
          </a:p>
          <a:p>
            <a:pPr algn="ctr">
              <a:spcBef>
                <a:spcPts val="750"/>
              </a:spcBef>
              <a:spcAft>
                <a:spcPts val="2250"/>
              </a:spcAft>
            </a:pPr>
            <a:r>
              <a:rPr lang="en-US" b="0" i="0" dirty="0">
                <a:effectLst/>
                <a:latin typeface="Minion Pro"/>
              </a:rPr>
              <a:t>2Br</a:t>
            </a:r>
            <a:r>
              <a:rPr lang="en-US" b="0" i="0" baseline="30000" dirty="0">
                <a:effectLst/>
                <a:latin typeface="Minion Pro"/>
              </a:rPr>
              <a:t>–</a:t>
            </a:r>
            <a:r>
              <a:rPr lang="en-US" b="0" i="0" dirty="0">
                <a:effectLst/>
                <a:latin typeface="Minion Pro"/>
              </a:rPr>
              <a:t>  →   Br</a:t>
            </a:r>
            <a:r>
              <a:rPr lang="en-US" b="0" i="0" baseline="-25000" dirty="0">
                <a:effectLst/>
                <a:latin typeface="Minion Pro"/>
              </a:rPr>
              <a:t>2</a:t>
            </a:r>
            <a:r>
              <a:rPr lang="en-US" b="0" i="0" dirty="0">
                <a:effectLst/>
                <a:latin typeface="Minion Pro"/>
              </a:rPr>
              <a:t> + 2e</a:t>
            </a:r>
            <a:r>
              <a:rPr lang="en-US" b="0" i="0" baseline="30000" dirty="0">
                <a:effectLst/>
                <a:latin typeface="Minion Pro"/>
              </a:rPr>
              <a:t>–</a:t>
            </a:r>
            <a:r>
              <a:rPr lang="en-US" b="0" i="0" dirty="0">
                <a:effectLst/>
                <a:latin typeface="Minion Pro"/>
              </a:rPr>
              <a:t> (E</a:t>
            </a:r>
            <a:r>
              <a:rPr lang="en-US" b="0" i="0" baseline="30000" dirty="0">
                <a:effectLst/>
                <a:latin typeface="Minion Pro"/>
              </a:rPr>
              <a:t>o</a:t>
            </a:r>
            <a:r>
              <a:rPr lang="en-US" b="0" i="0" dirty="0">
                <a:effectLst/>
                <a:latin typeface="Minion Pro"/>
              </a:rPr>
              <a:t>) =  –1.09 V</a:t>
            </a:r>
          </a:p>
          <a:p>
            <a:pPr algn="l">
              <a:spcBef>
                <a:spcPts val="750"/>
              </a:spcBef>
              <a:spcAft>
                <a:spcPts val="2250"/>
              </a:spcAft>
            </a:pPr>
            <a:r>
              <a:rPr lang="en-US" b="0" i="0" dirty="0">
                <a:effectLst/>
                <a:latin typeface="Minion Pro"/>
              </a:rPr>
              <a:t>Addition of the values results in (E</a:t>
            </a:r>
            <a:r>
              <a:rPr lang="en-US" b="0" i="0" baseline="30000" dirty="0">
                <a:effectLst/>
                <a:latin typeface="Minion Pro"/>
              </a:rPr>
              <a:t>o</a:t>
            </a:r>
            <a:r>
              <a:rPr lang="en-US" b="0" i="0" dirty="0">
                <a:effectLst/>
                <a:latin typeface="Minion Pro"/>
              </a:rPr>
              <a:t>)= -0.32 V. Therefore, E</a:t>
            </a:r>
            <a:r>
              <a:rPr lang="en-US" b="0" i="0" baseline="30000" dirty="0">
                <a:effectLst/>
                <a:latin typeface="Minion Pro"/>
              </a:rPr>
              <a:t>o </a:t>
            </a:r>
            <a:r>
              <a:rPr lang="en-US" b="0" i="0" dirty="0">
                <a:effectLst/>
                <a:latin typeface="Minion Pro"/>
              </a:rPr>
              <a:t>cell &lt; 0 and the reaction is </a:t>
            </a:r>
            <a:r>
              <a:rPr lang="en-US" b="1" i="0" dirty="0">
                <a:effectLst/>
                <a:latin typeface="Minion Pro"/>
              </a:rPr>
              <a:t>not possible</a:t>
            </a:r>
            <a:r>
              <a:rPr lang="en-US" b="0" i="0" dirty="0">
                <a:effectLst/>
                <a:latin typeface="Minion Pro"/>
              </a:rPr>
              <a:t>.</a:t>
            </a:r>
          </a:p>
          <a:p>
            <a:pPr algn="just">
              <a:spcAft>
                <a:spcPts val="2250"/>
              </a:spcAft>
              <a:buFont typeface="Arial" panose="020B0604020202020204" pitchFamily="34" charset="0"/>
              <a:buChar char="•"/>
            </a:pPr>
            <a:r>
              <a:rPr lang="en-US" b="1" i="0" dirty="0">
                <a:solidFill>
                  <a:srgbClr val="0B0B0B"/>
                </a:solidFill>
                <a:effectLst/>
                <a:latin typeface="Minion Pro"/>
              </a:rPr>
              <a:t>Br</a:t>
            </a:r>
            <a:r>
              <a:rPr lang="en-US" b="1" i="0" baseline="-25000" dirty="0">
                <a:solidFill>
                  <a:srgbClr val="0B0B0B"/>
                </a:solidFill>
                <a:effectLst/>
                <a:latin typeface="Minion Pro"/>
              </a:rPr>
              <a:t>2</a:t>
            </a:r>
            <a:r>
              <a:rPr lang="en-US" b="1" i="0" dirty="0">
                <a:solidFill>
                  <a:srgbClr val="0B0B0B"/>
                </a:solidFill>
                <a:effectLst/>
                <a:latin typeface="Minion Pro"/>
              </a:rPr>
              <a:t> (aq.) and Fe</a:t>
            </a:r>
            <a:r>
              <a:rPr lang="en-US" b="1" i="0" baseline="30000" dirty="0">
                <a:solidFill>
                  <a:srgbClr val="0B0B0B"/>
                </a:solidFill>
                <a:effectLst/>
                <a:latin typeface="Minion Pro"/>
              </a:rPr>
              <a:t>2+</a:t>
            </a:r>
            <a:r>
              <a:rPr lang="en-US" b="1" i="0" dirty="0">
                <a:solidFill>
                  <a:srgbClr val="0B0B0B"/>
                </a:solidFill>
                <a:effectLst/>
                <a:latin typeface="Minion Pro"/>
              </a:rPr>
              <a:t> (aq.): </a:t>
            </a:r>
            <a:r>
              <a:rPr lang="en-US" b="0" i="0" dirty="0">
                <a:solidFill>
                  <a:srgbClr val="0B0B0B"/>
                </a:solidFill>
                <a:effectLst/>
                <a:latin typeface="Minion Pro"/>
              </a:rPr>
              <a:t>Complete balance half reactions and the respective standard electrode potential of Br</a:t>
            </a:r>
            <a:r>
              <a:rPr lang="en-US" b="0" i="0" baseline="-25000" dirty="0">
                <a:solidFill>
                  <a:srgbClr val="0B0B0B"/>
                </a:solidFill>
                <a:effectLst/>
                <a:latin typeface="Minion Pro"/>
              </a:rPr>
              <a:t>2</a:t>
            </a:r>
            <a:r>
              <a:rPr lang="en-US" b="0" i="0" dirty="0">
                <a:solidFill>
                  <a:srgbClr val="0B0B0B"/>
                </a:solidFill>
                <a:effectLst/>
                <a:latin typeface="Minion Pro"/>
              </a:rPr>
              <a:t> (aq.) and Fe</a:t>
            </a:r>
            <a:r>
              <a:rPr lang="en-US" b="0" i="0" baseline="30000" dirty="0">
                <a:solidFill>
                  <a:srgbClr val="0B0B0B"/>
                </a:solidFill>
                <a:effectLst/>
                <a:latin typeface="Minion Pro"/>
              </a:rPr>
              <a:t>2+</a:t>
            </a:r>
            <a:r>
              <a:rPr lang="en-US" b="0" i="0" dirty="0">
                <a:solidFill>
                  <a:srgbClr val="0B0B0B"/>
                </a:solidFill>
                <a:effectLst/>
                <a:latin typeface="Minion Pro"/>
              </a:rPr>
              <a:t> (aq.)</a:t>
            </a:r>
          </a:p>
          <a:p>
            <a:pPr algn="ctr">
              <a:spcBef>
                <a:spcPts val="750"/>
              </a:spcBef>
              <a:spcAft>
                <a:spcPts val="2250"/>
              </a:spcAft>
            </a:pPr>
            <a:r>
              <a:rPr lang="en-US" b="0" i="0" dirty="0">
                <a:effectLst/>
                <a:latin typeface="Minion Pro"/>
              </a:rPr>
              <a:t>Br</a:t>
            </a:r>
            <a:r>
              <a:rPr lang="en-US" b="0" i="0" baseline="-25000" dirty="0">
                <a:effectLst/>
                <a:latin typeface="Minion Pro"/>
              </a:rPr>
              <a:t>2</a:t>
            </a:r>
            <a:r>
              <a:rPr lang="en-US" b="0" i="0" dirty="0">
                <a:effectLst/>
                <a:latin typeface="Minion Pro"/>
              </a:rPr>
              <a:t> + 2e</a:t>
            </a:r>
            <a:r>
              <a:rPr lang="en-US" b="0" i="0" baseline="30000" dirty="0">
                <a:effectLst/>
                <a:latin typeface="Minion Pro"/>
              </a:rPr>
              <a:t>–</a:t>
            </a:r>
            <a:r>
              <a:rPr lang="en-US" b="0" i="0" dirty="0">
                <a:effectLst/>
                <a:latin typeface="Minion Pro"/>
              </a:rPr>
              <a:t>    →    2Br</a:t>
            </a:r>
            <a:r>
              <a:rPr lang="en-US" b="0" i="0" baseline="30000" dirty="0">
                <a:effectLst/>
                <a:latin typeface="Minion Pro"/>
              </a:rPr>
              <a:t>–</a:t>
            </a:r>
            <a:r>
              <a:rPr lang="en-US" b="0" i="0" dirty="0">
                <a:effectLst/>
                <a:latin typeface="Minion Pro"/>
              </a:rPr>
              <a:t> (E</a:t>
            </a:r>
            <a:r>
              <a:rPr lang="en-US" b="0" i="0" baseline="30000" dirty="0">
                <a:effectLst/>
                <a:latin typeface="Minion Pro"/>
              </a:rPr>
              <a:t>o</a:t>
            </a:r>
            <a:r>
              <a:rPr lang="en-US" b="0" i="0" dirty="0">
                <a:effectLst/>
                <a:latin typeface="Minion Pro"/>
              </a:rPr>
              <a:t>) = + 1.09 V</a:t>
            </a:r>
          </a:p>
          <a:p>
            <a:pPr algn="ctr">
              <a:spcBef>
                <a:spcPts val="750"/>
              </a:spcBef>
              <a:spcAft>
                <a:spcPts val="2250"/>
              </a:spcAft>
            </a:pPr>
            <a:r>
              <a:rPr lang="en-US" b="0" i="0" dirty="0">
                <a:effectLst/>
                <a:latin typeface="Minion Pro"/>
              </a:rPr>
              <a:t>2Fe</a:t>
            </a:r>
            <a:r>
              <a:rPr lang="en-US" b="0" i="0" baseline="30000" dirty="0">
                <a:effectLst/>
                <a:latin typeface="Minion Pro"/>
              </a:rPr>
              <a:t>+2</a:t>
            </a:r>
            <a:r>
              <a:rPr lang="en-US" b="0" i="0" dirty="0">
                <a:effectLst/>
                <a:latin typeface="Minion Pro"/>
              </a:rPr>
              <a:t>   →    2Fe</a:t>
            </a:r>
            <a:r>
              <a:rPr lang="en-US" b="0" i="0" baseline="30000" dirty="0">
                <a:effectLst/>
                <a:latin typeface="Minion Pro"/>
              </a:rPr>
              <a:t>3+</a:t>
            </a:r>
            <a:r>
              <a:rPr lang="en-US" b="0" i="0" dirty="0">
                <a:effectLst/>
                <a:latin typeface="Minion Pro"/>
              </a:rPr>
              <a:t> +  2e</a:t>
            </a:r>
            <a:r>
              <a:rPr lang="en-US" b="0" i="0" baseline="30000" dirty="0">
                <a:effectLst/>
                <a:latin typeface="Minion Pro"/>
              </a:rPr>
              <a:t>–</a:t>
            </a:r>
            <a:r>
              <a:rPr lang="en-US" b="0" i="0" dirty="0">
                <a:effectLst/>
                <a:latin typeface="Minion Pro"/>
              </a:rPr>
              <a:t> (E</a:t>
            </a:r>
            <a:r>
              <a:rPr lang="en-US" b="0" i="0" baseline="30000" dirty="0">
                <a:effectLst/>
                <a:latin typeface="Minion Pro"/>
              </a:rPr>
              <a:t>o</a:t>
            </a:r>
            <a:r>
              <a:rPr lang="en-US" b="0" i="0" dirty="0">
                <a:effectLst/>
                <a:latin typeface="Minion Pro"/>
              </a:rPr>
              <a:t>) =  – 0.77 V</a:t>
            </a:r>
          </a:p>
          <a:p>
            <a:pPr algn="l">
              <a:spcBef>
                <a:spcPts val="750"/>
              </a:spcBef>
              <a:spcAft>
                <a:spcPts val="2250"/>
              </a:spcAft>
            </a:pPr>
            <a:r>
              <a:rPr lang="en-US" b="0" i="0" dirty="0">
                <a:effectLst/>
                <a:latin typeface="Minion Pro"/>
              </a:rPr>
              <a:t>Adding the values E</a:t>
            </a:r>
            <a:r>
              <a:rPr lang="en-US" b="0" i="0" baseline="30000" dirty="0">
                <a:effectLst/>
                <a:latin typeface="Minion Pro"/>
              </a:rPr>
              <a:t>o </a:t>
            </a:r>
            <a:r>
              <a:rPr lang="en-US" b="0" i="0" dirty="0">
                <a:effectLst/>
                <a:latin typeface="Minion Pro"/>
              </a:rPr>
              <a:t>will be: (E</a:t>
            </a:r>
            <a:r>
              <a:rPr lang="en-US" b="0" i="0" baseline="30000" dirty="0">
                <a:effectLst/>
                <a:latin typeface="Minion Pro"/>
              </a:rPr>
              <a:t>o</a:t>
            </a:r>
            <a:r>
              <a:rPr lang="en-US" b="0" i="0" dirty="0">
                <a:effectLst/>
                <a:latin typeface="Minion Pro"/>
              </a:rPr>
              <a:t>) = + 0.32 V. Therefore, E</a:t>
            </a:r>
            <a:r>
              <a:rPr lang="en-US" b="0" i="0" baseline="30000" dirty="0">
                <a:effectLst/>
                <a:latin typeface="Minion Pro"/>
              </a:rPr>
              <a:t>o </a:t>
            </a:r>
            <a:r>
              <a:rPr lang="en-US" b="0" i="0" dirty="0">
                <a:effectLst/>
                <a:latin typeface="Minion Pro"/>
              </a:rPr>
              <a:t>cell &gt; 0. Hence, the reaction </a:t>
            </a:r>
            <a:r>
              <a:rPr lang="en-US" b="1" i="0" dirty="0">
                <a:effectLst/>
                <a:latin typeface="Minion Pro"/>
              </a:rPr>
              <a:t>is possible</a:t>
            </a:r>
            <a:r>
              <a:rPr lang="en-US" b="0" i="0" dirty="0">
                <a:effectLst/>
                <a:latin typeface="Minion Pro"/>
              </a:rPr>
              <a:t>.</a:t>
            </a:r>
          </a:p>
        </p:txBody>
      </p:sp>
    </p:spTree>
    <p:extLst>
      <p:ext uri="{BB962C8B-B14F-4D97-AF65-F5344CB8AC3E}">
        <p14:creationId xmlns:p14="http://schemas.microsoft.com/office/powerpoint/2010/main" val="1601752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EAF8B2A8-4983-B858-9A56-8CA6B7DAA6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20" t="13888" r="5092" b="13201"/>
          <a:stretch/>
        </p:blipFill>
        <p:spPr bwMode="auto">
          <a:xfrm>
            <a:off x="10722015" y="0"/>
            <a:ext cx="1469985" cy="121534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D41ED39-9716-07DF-ACDE-1272D1FD6DAF}"/>
              </a:ext>
            </a:extLst>
          </p:cNvPr>
          <p:cNvSpPr txBox="1"/>
          <p:nvPr/>
        </p:nvSpPr>
        <p:spPr>
          <a:xfrm>
            <a:off x="121920" y="671691"/>
            <a:ext cx="12070080" cy="618630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Takeaways: Electrode Potential</a:t>
            </a:r>
          </a:p>
          <a:p>
            <a:pPr>
              <a:buNone/>
            </a:pPr>
            <a:endParaRPr lang="en-US" b="1" dirty="0">
              <a:latin typeface="Times New Roman" panose="02020603050405020304" pitchFamily="18" charset="0"/>
              <a:cs typeface="Times New Roman" panose="02020603050405020304" pitchFamily="18" charset="0"/>
            </a:endParaRPr>
          </a:p>
          <a:p>
            <a:pPr>
              <a:buFont typeface="+mj-lt"/>
              <a:buAutoNum type="arabicPeriod"/>
            </a:pPr>
            <a:r>
              <a:rPr lang="en-US" b="1" dirty="0">
                <a:latin typeface="Times New Roman" panose="02020603050405020304" pitchFamily="18" charset="0"/>
                <a:cs typeface="Times New Roman" panose="02020603050405020304" pitchFamily="18" charset="0"/>
              </a:rPr>
              <a:t> Electrode potential</a:t>
            </a:r>
            <a:r>
              <a:rPr lang="en-US" dirty="0">
                <a:latin typeface="Times New Roman" panose="02020603050405020304" pitchFamily="18" charset="0"/>
                <a:cs typeface="Times New Roman" panose="02020603050405020304" pitchFamily="18" charset="0"/>
              </a:rPr>
              <a:t> is the potential difference between a metal electrode and its ion solution in contact with it.</a:t>
            </a:r>
          </a:p>
          <a:p>
            <a:pPr>
              <a:buFont typeface="+mj-lt"/>
              <a:buAutoNum type="arabicPeriod"/>
            </a:pPr>
            <a:r>
              <a:rPr lang="en-US" dirty="0">
                <a:latin typeface="Times New Roman" panose="02020603050405020304" pitchFamily="18" charset="0"/>
                <a:cs typeface="Times New Roman" panose="02020603050405020304" pitchFamily="18" charset="0"/>
              </a:rPr>
              <a:t> It arises due to the </a:t>
            </a:r>
            <a:r>
              <a:rPr lang="en-US" b="1" dirty="0">
                <a:latin typeface="Times New Roman" panose="02020603050405020304" pitchFamily="18" charset="0"/>
                <a:cs typeface="Times New Roman" panose="02020603050405020304" pitchFamily="18" charset="0"/>
              </a:rPr>
              <a:t>tendency of metal atoms to lose or gain electrons</a:t>
            </a:r>
            <a:r>
              <a:rPr lang="en-US" dirty="0">
                <a:latin typeface="Times New Roman" panose="02020603050405020304" pitchFamily="18" charset="0"/>
                <a:cs typeface="Times New Roman" panose="02020603050405020304" pitchFamily="18" charset="0"/>
              </a:rPr>
              <a:t>, creating a charge separation at the interface.</a:t>
            </a:r>
          </a:p>
          <a:p>
            <a:pPr>
              <a:buFont typeface="+mj-lt"/>
              <a:buAutoNum type="arabicPeriod"/>
            </a:pPr>
            <a:r>
              <a:rPr lang="en-US" b="1" dirty="0">
                <a:latin typeface="Times New Roman" panose="02020603050405020304" pitchFamily="18" charset="0"/>
                <a:cs typeface="Times New Roman" panose="02020603050405020304" pitchFamily="18" charset="0"/>
              </a:rPr>
              <a:t> Standard Electrode Potential (E°)</a:t>
            </a:r>
            <a:r>
              <a:rPr lang="en-US" dirty="0">
                <a:latin typeface="Times New Roman" panose="02020603050405020304" pitchFamily="18" charset="0"/>
                <a:cs typeface="Times New Roman" panose="02020603050405020304" pitchFamily="18" charset="0"/>
              </a:rPr>
              <a:t> is measured under standard conditions:</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1 M ion concentration</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1 atm pressure (for gases)</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25°C temperature</a:t>
            </a:r>
          </a:p>
          <a:p>
            <a:pPr>
              <a:buFont typeface="+mj-lt"/>
              <a:buAutoNum type="arabicPeriod"/>
            </a:pPr>
            <a:r>
              <a:rPr lang="en-US" b="1" dirty="0">
                <a:latin typeface="Times New Roman" panose="02020603050405020304" pitchFamily="18" charset="0"/>
                <a:cs typeface="Times New Roman" panose="02020603050405020304" pitchFamily="18" charset="0"/>
              </a:rPr>
              <a:t> Standard Hydrogen Electrode (SHE)</a:t>
            </a:r>
            <a:r>
              <a:rPr lang="en-US" dirty="0">
                <a:latin typeface="Times New Roman" panose="02020603050405020304" pitchFamily="18" charset="0"/>
                <a:cs typeface="Times New Roman" panose="02020603050405020304" pitchFamily="18" charset="0"/>
              </a:rPr>
              <a:t> is used as a reference with an assigned E° value of </a:t>
            </a:r>
            <a:r>
              <a:rPr lang="en-US" b="1" dirty="0">
                <a:latin typeface="Times New Roman" panose="02020603050405020304" pitchFamily="18" charset="0"/>
                <a:cs typeface="Times New Roman" panose="02020603050405020304" pitchFamily="18" charset="0"/>
              </a:rPr>
              <a:t>0.00 V</a:t>
            </a:r>
            <a:r>
              <a:rPr lang="en-US" dirty="0">
                <a:latin typeface="Times New Roman" panose="02020603050405020304" pitchFamily="18" charset="0"/>
                <a:cs typeface="Times New Roman" panose="02020603050405020304" pitchFamily="18" charset="0"/>
              </a:rPr>
              <a:t>.</a:t>
            </a:r>
          </a:p>
          <a:p>
            <a:pPr>
              <a:buFont typeface="+mj-lt"/>
              <a:buAutoNum type="arabicPeriod"/>
            </a:pPr>
            <a:r>
              <a:rPr lang="en-US" dirty="0">
                <a:latin typeface="Times New Roman" panose="02020603050405020304" pitchFamily="18" charset="0"/>
                <a:cs typeface="Times New Roman" panose="02020603050405020304" pitchFamily="18" charset="0"/>
              </a:rPr>
              <a:t> If a metal has </a:t>
            </a:r>
            <a:r>
              <a:rPr lang="en-US" b="1" dirty="0">
                <a:latin typeface="Times New Roman" panose="02020603050405020304" pitchFamily="18" charset="0"/>
                <a:cs typeface="Times New Roman" panose="02020603050405020304" pitchFamily="18" charset="0"/>
              </a:rPr>
              <a:t>negative E°</a:t>
            </a:r>
            <a:r>
              <a:rPr lang="en-US" dirty="0">
                <a:latin typeface="Times New Roman" panose="02020603050405020304" pitchFamily="18" charset="0"/>
                <a:cs typeface="Times New Roman" panose="02020603050405020304" pitchFamily="18" charset="0"/>
              </a:rPr>
              <a:t>, it </a:t>
            </a:r>
            <a:r>
              <a:rPr lang="en-US" b="1" dirty="0">
                <a:latin typeface="Times New Roman" panose="02020603050405020304" pitchFamily="18" charset="0"/>
                <a:cs typeface="Times New Roman" panose="02020603050405020304" pitchFamily="18" charset="0"/>
              </a:rPr>
              <a:t>easily loses electrons</a:t>
            </a:r>
            <a:r>
              <a:rPr lang="en-US" dirty="0">
                <a:latin typeface="Times New Roman" panose="02020603050405020304" pitchFamily="18" charset="0"/>
                <a:cs typeface="Times New Roman" panose="02020603050405020304" pitchFamily="18" charset="0"/>
              </a:rPr>
              <a:t> (good reducing agent).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a metal has </a:t>
            </a:r>
            <a:r>
              <a:rPr lang="en-US" b="1" dirty="0">
                <a:latin typeface="Times New Roman" panose="02020603050405020304" pitchFamily="18" charset="0"/>
                <a:cs typeface="Times New Roman" panose="02020603050405020304" pitchFamily="18" charset="0"/>
              </a:rPr>
              <a:t>positive E°</a:t>
            </a:r>
            <a:r>
              <a:rPr lang="en-US" dirty="0">
                <a:latin typeface="Times New Roman" panose="02020603050405020304" pitchFamily="18" charset="0"/>
                <a:cs typeface="Times New Roman" panose="02020603050405020304" pitchFamily="18" charset="0"/>
              </a:rPr>
              <a:t>, it </a:t>
            </a:r>
            <a:r>
              <a:rPr lang="en-US" b="1" dirty="0">
                <a:latin typeface="Times New Roman" panose="02020603050405020304" pitchFamily="18" charset="0"/>
                <a:cs typeface="Times New Roman" panose="02020603050405020304" pitchFamily="18" charset="0"/>
              </a:rPr>
              <a:t>gains electrons</a:t>
            </a:r>
            <a:r>
              <a:rPr lang="en-US" dirty="0">
                <a:latin typeface="Times New Roman" panose="02020603050405020304" pitchFamily="18" charset="0"/>
                <a:cs typeface="Times New Roman" panose="02020603050405020304" pitchFamily="18" charset="0"/>
              </a:rPr>
              <a:t> easily (good oxidizing agent).</a:t>
            </a:r>
          </a:p>
          <a:p>
            <a:pPr>
              <a:buFont typeface="+mj-lt"/>
              <a:buAutoNum type="arabicPeriod"/>
            </a:pPr>
            <a:r>
              <a:rPr lang="en-US" b="1" dirty="0">
                <a:latin typeface="Times New Roman" panose="02020603050405020304" pitchFamily="18" charset="0"/>
                <a:cs typeface="Times New Roman" panose="02020603050405020304" pitchFamily="18" charset="0"/>
              </a:rPr>
              <a:t> Electrode potential is measured using a voltmeter</a:t>
            </a:r>
            <a:r>
              <a:rPr lang="en-US" dirty="0">
                <a:latin typeface="Times New Roman" panose="02020603050405020304" pitchFamily="18" charset="0"/>
                <a:cs typeface="Times New Roman" panose="02020603050405020304" pitchFamily="18" charset="0"/>
              </a:rPr>
              <a:t> in a </a:t>
            </a:r>
            <a:r>
              <a:rPr lang="en-US" b="1" dirty="0">
                <a:latin typeface="Times New Roman" panose="02020603050405020304" pitchFamily="18" charset="0"/>
                <a:cs typeface="Times New Roman" panose="02020603050405020304" pitchFamily="18" charset="0"/>
              </a:rPr>
              <a:t>galvanic cell</a:t>
            </a:r>
            <a:r>
              <a:rPr lang="en-US" dirty="0">
                <a:latin typeface="Times New Roman" panose="02020603050405020304" pitchFamily="18" charset="0"/>
                <a:cs typeface="Times New Roman" panose="02020603050405020304" pitchFamily="18" charset="0"/>
              </a:rPr>
              <a:t> setup with a known reference electrode like SHE.</a:t>
            </a:r>
          </a:p>
          <a:p>
            <a:pPr>
              <a:buFont typeface="+mj-lt"/>
              <a:buAutoNum type="arabicPeriod"/>
            </a:pPr>
            <a:r>
              <a:rPr lang="en-US" b="1" dirty="0">
                <a:latin typeface="Times New Roman" panose="02020603050405020304" pitchFamily="18" charset="0"/>
                <a:cs typeface="Times New Roman" panose="02020603050405020304" pitchFamily="18" charset="0"/>
              </a:rPr>
              <a:t> Electrochemical series</a:t>
            </a:r>
            <a:r>
              <a:rPr lang="en-US" dirty="0">
                <a:latin typeface="Times New Roman" panose="02020603050405020304" pitchFamily="18" charset="0"/>
                <a:cs typeface="Times New Roman" panose="02020603050405020304" pitchFamily="18" charset="0"/>
              </a:rPr>
              <a:t> is the arrangement of elements by their standard electrode potentials, helping to predict redox reactions.</a:t>
            </a:r>
          </a:p>
          <a:p>
            <a:pPr>
              <a:buFont typeface="+mj-lt"/>
              <a:buAutoNum type="arabicPeriod"/>
            </a:pPr>
            <a:r>
              <a:rPr lang="en-US" b="1" dirty="0">
                <a:latin typeface="Times New Roman" panose="02020603050405020304" pitchFamily="18" charset="0"/>
                <a:cs typeface="Times New Roman" panose="02020603050405020304" pitchFamily="18" charset="0"/>
              </a:rPr>
              <a:t> More positive E°</a:t>
            </a:r>
            <a:r>
              <a:rPr lang="en-US" dirty="0">
                <a:latin typeface="Times New Roman" panose="02020603050405020304" pitchFamily="18" charset="0"/>
                <a:cs typeface="Times New Roman" panose="02020603050405020304" pitchFamily="18" charset="0"/>
              </a:rPr>
              <a:t> means </a:t>
            </a:r>
            <a:r>
              <a:rPr lang="en-US" b="1" dirty="0">
                <a:latin typeface="Times New Roman" panose="02020603050405020304" pitchFamily="18" charset="0"/>
                <a:cs typeface="Times New Roman" panose="02020603050405020304" pitchFamily="18" charset="0"/>
              </a:rPr>
              <a:t>greater reduction tendency</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More negative E°</a:t>
            </a:r>
            <a:r>
              <a:rPr lang="en-US" dirty="0">
                <a:latin typeface="Times New Roman" panose="02020603050405020304" pitchFamily="18" charset="0"/>
                <a:cs typeface="Times New Roman" panose="02020603050405020304" pitchFamily="18" charset="0"/>
              </a:rPr>
              <a:t> means </a:t>
            </a:r>
            <a:r>
              <a:rPr lang="en-US" b="1" dirty="0">
                <a:latin typeface="Times New Roman" panose="02020603050405020304" pitchFamily="18" charset="0"/>
                <a:cs typeface="Times New Roman" panose="02020603050405020304" pitchFamily="18" charset="0"/>
              </a:rPr>
              <a:t>greater oxidation tendency</a:t>
            </a:r>
            <a:r>
              <a:rPr lang="en-US" dirty="0">
                <a:latin typeface="Times New Roman" panose="02020603050405020304" pitchFamily="18" charset="0"/>
                <a:cs typeface="Times New Roman" panose="02020603050405020304" pitchFamily="18" charset="0"/>
              </a:rPr>
              <a:t>.</a:t>
            </a:r>
          </a:p>
          <a:p>
            <a:pPr>
              <a:buFont typeface="+mj-lt"/>
              <a:buAutoNum type="arabicPeriod"/>
            </a:pP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cell potential (</a:t>
            </a:r>
            <a:r>
              <a:rPr lang="en-US" b="1" dirty="0" err="1">
                <a:latin typeface="Times New Roman" panose="02020603050405020304" pitchFamily="18" charset="0"/>
                <a:cs typeface="Times New Roman" panose="02020603050405020304" pitchFamily="18" charset="0"/>
              </a:rPr>
              <a:t>E°cell</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for a galvanic cell is:</a:t>
            </a:r>
            <a:br>
              <a:rPr lang="en-US" dirty="0">
                <a:latin typeface="Times New Roman" panose="02020603050405020304" pitchFamily="18" charset="0"/>
                <a:cs typeface="Times New Roman" panose="02020603050405020304" pitchFamily="18" charset="0"/>
              </a:rPr>
            </a:br>
            <a:r>
              <a:rPr lang="en-US" b="1" dirty="0" err="1">
                <a:latin typeface="Times New Roman" panose="02020603050405020304" pitchFamily="18" charset="0"/>
                <a:cs typeface="Times New Roman" panose="02020603050405020304" pitchFamily="18" charset="0"/>
              </a:rPr>
              <a:t>E°cell</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E°cathode</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E°anode</a:t>
            </a:r>
            <a:endParaRPr lang="en-US" dirty="0">
              <a:latin typeface="Times New Roman" panose="02020603050405020304" pitchFamily="18" charset="0"/>
              <a:cs typeface="Times New Roman" panose="02020603050405020304" pitchFamily="18" charset="0"/>
            </a:endParaRPr>
          </a:p>
          <a:p>
            <a:pPr>
              <a:buFont typeface="+mj-lt"/>
              <a:buAutoNum type="arabicPeriod"/>
            </a:pPr>
            <a:r>
              <a:rPr lang="en-US" dirty="0">
                <a:latin typeface="Times New Roman" panose="02020603050405020304" pitchFamily="18" charset="0"/>
                <a:cs typeface="Times New Roman" panose="02020603050405020304" pitchFamily="18" charset="0"/>
              </a:rPr>
              <a:t> Electrode potential helps in:</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Predicting the </a:t>
            </a:r>
            <a:r>
              <a:rPr lang="en-US" b="1" dirty="0">
                <a:latin typeface="Times New Roman" panose="02020603050405020304" pitchFamily="18" charset="0"/>
                <a:cs typeface="Times New Roman" panose="02020603050405020304" pitchFamily="18" charset="0"/>
              </a:rPr>
              <a:t>feasibility of redox reactions</a:t>
            </a:r>
            <a:endParaRPr lang="en-US"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Constructing </a:t>
            </a:r>
            <a:r>
              <a:rPr lang="en-US" b="1" dirty="0">
                <a:latin typeface="Times New Roman" panose="02020603050405020304" pitchFamily="18" charset="0"/>
                <a:cs typeface="Times New Roman" panose="02020603050405020304" pitchFamily="18" charset="0"/>
              </a:rPr>
              <a:t>electrochemical cells</a:t>
            </a:r>
            <a:endParaRPr lang="en-US"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Understanding </a:t>
            </a:r>
            <a:r>
              <a:rPr lang="en-US" b="1" dirty="0">
                <a:latin typeface="Times New Roman" panose="02020603050405020304" pitchFamily="18" charset="0"/>
                <a:cs typeface="Times New Roman" panose="02020603050405020304" pitchFamily="18" charset="0"/>
              </a:rPr>
              <a:t>corrosion, batteries, and electroplating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8232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8629F-2CFA-F16E-94D6-EC37DA785564}"/>
            </a:ext>
          </a:extLst>
        </p:cNvPr>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BBF6B9ED-E103-F7DA-C6B0-CD7219A59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25" y="0"/>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E9C29C0-131C-C539-6426-9015F1638168}"/>
              </a:ext>
            </a:extLst>
          </p:cNvPr>
          <p:cNvSpPr txBox="1"/>
          <p:nvPr/>
        </p:nvSpPr>
        <p:spPr>
          <a:xfrm>
            <a:off x="270163" y="187036"/>
            <a:ext cx="11554691" cy="6340197"/>
          </a:xfrm>
          <a:prstGeom prst="rect">
            <a:avLst/>
          </a:prstGeom>
          <a:noFill/>
        </p:spPr>
        <p:txBody>
          <a:bodyPr wrap="square">
            <a:spAutoFit/>
          </a:bodyPr>
          <a:lstStyle/>
          <a:p>
            <a:pPr>
              <a:buNone/>
            </a:pPr>
            <a:r>
              <a:rPr lang="en-IN" b="1" dirty="0"/>
              <a:t>📚 Recommended Textbooks</a:t>
            </a:r>
          </a:p>
          <a:p>
            <a:pPr>
              <a:buNone/>
            </a:pPr>
            <a:endParaRPr lang="en-IN" sz="1400" b="1" dirty="0"/>
          </a:p>
          <a:p>
            <a:pPr>
              <a:buNone/>
            </a:pPr>
            <a:endParaRPr lang="en-IN" sz="1400" b="1" dirty="0"/>
          </a:p>
          <a:p>
            <a:pPr>
              <a:buFont typeface="+mj-lt"/>
              <a:buAutoNum type="arabicPeriod"/>
            </a:pPr>
            <a:r>
              <a:rPr lang="en-IN" sz="1400" b="1" dirty="0"/>
              <a:t>P.W. Atkins &amp; Julio de Paula</a:t>
            </a:r>
            <a:br>
              <a:rPr lang="en-IN" sz="1400" dirty="0"/>
            </a:br>
            <a:r>
              <a:rPr lang="en-IN" sz="1400" i="1" dirty="0"/>
              <a:t>Physical Chemistry</a:t>
            </a:r>
            <a:br>
              <a:rPr lang="en-IN" sz="1400" dirty="0"/>
            </a:br>
            <a:r>
              <a:rPr lang="en-IN" sz="1400" b="1" dirty="0"/>
              <a:t>Oxford University Press</a:t>
            </a:r>
            <a:endParaRPr lang="en-IN" sz="1400" dirty="0"/>
          </a:p>
          <a:p>
            <a:pPr marL="742950" lvl="1" indent="-285750">
              <a:buFont typeface="+mj-lt"/>
              <a:buAutoNum type="arabicPeriod"/>
            </a:pPr>
            <a:r>
              <a:rPr lang="en-IN" sz="1400" dirty="0"/>
              <a:t>Chapter: Electrochemistry</a:t>
            </a:r>
          </a:p>
          <a:p>
            <a:pPr marL="742950" lvl="1" indent="-285750">
              <a:buFont typeface="+mj-lt"/>
              <a:buAutoNum type="arabicPeriod"/>
            </a:pPr>
            <a:r>
              <a:rPr lang="en-IN" sz="1400" dirty="0"/>
              <a:t>Excellent conceptual explanation of electrode potentials, electrochemical series, and cell diagrams.</a:t>
            </a:r>
          </a:p>
          <a:p>
            <a:pPr marL="742950" lvl="1" indent="-285750">
              <a:buFont typeface="+mj-lt"/>
              <a:buAutoNum type="arabicPeriod"/>
            </a:pPr>
            <a:r>
              <a:rPr lang="en-IN" sz="1400" dirty="0"/>
              <a:t>📖 Refer: </a:t>
            </a:r>
            <a:r>
              <a:rPr lang="en-IN" sz="1400" b="1" dirty="0"/>
              <a:t>Chapter 19</a:t>
            </a:r>
            <a:r>
              <a:rPr lang="en-IN" sz="1400" dirty="0"/>
              <a:t>, pages 674–690 (10th Edition)</a:t>
            </a:r>
          </a:p>
          <a:p>
            <a:pPr>
              <a:buFont typeface="+mj-lt"/>
              <a:buAutoNum type="arabicPeriod"/>
            </a:pPr>
            <a:r>
              <a:rPr lang="en-IN" sz="1400" b="1" dirty="0"/>
              <a:t>G.W. Castellan</a:t>
            </a:r>
            <a:br>
              <a:rPr lang="en-IN" sz="1400" dirty="0"/>
            </a:br>
            <a:r>
              <a:rPr lang="en-IN" sz="1400" i="1" dirty="0"/>
              <a:t>Physical Chemistry</a:t>
            </a:r>
            <a:br>
              <a:rPr lang="en-IN" sz="1400" dirty="0"/>
            </a:br>
            <a:r>
              <a:rPr lang="en-IN" sz="1400" b="1" dirty="0"/>
              <a:t>Narosa Publishing House</a:t>
            </a:r>
            <a:endParaRPr lang="en-IN" sz="1400" dirty="0"/>
          </a:p>
          <a:p>
            <a:pPr marL="742950" lvl="1" indent="-285750">
              <a:buFont typeface="+mj-lt"/>
              <a:buAutoNum type="arabicPeriod"/>
            </a:pPr>
            <a:r>
              <a:rPr lang="en-IN" sz="1400" dirty="0"/>
              <a:t>Good theoretical treatment of half-cells, standard hydrogen electrode, and electrochemical cells.</a:t>
            </a:r>
          </a:p>
          <a:p>
            <a:pPr marL="742950" lvl="1" indent="-285750">
              <a:buFont typeface="+mj-lt"/>
              <a:buAutoNum type="arabicPeriod"/>
            </a:pPr>
            <a:r>
              <a:rPr lang="en-IN" sz="1400" dirty="0"/>
              <a:t>📖 Refer: </a:t>
            </a:r>
            <a:r>
              <a:rPr lang="en-IN" sz="1400" b="1" dirty="0"/>
              <a:t>Chapter 8</a:t>
            </a:r>
            <a:r>
              <a:rPr lang="en-IN" sz="1400" dirty="0"/>
              <a:t>, pages 370–386</a:t>
            </a:r>
          </a:p>
          <a:p>
            <a:pPr>
              <a:buFont typeface="+mj-lt"/>
              <a:buAutoNum type="arabicPeriod"/>
            </a:pPr>
            <a:r>
              <a:rPr lang="en-IN" sz="1400" b="1" dirty="0"/>
              <a:t>K.L. Kapoor</a:t>
            </a:r>
            <a:br>
              <a:rPr lang="en-IN" sz="1400" dirty="0"/>
            </a:br>
            <a:r>
              <a:rPr lang="en-IN" sz="1400" i="1" dirty="0"/>
              <a:t>A Textbook of Physical Chemistry (Vol. 3: Electrochemistry and Solutions)</a:t>
            </a:r>
            <a:br>
              <a:rPr lang="en-IN" sz="1400" dirty="0"/>
            </a:br>
            <a:r>
              <a:rPr lang="en-IN" sz="1400" b="1" dirty="0"/>
              <a:t>Macmillan India</a:t>
            </a:r>
            <a:endParaRPr lang="en-IN" sz="1400" dirty="0"/>
          </a:p>
          <a:p>
            <a:pPr marL="742950" lvl="1" indent="-285750">
              <a:buFont typeface="+mj-lt"/>
              <a:buAutoNum type="arabicPeriod"/>
            </a:pPr>
            <a:r>
              <a:rPr lang="en-IN" sz="1400" dirty="0"/>
              <a:t>Very student-friendly explanations with examples and </a:t>
            </a:r>
            <a:r>
              <a:rPr lang="en-IN" sz="1400" dirty="0" err="1"/>
              <a:t>numericals</a:t>
            </a:r>
            <a:r>
              <a:rPr lang="en-IN" sz="1400" dirty="0"/>
              <a:t>.</a:t>
            </a:r>
          </a:p>
          <a:p>
            <a:pPr marL="742950" lvl="1" indent="-285750">
              <a:buFont typeface="+mj-lt"/>
              <a:buAutoNum type="arabicPeriod"/>
            </a:pPr>
            <a:r>
              <a:rPr lang="en-IN" sz="1400" dirty="0"/>
              <a:t>📖 Refer: </a:t>
            </a:r>
            <a:r>
              <a:rPr lang="en-IN" sz="1400" b="1" dirty="0"/>
              <a:t>Chapter 3</a:t>
            </a:r>
            <a:r>
              <a:rPr lang="en-IN" sz="1400" dirty="0"/>
              <a:t>, pages 63–95</a:t>
            </a:r>
          </a:p>
          <a:p>
            <a:pPr>
              <a:buFont typeface="+mj-lt"/>
              <a:buAutoNum type="arabicPeriod"/>
            </a:pPr>
            <a:r>
              <a:rPr lang="en-IN" sz="1400" b="1" dirty="0"/>
              <a:t>S.H. Maron &amp; J.B. Lando</a:t>
            </a:r>
            <a:br>
              <a:rPr lang="en-IN" sz="1400" dirty="0"/>
            </a:br>
            <a:r>
              <a:rPr lang="en-IN" sz="1400" i="1" dirty="0"/>
              <a:t>Fundamentals of Physical Chemistry</a:t>
            </a:r>
            <a:br>
              <a:rPr lang="en-IN" sz="1400" dirty="0"/>
            </a:br>
            <a:r>
              <a:rPr lang="en-IN" sz="1400" b="1" dirty="0"/>
              <a:t>Macmillan Publishers</a:t>
            </a:r>
            <a:endParaRPr lang="en-IN" sz="1400" dirty="0"/>
          </a:p>
          <a:p>
            <a:pPr marL="742950" lvl="1" indent="-285750">
              <a:buFont typeface="+mj-lt"/>
              <a:buAutoNum type="arabicPeriod"/>
            </a:pPr>
            <a:r>
              <a:rPr lang="en-IN" sz="1400" dirty="0"/>
              <a:t>Clear treatment of cell notation, EMF, and redox systems.</a:t>
            </a:r>
          </a:p>
          <a:p>
            <a:pPr marL="742950" lvl="1" indent="-285750">
              <a:buFont typeface="+mj-lt"/>
              <a:buAutoNum type="arabicPeriod"/>
            </a:pPr>
            <a:r>
              <a:rPr lang="en-IN" sz="1400" dirty="0"/>
              <a:t>📖 Refer: </a:t>
            </a:r>
            <a:r>
              <a:rPr lang="en-IN" sz="1400" b="1" dirty="0"/>
              <a:t>Electrochemistry Unit</a:t>
            </a:r>
            <a:r>
              <a:rPr lang="en-IN" sz="1400" dirty="0"/>
              <a:t>, pages 290–305</a:t>
            </a:r>
          </a:p>
          <a:p>
            <a:pPr>
              <a:buFont typeface="+mj-lt"/>
              <a:buAutoNum type="arabicPeriod"/>
            </a:pPr>
            <a:r>
              <a:rPr lang="en-IN" sz="1400" b="1" dirty="0"/>
              <a:t>Bahl &amp; Tuli</a:t>
            </a:r>
            <a:br>
              <a:rPr lang="en-IN" sz="1400" dirty="0"/>
            </a:br>
            <a:r>
              <a:rPr lang="en-IN" sz="1400" i="1" dirty="0"/>
              <a:t>Essentials of Physical Chemistry</a:t>
            </a:r>
            <a:br>
              <a:rPr lang="en-IN" sz="1400" dirty="0"/>
            </a:br>
            <a:r>
              <a:rPr lang="en-IN" sz="1400" b="1" dirty="0"/>
              <a:t>S. Chand Publishing</a:t>
            </a:r>
            <a:endParaRPr lang="en-IN" sz="1400" dirty="0"/>
          </a:p>
          <a:p>
            <a:pPr marL="742950" lvl="1" indent="-285750">
              <a:buFont typeface="+mj-lt"/>
              <a:buAutoNum type="arabicPeriod"/>
            </a:pPr>
            <a:r>
              <a:rPr lang="en-IN" sz="1400" dirty="0"/>
              <a:t>Simple language, suitable for quick understanding and revisions.</a:t>
            </a:r>
          </a:p>
          <a:p>
            <a:pPr marL="742950" lvl="1" indent="-285750">
              <a:buFont typeface="+mj-lt"/>
              <a:buAutoNum type="arabicPeriod"/>
            </a:pPr>
            <a:r>
              <a:rPr lang="en-IN" sz="1400" dirty="0"/>
              <a:t>📖 Refer: </a:t>
            </a:r>
            <a:r>
              <a:rPr lang="en-IN" sz="1400" b="1" dirty="0"/>
              <a:t>Chapter: Electrochemistry</a:t>
            </a:r>
            <a:r>
              <a:rPr lang="en-IN" sz="1400" dirty="0"/>
              <a:t>, pages 640–665</a:t>
            </a:r>
          </a:p>
        </p:txBody>
      </p:sp>
    </p:spTree>
    <p:extLst>
      <p:ext uri="{BB962C8B-B14F-4D97-AF65-F5344CB8AC3E}">
        <p14:creationId xmlns:p14="http://schemas.microsoft.com/office/powerpoint/2010/main" val="2411364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1397</Words>
  <Application>Microsoft Office PowerPoint</Application>
  <PresentationFormat>Widescreen</PresentationFormat>
  <Paragraphs>110</Paragraphs>
  <Slides>11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Aptos Display</vt:lpstr>
      <vt:lpstr>Arial</vt:lpstr>
      <vt:lpstr>Minion Pro</vt:lpstr>
      <vt:lpstr>Open Sans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Divyanshi Mangla</dc:creator>
  <cp:lastModifiedBy>Divyanshi Mangla</cp:lastModifiedBy>
  <cp:revision>7</cp:revision>
  <dcterms:created xsi:type="dcterms:W3CDTF">2025-04-01T03:57:49Z</dcterms:created>
  <dcterms:modified xsi:type="dcterms:W3CDTF">2025-07-26T06:23:49Z</dcterms:modified>
</cp:coreProperties>
</file>